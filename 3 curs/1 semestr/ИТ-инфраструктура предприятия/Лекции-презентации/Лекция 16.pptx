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8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4" r:id="rId25"/>
    <p:sldId id="285" r:id="rId26"/>
    <p:sldId id="286" r:id="rId27"/>
    <p:sldId id="289" r:id="rId28"/>
    <p:sldId id="293" r:id="rId29"/>
    <p:sldId id="306" r:id="rId30"/>
    <p:sldId id="307" r:id="rId31"/>
    <p:sldId id="310" r:id="rId32"/>
    <p:sldId id="314" r:id="rId33"/>
    <p:sldId id="316" r:id="rId34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97714" y="2267880"/>
            <a:ext cx="319657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8202" y="1689355"/>
            <a:ext cx="4951095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1805" y="408364"/>
            <a:ext cx="110469" cy="23181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085652" y="409193"/>
            <a:ext cx="247015" cy="293370"/>
          </a:xfrm>
          <a:custGeom>
            <a:avLst/>
            <a:gdLst/>
            <a:ahLst/>
            <a:cxnLst/>
            <a:rect l="l" t="t" r="r" b="b"/>
            <a:pathLst>
              <a:path w="247015" h="293370">
                <a:moveTo>
                  <a:pt x="46774" y="63614"/>
                </a:moveTo>
                <a:lnTo>
                  <a:pt x="0" y="63614"/>
                </a:lnTo>
                <a:lnTo>
                  <a:pt x="0" y="230987"/>
                </a:lnTo>
                <a:lnTo>
                  <a:pt x="46774" y="230987"/>
                </a:lnTo>
                <a:lnTo>
                  <a:pt x="46774" y="63614"/>
                </a:lnTo>
                <a:close/>
              </a:path>
              <a:path w="247015" h="293370">
                <a:moveTo>
                  <a:pt x="46774" y="0"/>
                </a:moveTo>
                <a:lnTo>
                  <a:pt x="0" y="0"/>
                </a:lnTo>
                <a:lnTo>
                  <a:pt x="0" y="38950"/>
                </a:lnTo>
                <a:lnTo>
                  <a:pt x="46774" y="38950"/>
                </a:lnTo>
                <a:lnTo>
                  <a:pt x="46774" y="0"/>
                </a:lnTo>
                <a:close/>
              </a:path>
              <a:path w="247015" h="293370">
                <a:moveTo>
                  <a:pt x="246849" y="63614"/>
                </a:moveTo>
                <a:lnTo>
                  <a:pt x="202895" y="63614"/>
                </a:lnTo>
                <a:lnTo>
                  <a:pt x="202895" y="85991"/>
                </a:lnTo>
                <a:lnTo>
                  <a:pt x="202336" y="85204"/>
                </a:lnTo>
                <a:lnTo>
                  <a:pt x="202336" y="142430"/>
                </a:lnTo>
                <a:lnTo>
                  <a:pt x="202031" y="151980"/>
                </a:lnTo>
                <a:lnTo>
                  <a:pt x="179082" y="188480"/>
                </a:lnTo>
                <a:lnTo>
                  <a:pt x="163131" y="191681"/>
                </a:lnTo>
                <a:lnTo>
                  <a:pt x="154876" y="191033"/>
                </a:lnTo>
                <a:lnTo>
                  <a:pt x="125831" y="161874"/>
                </a:lnTo>
                <a:lnTo>
                  <a:pt x="123596" y="144081"/>
                </a:lnTo>
                <a:lnTo>
                  <a:pt x="123596" y="142430"/>
                </a:lnTo>
                <a:lnTo>
                  <a:pt x="139827" y="101854"/>
                </a:lnTo>
                <a:lnTo>
                  <a:pt x="178765" y="97688"/>
                </a:lnTo>
                <a:lnTo>
                  <a:pt x="202044" y="133070"/>
                </a:lnTo>
                <a:lnTo>
                  <a:pt x="202336" y="142430"/>
                </a:lnTo>
                <a:lnTo>
                  <a:pt x="202336" y="85204"/>
                </a:lnTo>
                <a:lnTo>
                  <a:pt x="167055" y="60159"/>
                </a:lnTo>
                <a:lnTo>
                  <a:pt x="151917" y="58839"/>
                </a:lnTo>
                <a:lnTo>
                  <a:pt x="136652" y="59969"/>
                </a:lnTo>
                <a:lnTo>
                  <a:pt x="97853" y="82029"/>
                </a:lnTo>
                <a:lnTo>
                  <a:pt x="78079" y="127368"/>
                </a:lnTo>
                <a:lnTo>
                  <a:pt x="77457" y="144081"/>
                </a:lnTo>
                <a:lnTo>
                  <a:pt x="78092" y="160223"/>
                </a:lnTo>
                <a:lnTo>
                  <a:pt x="97002" y="204114"/>
                </a:lnTo>
                <a:lnTo>
                  <a:pt x="135026" y="225463"/>
                </a:lnTo>
                <a:lnTo>
                  <a:pt x="149948" y="226479"/>
                </a:lnTo>
                <a:lnTo>
                  <a:pt x="165163" y="225044"/>
                </a:lnTo>
                <a:lnTo>
                  <a:pt x="179324" y="220040"/>
                </a:lnTo>
                <a:lnTo>
                  <a:pt x="191795" y="211747"/>
                </a:lnTo>
                <a:lnTo>
                  <a:pt x="201955" y="200520"/>
                </a:lnTo>
                <a:lnTo>
                  <a:pt x="201828" y="227533"/>
                </a:lnTo>
                <a:lnTo>
                  <a:pt x="174510" y="261734"/>
                </a:lnTo>
                <a:lnTo>
                  <a:pt x="156248" y="262839"/>
                </a:lnTo>
                <a:lnTo>
                  <a:pt x="148158" y="261112"/>
                </a:lnTo>
                <a:lnTo>
                  <a:pt x="140970" y="257416"/>
                </a:lnTo>
                <a:lnTo>
                  <a:pt x="135229" y="253644"/>
                </a:lnTo>
                <a:lnTo>
                  <a:pt x="131292" y="247713"/>
                </a:lnTo>
                <a:lnTo>
                  <a:pt x="130124" y="241020"/>
                </a:lnTo>
                <a:lnTo>
                  <a:pt x="83350" y="241020"/>
                </a:lnTo>
                <a:lnTo>
                  <a:pt x="90970" y="263867"/>
                </a:lnTo>
                <a:lnTo>
                  <a:pt x="106807" y="280174"/>
                </a:lnTo>
                <a:lnTo>
                  <a:pt x="130860" y="289966"/>
                </a:lnTo>
                <a:lnTo>
                  <a:pt x="163131" y="293230"/>
                </a:lnTo>
                <a:lnTo>
                  <a:pt x="182867" y="292011"/>
                </a:lnTo>
                <a:lnTo>
                  <a:pt x="226085" y="273888"/>
                </a:lnTo>
                <a:lnTo>
                  <a:pt x="235204" y="262839"/>
                </a:lnTo>
                <a:lnTo>
                  <a:pt x="241668" y="249148"/>
                </a:lnTo>
                <a:lnTo>
                  <a:pt x="245554" y="232651"/>
                </a:lnTo>
                <a:lnTo>
                  <a:pt x="246811" y="214058"/>
                </a:lnTo>
                <a:lnTo>
                  <a:pt x="246849" y="200520"/>
                </a:lnTo>
                <a:lnTo>
                  <a:pt x="246849" y="191681"/>
                </a:lnTo>
                <a:lnTo>
                  <a:pt x="246849" y="94742"/>
                </a:lnTo>
                <a:lnTo>
                  <a:pt x="246849" y="85991"/>
                </a:lnTo>
                <a:lnTo>
                  <a:pt x="246849" y="63614"/>
                </a:lnTo>
                <a:close/>
              </a:path>
            </a:pathLst>
          </a:custGeom>
          <a:solidFill>
            <a:srgbClr val="109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66831" y="468112"/>
            <a:ext cx="285670" cy="17685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338878" y="378078"/>
            <a:ext cx="217804" cy="264795"/>
          </a:xfrm>
          <a:custGeom>
            <a:avLst/>
            <a:gdLst/>
            <a:ahLst/>
            <a:cxnLst/>
            <a:rect l="l" t="t" r="r" b="b"/>
            <a:pathLst>
              <a:path w="217804" h="264795">
                <a:moveTo>
                  <a:pt x="71374" y="159829"/>
                </a:moveTo>
                <a:lnTo>
                  <a:pt x="12725" y="112407"/>
                </a:lnTo>
                <a:lnTo>
                  <a:pt x="0" y="127596"/>
                </a:lnTo>
                <a:lnTo>
                  <a:pt x="51358" y="169125"/>
                </a:lnTo>
                <a:lnTo>
                  <a:pt x="51358" y="264680"/>
                </a:lnTo>
                <a:lnTo>
                  <a:pt x="71374" y="264680"/>
                </a:lnTo>
                <a:lnTo>
                  <a:pt x="71374" y="159829"/>
                </a:lnTo>
                <a:close/>
              </a:path>
              <a:path w="217804" h="264795">
                <a:moveTo>
                  <a:pt x="104394" y="146100"/>
                </a:moveTo>
                <a:lnTo>
                  <a:pt x="35077" y="87642"/>
                </a:lnTo>
                <a:lnTo>
                  <a:pt x="23012" y="101549"/>
                </a:lnTo>
                <a:lnTo>
                  <a:pt x="85864" y="154571"/>
                </a:lnTo>
                <a:lnTo>
                  <a:pt x="85864" y="264312"/>
                </a:lnTo>
                <a:lnTo>
                  <a:pt x="104394" y="264312"/>
                </a:lnTo>
                <a:lnTo>
                  <a:pt x="104394" y="146100"/>
                </a:lnTo>
                <a:close/>
              </a:path>
              <a:path w="217804" h="264795">
                <a:moveTo>
                  <a:pt x="137502" y="70802"/>
                </a:moveTo>
                <a:lnTo>
                  <a:pt x="135343" y="60261"/>
                </a:lnTo>
                <a:lnTo>
                  <a:pt x="129451" y="51663"/>
                </a:lnTo>
                <a:lnTo>
                  <a:pt x="120700" y="45859"/>
                </a:lnTo>
                <a:lnTo>
                  <a:pt x="109994" y="43738"/>
                </a:lnTo>
                <a:lnTo>
                  <a:pt x="99288" y="45859"/>
                </a:lnTo>
                <a:lnTo>
                  <a:pt x="90551" y="51663"/>
                </a:lnTo>
                <a:lnTo>
                  <a:pt x="84658" y="60261"/>
                </a:lnTo>
                <a:lnTo>
                  <a:pt x="82499" y="70802"/>
                </a:lnTo>
                <a:lnTo>
                  <a:pt x="84658" y="81330"/>
                </a:lnTo>
                <a:lnTo>
                  <a:pt x="90551" y="89941"/>
                </a:lnTo>
                <a:lnTo>
                  <a:pt x="99288" y="95745"/>
                </a:lnTo>
                <a:lnTo>
                  <a:pt x="109994" y="97866"/>
                </a:lnTo>
                <a:lnTo>
                  <a:pt x="120700" y="95745"/>
                </a:lnTo>
                <a:lnTo>
                  <a:pt x="129451" y="89941"/>
                </a:lnTo>
                <a:lnTo>
                  <a:pt x="135343" y="81330"/>
                </a:lnTo>
                <a:lnTo>
                  <a:pt x="137502" y="70802"/>
                </a:lnTo>
                <a:close/>
              </a:path>
              <a:path w="217804" h="264795">
                <a:moveTo>
                  <a:pt x="217297" y="9664"/>
                </a:moveTo>
                <a:lnTo>
                  <a:pt x="199809" y="0"/>
                </a:lnTo>
                <a:lnTo>
                  <a:pt x="119545" y="141046"/>
                </a:lnTo>
                <a:lnTo>
                  <a:pt x="119545" y="264312"/>
                </a:lnTo>
                <a:lnTo>
                  <a:pt x="139560" y="264312"/>
                </a:lnTo>
                <a:lnTo>
                  <a:pt x="139560" y="146202"/>
                </a:lnTo>
                <a:lnTo>
                  <a:pt x="217297" y="9664"/>
                </a:lnTo>
                <a:close/>
              </a:path>
            </a:pathLst>
          </a:custGeom>
          <a:solidFill>
            <a:srgbClr val="109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92856" y="395291"/>
            <a:ext cx="91668" cy="2474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1650"/>
          </a:xfrm>
          <a:custGeom>
            <a:avLst/>
            <a:gdLst/>
            <a:ahLst/>
            <a:cxnLst/>
            <a:rect l="l" t="t" r="r" b="b"/>
            <a:pathLst>
              <a:path w="12192000" h="6851650">
                <a:moveTo>
                  <a:pt x="12191931" y="6851239"/>
                </a:moveTo>
                <a:lnTo>
                  <a:pt x="0" y="6851239"/>
                </a:lnTo>
                <a:lnTo>
                  <a:pt x="0" y="0"/>
                </a:lnTo>
                <a:lnTo>
                  <a:pt x="12191931" y="0"/>
                </a:lnTo>
                <a:lnTo>
                  <a:pt x="12191931" y="6851239"/>
                </a:lnTo>
                <a:close/>
              </a:path>
            </a:pathLst>
          </a:custGeom>
          <a:solidFill>
            <a:srgbClr val="003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5532" y="1383111"/>
            <a:ext cx="397510" cy="842644"/>
          </a:xfrm>
          <a:custGeom>
            <a:avLst/>
            <a:gdLst/>
            <a:ahLst/>
            <a:cxnLst/>
            <a:rect l="l" t="t" r="r" b="b"/>
            <a:pathLst>
              <a:path w="397509" h="842644">
                <a:moveTo>
                  <a:pt x="267985" y="842298"/>
                </a:moveTo>
                <a:lnTo>
                  <a:pt x="99563" y="842298"/>
                </a:lnTo>
                <a:lnTo>
                  <a:pt x="99563" y="347418"/>
                </a:lnTo>
                <a:lnTo>
                  <a:pt x="0" y="347418"/>
                </a:lnTo>
                <a:lnTo>
                  <a:pt x="0" y="234416"/>
                </a:lnTo>
                <a:lnTo>
                  <a:pt x="99563" y="234416"/>
                </a:lnTo>
                <a:lnTo>
                  <a:pt x="99563" y="202694"/>
                </a:lnTo>
                <a:lnTo>
                  <a:pt x="102605" y="152761"/>
                </a:lnTo>
                <a:lnTo>
                  <a:pt x="111728" y="110290"/>
                </a:lnTo>
                <a:lnTo>
                  <a:pt x="126935" y="75280"/>
                </a:lnTo>
                <a:lnTo>
                  <a:pt x="176551" y="26890"/>
                </a:lnTo>
                <a:lnTo>
                  <a:pt x="212873" y="11986"/>
                </a:lnTo>
                <a:lnTo>
                  <a:pt x="257191" y="3023"/>
                </a:lnTo>
                <a:lnTo>
                  <a:pt x="309504" y="0"/>
                </a:lnTo>
                <a:lnTo>
                  <a:pt x="337354" y="0"/>
                </a:lnTo>
                <a:lnTo>
                  <a:pt x="344907" y="171"/>
                </a:lnTo>
                <a:lnTo>
                  <a:pt x="392075" y="3306"/>
                </a:lnTo>
                <a:lnTo>
                  <a:pt x="397337" y="3445"/>
                </a:lnTo>
                <a:lnTo>
                  <a:pt x="397337" y="126076"/>
                </a:lnTo>
                <a:lnTo>
                  <a:pt x="341536" y="123643"/>
                </a:lnTo>
                <a:lnTo>
                  <a:pt x="320923" y="124422"/>
                </a:lnTo>
                <a:lnTo>
                  <a:pt x="281655" y="136109"/>
                </a:lnTo>
                <a:lnTo>
                  <a:pt x="266863" y="186175"/>
                </a:lnTo>
                <a:lnTo>
                  <a:pt x="266863" y="234416"/>
                </a:lnTo>
                <a:lnTo>
                  <a:pt x="386626" y="234416"/>
                </a:lnTo>
                <a:lnTo>
                  <a:pt x="386626" y="347418"/>
                </a:lnTo>
                <a:lnTo>
                  <a:pt x="267985" y="347418"/>
                </a:lnTo>
                <a:lnTo>
                  <a:pt x="267985" y="84229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37030" y="1385949"/>
            <a:ext cx="168910" cy="142240"/>
          </a:xfrm>
          <a:custGeom>
            <a:avLst/>
            <a:gdLst/>
            <a:ahLst/>
            <a:cxnLst/>
            <a:rect l="l" t="t" r="r" b="b"/>
            <a:pathLst>
              <a:path w="168909" h="142240">
                <a:moveTo>
                  <a:pt x="168422" y="141886"/>
                </a:moveTo>
                <a:lnTo>
                  <a:pt x="0" y="141886"/>
                </a:lnTo>
                <a:lnTo>
                  <a:pt x="0" y="0"/>
                </a:lnTo>
                <a:lnTo>
                  <a:pt x="168422" y="608"/>
                </a:lnTo>
                <a:lnTo>
                  <a:pt x="168422" y="14188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37030" y="1617528"/>
            <a:ext cx="168910" cy="608330"/>
          </a:xfrm>
          <a:custGeom>
            <a:avLst/>
            <a:gdLst/>
            <a:ahLst/>
            <a:cxnLst/>
            <a:rect l="l" t="t" r="r" b="b"/>
            <a:pathLst>
              <a:path w="168909" h="608330">
                <a:moveTo>
                  <a:pt x="168422" y="608084"/>
                </a:moveTo>
                <a:lnTo>
                  <a:pt x="0" y="608084"/>
                </a:lnTo>
                <a:lnTo>
                  <a:pt x="0" y="0"/>
                </a:lnTo>
                <a:lnTo>
                  <a:pt x="168422" y="0"/>
                </a:lnTo>
                <a:lnTo>
                  <a:pt x="168422" y="608084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15931" y="1601412"/>
            <a:ext cx="609600" cy="850900"/>
          </a:xfrm>
          <a:custGeom>
            <a:avLst/>
            <a:gdLst/>
            <a:ahLst/>
            <a:cxnLst/>
            <a:rect l="l" t="t" r="r" b="b"/>
            <a:pathLst>
              <a:path w="609600" h="850900">
                <a:moveTo>
                  <a:pt x="260743" y="606564"/>
                </a:moveTo>
                <a:lnTo>
                  <a:pt x="203898" y="601496"/>
                </a:lnTo>
                <a:lnTo>
                  <a:pt x="153224" y="586293"/>
                </a:lnTo>
                <a:lnTo>
                  <a:pt x="108721" y="560956"/>
                </a:lnTo>
                <a:lnTo>
                  <a:pt x="70388" y="525486"/>
                </a:lnTo>
                <a:lnTo>
                  <a:pt x="45014" y="490810"/>
                </a:lnTo>
                <a:lnTo>
                  <a:pt x="25288" y="451643"/>
                </a:lnTo>
                <a:lnTo>
                  <a:pt x="11210" y="407982"/>
                </a:lnTo>
                <a:lnTo>
                  <a:pt x="2781" y="359829"/>
                </a:lnTo>
                <a:lnTo>
                  <a:pt x="0" y="307184"/>
                </a:lnTo>
                <a:lnTo>
                  <a:pt x="2941" y="253802"/>
                </a:lnTo>
                <a:lnTo>
                  <a:pt x="11767" y="204816"/>
                </a:lnTo>
                <a:lnTo>
                  <a:pt x="26476" y="160223"/>
                </a:lnTo>
                <a:lnTo>
                  <a:pt x="47071" y="120025"/>
                </a:lnTo>
                <a:lnTo>
                  <a:pt x="73550" y="84219"/>
                </a:lnTo>
                <a:lnTo>
                  <a:pt x="113291" y="47447"/>
                </a:lnTo>
                <a:lnTo>
                  <a:pt x="158960" y="21153"/>
                </a:lnTo>
                <a:lnTo>
                  <a:pt x="210558" y="5337"/>
                </a:lnTo>
                <a:lnTo>
                  <a:pt x="268087" y="0"/>
                </a:lnTo>
                <a:lnTo>
                  <a:pt x="295544" y="708"/>
                </a:lnTo>
                <a:lnTo>
                  <a:pt x="348904" y="12231"/>
                </a:lnTo>
                <a:lnTo>
                  <a:pt x="396633" y="38064"/>
                </a:lnTo>
                <a:lnTo>
                  <a:pt x="435100" y="75719"/>
                </a:lnTo>
                <a:lnTo>
                  <a:pt x="450689" y="97800"/>
                </a:lnTo>
                <a:lnTo>
                  <a:pt x="609420" y="97800"/>
                </a:lnTo>
                <a:lnTo>
                  <a:pt x="609420" y="129116"/>
                </a:lnTo>
                <a:lnTo>
                  <a:pt x="306954" y="129116"/>
                </a:lnTo>
                <a:lnTo>
                  <a:pt x="277358" y="131208"/>
                </a:lnTo>
                <a:lnTo>
                  <a:pt x="224363" y="154969"/>
                </a:lnTo>
                <a:lnTo>
                  <a:pt x="186873" y="201218"/>
                </a:lnTo>
                <a:lnTo>
                  <a:pt x="168205" y="266333"/>
                </a:lnTo>
                <a:lnTo>
                  <a:pt x="165871" y="305866"/>
                </a:lnTo>
                <a:lnTo>
                  <a:pt x="168281" y="343915"/>
                </a:lnTo>
                <a:lnTo>
                  <a:pt x="187562" y="407816"/>
                </a:lnTo>
                <a:lnTo>
                  <a:pt x="225488" y="454607"/>
                </a:lnTo>
                <a:lnTo>
                  <a:pt x="278480" y="478991"/>
                </a:lnTo>
                <a:lnTo>
                  <a:pt x="308178" y="481400"/>
                </a:lnTo>
                <a:lnTo>
                  <a:pt x="609420" y="481400"/>
                </a:lnTo>
                <a:lnTo>
                  <a:pt x="609420" y="512209"/>
                </a:lnTo>
                <a:lnTo>
                  <a:pt x="448139" y="512209"/>
                </a:lnTo>
                <a:lnTo>
                  <a:pt x="411521" y="553036"/>
                </a:lnTo>
                <a:lnTo>
                  <a:pt x="366556" y="583140"/>
                </a:lnTo>
                <a:lnTo>
                  <a:pt x="315534" y="601367"/>
                </a:lnTo>
                <a:lnTo>
                  <a:pt x="260743" y="606564"/>
                </a:lnTo>
                <a:close/>
              </a:path>
              <a:path w="609600" h="850900">
                <a:moveTo>
                  <a:pt x="609420" y="97800"/>
                </a:moveTo>
                <a:lnTo>
                  <a:pt x="450689" y="97800"/>
                </a:lnTo>
                <a:lnTo>
                  <a:pt x="450689" y="16722"/>
                </a:lnTo>
                <a:lnTo>
                  <a:pt x="609420" y="16114"/>
                </a:lnTo>
                <a:lnTo>
                  <a:pt x="609420" y="97800"/>
                </a:lnTo>
                <a:close/>
              </a:path>
              <a:path w="609600" h="850900">
                <a:moveTo>
                  <a:pt x="609420" y="481400"/>
                </a:moveTo>
                <a:lnTo>
                  <a:pt x="308178" y="481400"/>
                </a:lnTo>
                <a:lnTo>
                  <a:pt x="337848" y="478977"/>
                </a:lnTo>
                <a:lnTo>
                  <a:pt x="365711" y="469771"/>
                </a:lnTo>
                <a:lnTo>
                  <a:pt x="411415" y="433158"/>
                </a:lnTo>
                <a:lnTo>
                  <a:pt x="439876" y="376340"/>
                </a:lnTo>
                <a:lnTo>
                  <a:pt x="449363" y="302420"/>
                </a:lnTo>
                <a:lnTo>
                  <a:pt x="446991" y="263677"/>
                </a:lnTo>
                <a:lnTo>
                  <a:pt x="428017" y="200291"/>
                </a:lnTo>
                <a:lnTo>
                  <a:pt x="389950" y="154765"/>
                </a:lnTo>
                <a:lnTo>
                  <a:pt x="336630" y="131229"/>
                </a:lnTo>
                <a:lnTo>
                  <a:pt x="306954" y="129116"/>
                </a:lnTo>
                <a:lnTo>
                  <a:pt x="609420" y="129116"/>
                </a:lnTo>
                <a:lnTo>
                  <a:pt x="609420" y="481400"/>
                </a:lnTo>
                <a:close/>
              </a:path>
              <a:path w="609600" h="850900">
                <a:moveTo>
                  <a:pt x="567515" y="738518"/>
                </a:moveTo>
                <a:lnTo>
                  <a:pt x="311749" y="738518"/>
                </a:lnTo>
                <a:lnTo>
                  <a:pt x="348181" y="736124"/>
                </a:lnTo>
                <a:lnTo>
                  <a:pt x="378108" y="728941"/>
                </a:lnTo>
                <a:lnTo>
                  <a:pt x="418453" y="700209"/>
                </a:lnTo>
                <a:lnTo>
                  <a:pt x="439241" y="651158"/>
                </a:lnTo>
                <a:lnTo>
                  <a:pt x="446915" y="580619"/>
                </a:lnTo>
                <a:lnTo>
                  <a:pt x="448139" y="512209"/>
                </a:lnTo>
                <a:lnTo>
                  <a:pt x="609420" y="512209"/>
                </a:lnTo>
                <a:lnTo>
                  <a:pt x="609399" y="560956"/>
                </a:lnTo>
                <a:lnTo>
                  <a:pt x="606433" y="617213"/>
                </a:lnTo>
                <a:lnTo>
                  <a:pt x="597472" y="667526"/>
                </a:lnTo>
                <a:lnTo>
                  <a:pt x="582538" y="711491"/>
                </a:lnTo>
                <a:lnTo>
                  <a:pt x="567515" y="738518"/>
                </a:lnTo>
                <a:close/>
              </a:path>
              <a:path w="609600" h="850900">
                <a:moveTo>
                  <a:pt x="308178" y="850406"/>
                </a:moveTo>
                <a:lnTo>
                  <a:pt x="246344" y="847441"/>
                </a:lnTo>
                <a:lnTo>
                  <a:pt x="191925" y="838548"/>
                </a:lnTo>
                <a:lnTo>
                  <a:pt x="144920" y="823726"/>
                </a:lnTo>
                <a:lnTo>
                  <a:pt x="105330" y="802975"/>
                </a:lnTo>
                <a:lnTo>
                  <a:pt x="73154" y="776295"/>
                </a:lnTo>
                <a:lnTo>
                  <a:pt x="48393" y="743687"/>
                </a:lnTo>
                <a:lnTo>
                  <a:pt x="31047" y="705150"/>
                </a:lnTo>
                <a:lnTo>
                  <a:pt x="21116" y="660683"/>
                </a:lnTo>
                <a:lnTo>
                  <a:pt x="188416" y="660683"/>
                </a:lnTo>
                <a:lnTo>
                  <a:pt x="193401" y="678369"/>
                </a:lnTo>
                <a:lnTo>
                  <a:pt x="201766" y="694481"/>
                </a:lnTo>
                <a:lnTo>
                  <a:pt x="243885" y="728257"/>
                </a:lnTo>
                <a:lnTo>
                  <a:pt x="286015" y="737378"/>
                </a:lnTo>
                <a:lnTo>
                  <a:pt x="311749" y="738518"/>
                </a:lnTo>
                <a:lnTo>
                  <a:pt x="567515" y="738518"/>
                </a:lnTo>
                <a:lnTo>
                  <a:pt x="561629" y="749107"/>
                </a:lnTo>
                <a:lnTo>
                  <a:pt x="534747" y="780375"/>
                </a:lnTo>
                <a:lnTo>
                  <a:pt x="501789" y="805650"/>
                </a:lnTo>
                <a:lnTo>
                  <a:pt x="462654" y="825291"/>
                </a:lnTo>
                <a:lnTo>
                  <a:pt x="417341" y="839297"/>
                </a:lnTo>
                <a:lnTo>
                  <a:pt x="365849" y="847668"/>
                </a:lnTo>
                <a:lnTo>
                  <a:pt x="308178" y="85040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168675" y="1599894"/>
            <a:ext cx="1028700" cy="643890"/>
          </a:xfrm>
          <a:custGeom>
            <a:avLst/>
            <a:gdLst/>
            <a:ahLst/>
            <a:cxnLst/>
            <a:rect l="l" t="t" r="r" b="b"/>
            <a:pathLst>
              <a:path w="1028700" h="643889">
                <a:moveTo>
                  <a:pt x="394995" y="7099"/>
                </a:moveTo>
                <a:lnTo>
                  <a:pt x="385838" y="5778"/>
                </a:lnTo>
                <a:lnTo>
                  <a:pt x="376631" y="4749"/>
                </a:lnTo>
                <a:lnTo>
                  <a:pt x="367411" y="4013"/>
                </a:lnTo>
                <a:lnTo>
                  <a:pt x="358165" y="3556"/>
                </a:lnTo>
                <a:lnTo>
                  <a:pt x="306120" y="8623"/>
                </a:lnTo>
                <a:lnTo>
                  <a:pt x="260286" y="23774"/>
                </a:lnTo>
                <a:lnTo>
                  <a:pt x="220687" y="48983"/>
                </a:lnTo>
                <a:lnTo>
                  <a:pt x="187312" y="84277"/>
                </a:lnTo>
                <a:lnTo>
                  <a:pt x="160159" y="129628"/>
                </a:lnTo>
                <a:lnTo>
                  <a:pt x="160159" y="17233"/>
                </a:lnTo>
                <a:lnTo>
                  <a:pt x="0" y="17233"/>
                </a:lnTo>
                <a:lnTo>
                  <a:pt x="0" y="625322"/>
                </a:lnTo>
                <a:lnTo>
                  <a:pt x="168122" y="625322"/>
                </a:lnTo>
                <a:lnTo>
                  <a:pt x="168122" y="347218"/>
                </a:lnTo>
                <a:lnTo>
                  <a:pt x="170459" y="305320"/>
                </a:lnTo>
                <a:lnTo>
                  <a:pt x="177761" y="267893"/>
                </a:lnTo>
                <a:lnTo>
                  <a:pt x="207289" y="206451"/>
                </a:lnTo>
                <a:lnTo>
                  <a:pt x="257632" y="167081"/>
                </a:lnTo>
                <a:lnTo>
                  <a:pt x="329704" y="153949"/>
                </a:lnTo>
                <a:lnTo>
                  <a:pt x="346151" y="154520"/>
                </a:lnTo>
                <a:lnTo>
                  <a:pt x="362521" y="155892"/>
                </a:lnTo>
                <a:lnTo>
                  <a:pt x="378815" y="158064"/>
                </a:lnTo>
                <a:lnTo>
                  <a:pt x="394995" y="161048"/>
                </a:lnTo>
                <a:lnTo>
                  <a:pt x="394995" y="7099"/>
                </a:lnTo>
                <a:close/>
              </a:path>
              <a:path w="1028700" h="643889">
                <a:moveTo>
                  <a:pt x="1028395" y="625729"/>
                </a:moveTo>
                <a:lnTo>
                  <a:pt x="1019048" y="596976"/>
                </a:lnTo>
                <a:lnTo>
                  <a:pt x="1013663" y="566839"/>
                </a:lnTo>
                <a:lnTo>
                  <a:pt x="1012418" y="559904"/>
                </a:lnTo>
                <a:lnTo>
                  <a:pt x="1010145" y="533298"/>
                </a:lnTo>
                <a:lnTo>
                  <a:pt x="1008532" y="514477"/>
                </a:lnTo>
                <a:lnTo>
                  <a:pt x="1007376" y="460730"/>
                </a:lnTo>
                <a:lnTo>
                  <a:pt x="1007376" y="329996"/>
                </a:lnTo>
                <a:lnTo>
                  <a:pt x="1007376" y="197942"/>
                </a:lnTo>
                <a:lnTo>
                  <a:pt x="1003211" y="151549"/>
                </a:lnTo>
                <a:lnTo>
                  <a:pt x="990955" y="112191"/>
                </a:lnTo>
                <a:lnTo>
                  <a:pt x="990701" y="111340"/>
                </a:lnTo>
                <a:lnTo>
                  <a:pt x="969848" y="77317"/>
                </a:lnTo>
                <a:lnTo>
                  <a:pt x="940663" y="49491"/>
                </a:lnTo>
                <a:lnTo>
                  <a:pt x="903135" y="27838"/>
                </a:lnTo>
                <a:lnTo>
                  <a:pt x="857262" y="12369"/>
                </a:lnTo>
                <a:lnTo>
                  <a:pt x="803059" y="3098"/>
                </a:lnTo>
                <a:lnTo>
                  <a:pt x="740511" y="0"/>
                </a:lnTo>
                <a:lnTo>
                  <a:pt x="683742" y="2514"/>
                </a:lnTo>
                <a:lnTo>
                  <a:pt x="633285" y="10083"/>
                </a:lnTo>
                <a:lnTo>
                  <a:pt x="589140" y="22733"/>
                </a:lnTo>
                <a:lnTo>
                  <a:pt x="551281" y="40436"/>
                </a:lnTo>
                <a:lnTo>
                  <a:pt x="519747" y="63195"/>
                </a:lnTo>
                <a:lnTo>
                  <a:pt x="475564" y="123939"/>
                </a:lnTo>
                <a:lnTo>
                  <a:pt x="462940" y="161899"/>
                </a:lnTo>
                <a:lnTo>
                  <a:pt x="456615" y="204927"/>
                </a:lnTo>
                <a:lnTo>
                  <a:pt x="614934" y="204927"/>
                </a:lnTo>
                <a:lnTo>
                  <a:pt x="620293" y="180822"/>
                </a:lnTo>
                <a:lnTo>
                  <a:pt x="628015" y="160718"/>
                </a:lnTo>
                <a:lnTo>
                  <a:pt x="666089" y="123596"/>
                </a:lnTo>
                <a:lnTo>
                  <a:pt x="708774" y="113461"/>
                </a:lnTo>
                <a:lnTo>
                  <a:pt x="735914" y="112191"/>
                </a:lnTo>
                <a:lnTo>
                  <a:pt x="784161" y="117259"/>
                </a:lnTo>
                <a:lnTo>
                  <a:pt x="818629" y="132461"/>
                </a:lnTo>
                <a:lnTo>
                  <a:pt x="839304" y="157810"/>
                </a:lnTo>
                <a:lnTo>
                  <a:pt x="846201" y="193268"/>
                </a:lnTo>
                <a:lnTo>
                  <a:pt x="844854" y="208622"/>
                </a:lnTo>
                <a:lnTo>
                  <a:pt x="844765" y="208838"/>
                </a:lnTo>
                <a:lnTo>
                  <a:pt x="844765" y="329996"/>
                </a:lnTo>
                <a:lnTo>
                  <a:pt x="844664" y="397789"/>
                </a:lnTo>
                <a:lnTo>
                  <a:pt x="834517" y="454444"/>
                </a:lnTo>
                <a:lnTo>
                  <a:pt x="803859" y="497319"/>
                </a:lnTo>
                <a:lnTo>
                  <a:pt x="756272" y="524306"/>
                </a:lnTo>
                <a:lnTo>
                  <a:pt x="695325" y="533298"/>
                </a:lnTo>
                <a:lnTo>
                  <a:pt x="676960" y="532739"/>
                </a:lnTo>
                <a:lnTo>
                  <a:pt x="627176" y="511505"/>
                </a:lnTo>
                <a:lnTo>
                  <a:pt x="603885" y="468617"/>
                </a:lnTo>
                <a:lnTo>
                  <a:pt x="602894" y="452018"/>
                </a:lnTo>
                <a:lnTo>
                  <a:pt x="604100" y="434911"/>
                </a:lnTo>
                <a:lnTo>
                  <a:pt x="628904" y="391210"/>
                </a:lnTo>
                <a:lnTo>
                  <a:pt x="664514" y="375043"/>
                </a:lnTo>
                <a:lnTo>
                  <a:pt x="766991" y="354507"/>
                </a:lnTo>
                <a:lnTo>
                  <a:pt x="800341" y="346760"/>
                </a:lnTo>
                <a:lnTo>
                  <a:pt x="826262" y="338594"/>
                </a:lnTo>
                <a:lnTo>
                  <a:pt x="844765" y="329996"/>
                </a:lnTo>
                <a:lnTo>
                  <a:pt x="844765" y="208838"/>
                </a:lnTo>
                <a:lnTo>
                  <a:pt x="838885" y="222440"/>
                </a:lnTo>
                <a:lnTo>
                  <a:pt x="828929" y="233768"/>
                </a:lnTo>
                <a:lnTo>
                  <a:pt x="770585" y="254241"/>
                </a:lnTo>
                <a:lnTo>
                  <a:pt x="696341" y="266344"/>
                </a:lnTo>
                <a:lnTo>
                  <a:pt x="677278" y="268732"/>
                </a:lnTo>
                <a:lnTo>
                  <a:pt x="660476" y="271094"/>
                </a:lnTo>
                <a:lnTo>
                  <a:pt x="621309" y="277266"/>
                </a:lnTo>
                <a:lnTo>
                  <a:pt x="574128" y="287528"/>
                </a:lnTo>
                <a:lnTo>
                  <a:pt x="530288" y="301663"/>
                </a:lnTo>
                <a:lnTo>
                  <a:pt x="494042" y="324408"/>
                </a:lnTo>
                <a:lnTo>
                  <a:pt x="462000" y="352374"/>
                </a:lnTo>
                <a:lnTo>
                  <a:pt x="439572" y="391210"/>
                </a:lnTo>
                <a:lnTo>
                  <a:pt x="429806" y="442252"/>
                </a:lnTo>
                <a:lnTo>
                  <a:pt x="429374" y="459613"/>
                </a:lnTo>
                <a:lnTo>
                  <a:pt x="433044" y="500316"/>
                </a:lnTo>
                <a:lnTo>
                  <a:pt x="462127" y="567766"/>
                </a:lnTo>
                <a:lnTo>
                  <a:pt x="519290" y="615873"/>
                </a:lnTo>
                <a:lnTo>
                  <a:pt x="556552" y="631139"/>
                </a:lnTo>
                <a:lnTo>
                  <a:pt x="599313" y="640308"/>
                </a:lnTo>
                <a:lnTo>
                  <a:pt x="647573" y="643356"/>
                </a:lnTo>
                <a:lnTo>
                  <a:pt x="705332" y="638619"/>
                </a:lnTo>
                <a:lnTo>
                  <a:pt x="757593" y="624281"/>
                </a:lnTo>
                <a:lnTo>
                  <a:pt x="804379" y="600354"/>
                </a:lnTo>
                <a:lnTo>
                  <a:pt x="845680" y="566839"/>
                </a:lnTo>
                <a:lnTo>
                  <a:pt x="847356" y="581799"/>
                </a:lnTo>
                <a:lnTo>
                  <a:pt x="849884" y="596620"/>
                </a:lnTo>
                <a:lnTo>
                  <a:pt x="853274" y="611276"/>
                </a:lnTo>
                <a:lnTo>
                  <a:pt x="857516" y="625729"/>
                </a:lnTo>
                <a:lnTo>
                  <a:pt x="1028395" y="625729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5567" y="1432365"/>
            <a:ext cx="197699" cy="19641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48598" y="1273555"/>
            <a:ext cx="884555" cy="962025"/>
          </a:xfrm>
          <a:custGeom>
            <a:avLst/>
            <a:gdLst/>
            <a:ahLst/>
            <a:cxnLst/>
            <a:rect l="l" t="t" r="r" b="b"/>
            <a:pathLst>
              <a:path w="884555" h="962025">
                <a:moveTo>
                  <a:pt x="256971" y="580618"/>
                </a:moveTo>
                <a:lnTo>
                  <a:pt x="45808" y="408330"/>
                </a:lnTo>
                <a:lnTo>
                  <a:pt x="0" y="463562"/>
                </a:lnTo>
                <a:lnTo>
                  <a:pt x="184950" y="614476"/>
                </a:lnTo>
                <a:lnTo>
                  <a:pt x="184950" y="961593"/>
                </a:lnTo>
                <a:lnTo>
                  <a:pt x="256971" y="961593"/>
                </a:lnTo>
                <a:lnTo>
                  <a:pt x="256971" y="580618"/>
                </a:lnTo>
                <a:close/>
              </a:path>
              <a:path w="884555" h="962025">
                <a:moveTo>
                  <a:pt x="375818" y="530860"/>
                </a:moveTo>
                <a:lnTo>
                  <a:pt x="126199" y="318439"/>
                </a:lnTo>
                <a:lnTo>
                  <a:pt x="82740" y="368909"/>
                </a:lnTo>
                <a:lnTo>
                  <a:pt x="308902" y="561365"/>
                </a:lnTo>
                <a:lnTo>
                  <a:pt x="308902" y="960374"/>
                </a:lnTo>
                <a:lnTo>
                  <a:pt x="375818" y="960374"/>
                </a:lnTo>
                <a:lnTo>
                  <a:pt x="375818" y="530860"/>
                </a:lnTo>
                <a:close/>
              </a:path>
              <a:path w="884555" h="962025">
                <a:moveTo>
                  <a:pt x="782129" y="34963"/>
                </a:moveTo>
                <a:lnTo>
                  <a:pt x="719289" y="0"/>
                </a:lnTo>
                <a:lnTo>
                  <a:pt x="430187" y="512521"/>
                </a:lnTo>
                <a:lnTo>
                  <a:pt x="430187" y="960374"/>
                </a:lnTo>
                <a:lnTo>
                  <a:pt x="502208" y="960374"/>
                </a:lnTo>
                <a:lnTo>
                  <a:pt x="502208" y="531164"/>
                </a:lnTo>
                <a:lnTo>
                  <a:pt x="782129" y="34963"/>
                </a:lnTo>
                <a:close/>
              </a:path>
              <a:path w="884555" h="962025">
                <a:moveTo>
                  <a:pt x="884047" y="96786"/>
                </a:moveTo>
                <a:lnTo>
                  <a:pt x="820902" y="62433"/>
                </a:lnTo>
                <a:lnTo>
                  <a:pt x="554037" y="545553"/>
                </a:lnTo>
                <a:lnTo>
                  <a:pt x="554037" y="961593"/>
                </a:lnTo>
                <a:lnTo>
                  <a:pt x="626059" y="961593"/>
                </a:lnTo>
                <a:lnTo>
                  <a:pt x="626059" y="563905"/>
                </a:lnTo>
                <a:lnTo>
                  <a:pt x="884047" y="9678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958242" y="3550218"/>
            <a:ext cx="323215" cy="1006475"/>
          </a:xfrm>
          <a:custGeom>
            <a:avLst/>
            <a:gdLst/>
            <a:ahLst/>
            <a:cxnLst/>
            <a:rect l="l" t="t" r="r" b="b"/>
            <a:pathLst>
              <a:path w="323215" h="1006475">
                <a:moveTo>
                  <a:pt x="161241" y="1005984"/>
                </a:moveTo>
                <a:lnTo>
                  <a:pt x="204245" y="1000233"/>
                </a:lnTo>
                <a:lnTo>
                  <a:pt x="242897" y="983946"/>
                </a:lnTo>
                <a:lnTo>
                  <a:pt x="275651" y="958664"/>
                </a:lnTo>
                <a:lnTo>
                  <a:pt x="300966" y="925931"/>
                </a:lnTo>
                <a:lnTo>
                  <a:pt x="317297" y="887288"/>
                </a:lnTo>
                <a:lnTo>
                  <a:pt x="323101" y="844277"/>
                </a:lnTo>
                <a:lnTo>
                  <a:pt x="323101" y="161810"/>
                </a:lnTo>
                <a:lnTo>
                  <a:pt x="317323" y="118796"/>
                </a:lnTo>
                <a:lnTo>
                  <a:pt x="301016" y="80143"/>
                </a:lnTo>
                <a:lnTo>
                  <a:pt x="275722" y="47394"/>
                </a:lnTo>
                <a:lnTo>
                  <a:pt x="242984" y="22092"/>
                </a:lnTo>
                <a:lnTo>
                  <a:pt x="204344" y="5780"/>
                </a:lnTo>
                <a:lnTo>
                  <a:pt x="161344" y="0"/>
                </a:lnTo>
                <a:lnTo>
                  <a:pt x="118348" y="5894"/>
                </a:lnTo>
                <a:lnTo>
                  <a:pt x="79822" y="22264"/>
                </a:lnTo>
                <a:lnTo>
                  <a:pt x="47194" y="47576"/>
                </a:lnTo>
                <a:lnTo>
                  <a:pt x="21995" y="80294"/>
                </a:lnTo>
                <a:lnTo>
                  <a:pt x="5753" y="118884"/>
                </a:lnTo>
                <a:lnTo>
                  <a:pt x="0" y="161810"/>
                </a:lnTo>
                <a:lnTo>
                  <a:pt x="0" y="844174"/>
                </a:lnTo>
                <a:lnTo>
                  <a:pt x="5753" y="887100"/>
                </a:lnTo>
                <a:lnTo>
                  <a:pt x="21995" y="925690"/>
                </a:lnTo>
                <a:lnTo>
                  <a:pt x="47194" y="958408"/>
                </a:lnTo>
                <a:lnTo>
                  <a:pt x="79822" y="983720"/>
                </a:lnTo>
                <a:lnTo>
                  <a:pt x="118348" y="1000090"/>
                </a:lnTo>
                <a:lnTo>
                  <a:pt x="161241" y="1005984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958241" y="756593"/>
            <a:ext cx="323215" cy="1006475"/>
          </a:xfrm>
          <a:custGeom>
            <a:avLst/>
            <a:gdLst/>
            <a:ahLst/>
            <a:cxnLst/>
            <a:rect l="l" t="t" r="r" b="b"/>
            <a:pathLst>
              <a:path w="323215" h="1006475">
                <a:moveTo>
                  <a:pt x="161241" y="1006293"/>
                </a:moveTo>
                <a:lnTo>
                  <a:pt x="204234" y="1000519"/>
                </a:lnTo>
                <a:lnTo>
                  <a:pt x="242874" y="984223"/>
                </a:lnTo>
                <a:lnTo>
                  <a:pt x="275620" y="958942"/>
                </a:lnTo>
                <a:lnTo>
                  <a:pt x="300934" y="926217"/>
                </a:lnTo>
                <a:lnTo>
                  <a:pt x="317274" y="887585"/>
                </a:lnTo>
                <a:lnTo>
                  <a:pt x="323101" y="844586"/>
                </a:lnTo>
                <a:lnTo>
                  <a:pt x="323101" y="162222"/>
                </a:lnTo>
                <a:lnTo>
                  <a:pt x="317403" y="119168"/>
                </a:lnTo>
                <a:lnTo>
                  <a:pt x="301161" y="80460"/>
                </a:lnTo>
                <a:lnTo>
                  <a:pt x="275914" y="47643"/>
                </a:lnTo>
                <a:lnTo>
                  <a:pt x="243203" y="22263"/>
                </a:lnTo>
                <a:lnTo>
                  <a:pt x="204569" y="5867"/>
                </a:lnTo>
                <a:lnTo>
                  <a:pt x="161550" y="0"/>
                </a:lnTo>
                <a:lnTo>
                  <a:pt x="161241" y="0"/>
                </a:lnTo>
                <a:lnTo>
                  <a:pt x="118292" y="5908"/>
                </a:lnTo>
                <a:lnTo>
                  <a:pt x="79728" y="22317"/>
                </a:lnTo>
                <a:lnTo>
                  <a:pt x="47082" y="47684"/>
                </a:lnTo>
                <a:lnTo>
                  <a:pt x="21890" y="80468"/>
                </a:lnTo>
                <a:lnTo>
                  <a:pt x="5684" y="119127"/>
                </a:lnTo>
                <a:lnTo>
                  <a:pt x="0" y="162119"/>
                </a:lnTo>
                <a:lnTo>
                  <a:pt x="0" y="844586"/>
                </a:lnTo>
                <a:lnTo>
                  <a:pt x="5778" y="887490"/>
                </a:lnTo>
                <a:lnTo>
                  <a:pt x="22032" y="926057"/>
                </a:lnTo>
                <a:lnTo>
                  <a:pt x="47233" y="958753"/>
                </a:lnTo>
                <a:lnTo>
                  <a:pt x="79854" y="984046"/>
                </a:lnTo>
                <a:lnTo>
                  <a:pt x="118366" y="1000404"/>
                </a:lnTo>
                <a:lnTo>
                  <a:pt x="161241" y="1006293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556462" y="4280993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087"/>
                </a:moveTo>
                <a:lnTo>
                  <a:pt x="204859" y="1000307"/>
                </a:lnTo>
                <a:lnTo>
                  <a:pt x="243499" y="983994"/>
                </a:lnTo>
                <a:lnTo>
                  <a:pt x="276237" y="958693"/>
                </a:lnTo>
                <a:lnTo>
                  <a:pt x="301530" y="925944"/>
                </a:lnTo>
                <a:lnTo>
                  <a:pt x="317837" y="887291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5" y="5751"/>
                </a:lnTo>
                <a:lnTo>
                  <a:pt x="80204" y="22038"/>
                </a:lnTo>
                <a:lnTo>
                  <a:pt x="47449" y="47320"/>
                </a:lnTo>
                <a:lnTo>
                  <a:pt x="22135" y="80053"/>
                </a:lnTo>
                <a:lnTo>
                  <a:pt x="5803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556461" y="91948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087"/>
                </a:moveTo>
                <a:lnTo>
                  <a:pt x="204859" y="1000307"/>
                </a:lnTo>
                <a:lnTo>
                  <a:pt x="243499" y="983994"/>
                </a:lnTo>
                <a:lnTo>
                  <a:pt x="276237" y="958693"/>
                </a:lnTo>
                <a:lnTo>
                  <a:pt x="301530" y="925944"/>
                </a:lnTo>
                <a:lnTo>
                  <a:pt x="317837" y="887291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5" y="5751"/>
                </a:lnTo>
                <a:lnTo>
                  <a:pt x="80204" y="22038"/>
                </a:lnTo>
                <a:lnTo>
                  <a:pt x="47449" y="47320"/>
                </a:lnTo>
                <a:lnTo>
                  <a:pt x="22135" y="80053"/>
                </a:lnTo>
                <a:lnTo>
                  <a:pt x="5803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155608" y="3550221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5984"/>
                </a:moveTo>
                <a:lnTo>
                  <a:pt x="204759" y="1000233"/>
                </a:lnTo>
                <a:lnTo>
                  <a:pt x="243409" y="983946"/>
                </a:lnTo>
                <a:lnTo>
                  <a:pt x="276162" y="958664"/>
                </a:lnTo>
                <a:lnTo>
                  <a:pt x="301476" y="925931"/>
                </a:lnTo>
                <a:lnTo>
                  <a:pt x="317808" y="887288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174"/>
                </a:lnTo>
                <a:lnTo>
                  <a:pt x="5778" y="887188"/>
                </a:lnTo>
                <a:lnTo>
                  <a:pt x="22085" y="925841"/>
                </a:lnTo>
                <a:lnTo>
                  <a:pt x="47378" y="958590"/>
                </a:lnTo>
                <a:lnTo>
                  <a:pt x="80116" y="983891"/>
                </a:lnTo>
                <a:lnTo>
                  <a:pt x="118756" y="1000204"/>
                </a:lnTo>
                <a:lnTo>
                  <a:pt x="161756" y="1005984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155607" y="2152534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6087"/>
                </a:moveTo>
                <a:lnTo>
                  <a:pt x="204719" y="1000238"/>
                </a:lnTo>
                <a:lnTo>
                  <a:pt x="243315" y="983881"/>
                </a:lnTo>
                <a:lnTo>
                  <a:pt x="276008" y="958556"/>
                </a:lnTo>
                <a:lnTo>
                  <a:pt x="301261" y="925803"/>
                </a:lnTo>
                <a:lnTo>
                  <a:pt x="317540" y="887163"/>
                </a:lnTo>
                <a:lnTo>
                  <a:pt x="323307" y="844174"/>
                </a:lnTo>
                <a:lnTo>
                  <a:pt x="323307" y="161810"/>
                </a:lnTo>
                <a:lnTo>
                  <a:pt x="317519" y="118844"/>
                </a:lnTo>
                <a:lnTo>
                  <a:pt x="301229" y="80228"/>
                </a:lnTo>
                <a:lnTo>
                  <a:pt x="275973" y="47498"/>
                </a:lnTo>
                <a:lnTo>
                  <a:pt x="243286" y="22193"/>
                </a:lnTo>
                <a:lnTo>
                  <a:pt x="204702" y="5848"/>
                </a:lnTo>
                <a:lnTo>
                  <a:pt x="161756" y="0"/>
                </a:lnTo>
                <a:lnTo>
                  <a:pt x="118768" y="5803"/>
                </a:lnTo>
                <a:lnTo>
                  <a:pt x="80139" y="22124"/>
                </a:lnTo>
                <a:lnTo>
                  <a:pt x="47409" y="47425"/>
                </a:lnTo>
                <a:lnTo>
                  <a:pt x="22117" y="80166"/>
                </a:lnTo>
                <a:lnTo>
                  <a:pt x="5801" y="118807"/>
                </a:lnTo>
                <a:lnTo>
                  <a:pt x="0" y="161810"/>
                </a:lnTo>
                <a:lnTo>
                  <a:pt x="0" y="844174"/>
                </a:lnTo>
                <a:lnTo>
                  <a:pt x="5776" y="887199"/>
                </a:lnTo>
                <a:lnTo>
                  <a:pt x="22080" y="925865"/>
                </a:lnTo>
                <a:lnTo>
                  <a:pt x="47371" y="958629"/>
                </a:lnTo>
                <a:lnTo>
                  <a:pt x="80107" y="983949"/>
                </a:lnTo>
                <a:lnTo>
                  <a:pt x="118749" y="1000283"/>
                </a:lnTo>
                <a:lnTo>
                  <a:pt x="161756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155606" y="0"/>
            <a:ext cx="323850" cy="367665"/>
          </a:xfrm>
          <a:custGeom>
            <a:avLst/>
            <a:gdLst/>
            <a:ahLst/>
            <a:cxnLst/>
            <a:rect l="l" t="t" r="r" b="b"/>
            <a:pathLst>
              <a:path w="323850" h="367665">
                <a:moveTo>
                  <a:pt x="161756" y="367160"/>
                </a:moveTo>
                <a:lnTo>
                  <a:pt x="204759" y="361409"/>
                </a:lnTo>
                <a:lnTo>
                  <a:pt x="243409" y="345122"/>
                </a:lnTo>
                <a:lnTo>
                  <a:pt x="276162" y="319840"/>
                </a:lnTo>
                <a:lnTo>
                  <a:pt x="301476" y="287107"/>
                </a:lnTo>
                <a:lnTo>
                  <a:pt x="317808" y="248464"/>
                </a:lnTo>
                <a:lnTo>
                  <a:pt x="323616" y="205453"/>
                </a:lnTo>
                <a:lnTo>
                  <a:pt x="323616" y="0"/>
                </a:lnTo>
              </a:path>
              <a:path w="323850" h="367665">
                <a:moveTo>
                  <a:pt x="0" y="0"/>
                </a:moveTo>
                <a:lnTo>
                  <a:pt x="0" y="205350"/>
                </a:lnTo>
                <a:lnTo>
                  <a:pt x="5778" y="248364"/>
                </a:lnTo>
                <a:lnTo>
                  <a:pt x="22085" y="287017"/>
                </a:lnTo>
                <a:lnTo>
                  <a:pt x="47378" y="319765"/>
                </a:lnTo>
                <a:lnTo>
                  <a:pt x="80116" y="345067"/>
                </a:lnTo>
                <a:lnTo>
                  <a:pt x="118756" y="361380"/>
                </a:lnTo>
                <a:lnTo>
                  <a:pt x="161756" y="367160"/>
                </a:lnTo>
              </a:path>
            </a:pathLst>
          </a:custGeom>
          <a:ln w="23510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752179" y="2885265"/>
            <a:ext cx="325755" cy="1006475"/>
          </a:xfrm>
          <a:custGeom>
            <a:avLst/>
            <a:gdLst/>
            <a:ahLst/>
            <a:cxnLst/>
            <a:rect l="l" t="t" r="r" b="b"/>
            <a:pathLst>
              <a:path w="325754" h="1006475">
                <a:moveTo>
                  <a:pt x="162374" y="1006087"/>
                </a:moveTo>
                <a:lnTo>
                  <a:pt x="205650" y="1000271"/>
                </a:lnTo>
                <a:lnTo>
                  <a:pt x="244537" y="983856"/>
                </a:lnTo>
                <a:lnTo>
                  <a:pt x="277483" y="958394"/>
                </a:lnTo>
                <a:lnTo>
                  <a:pt x="302936" y="925437"/>
                </a:lnTo>
                <a:lnTo>
                  <a:pt x="319346" y="886538"/>
                </a:lnTo>
                <a:lnTo>
                  <a:pt x="325160" y="843247"/>
                </a:lnTo>
                <a:lnTo>
                  <a:pt x="325160" y="162840"/>
                </a:lnTo>
                <a:lnTo>
                  <a:pt x="319346" y="119549"/>
                </a:lnTo>
                <a:lnTo>
                  <a:pt x="302936" y="80649"/>
                </a:lnTo>
                <a:lnTo>
                  <a:pt x="277483" y="47693"/>
                </a:lnTo>
                <a:lnTo>
                  <a:pt x="244537" y="22231"/>
                </a:lnTo>
                <a:lnTo>
                  <a:pt x="205650" y="5816"/>
                </a:lnTo>
                <a:lnTo>
                  <a:pt x="162374" y="0"/>
                </a:lnTo>
                <a:lnTo>
                  <a:pt x="119185" y="5906"/>
                </a:lnTo>
                <a:lnTo>
                  <a:pt x="80391" y="22368"/>
                </a:lnTo>
                <a:lnTo>
                  <a:pt x="47533" y="47840"/>
                </a:lnTo>
                <a:lnTo>
                  <a:pt x="22154" y="80773"/>
                </a:lnTo>
                <a:lnTo>
                  <a:pt x="5795" y="119622"/>
                </a:lnTo>
                <a:lnTo>
                  <a:pt x="0" y="162840"/>
                </a:lnTo>
                <a:lnTo>
                  <a:pt x="0" y="843247"/>
                </a:lnTo>
                <a:lnTo>
                  <a:pt x="5795" y="886465"/>
                </a:lnTo>
                <a:lnTo>
                  <a:pt x="22154" y="925314"/>
                </a:lnTo>
                <a:lnTo>
                  <a:pt x="47533" y="958247"/>
                </a:lnTo>
                <a:lnTo>
                  <a:pt x="80391" y="983718"/>
                </a:lnTo>
                <a:lnTo>
                  <a:pt x="119185" y="1000181"/>
                </a:lnTo>
                <a:lnTo>
                  <a:pt x="162374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8752178" y="1489535"/>
            <a:ext cx="325755" cy="1006475"/>
          </a:xfrm>
          <a:custGeom>
            <a:avLst/>
            <a:gdLst/>
            <a:ahLst/>
            <a:cxnLst/>
            <a:rect l="l" t="t" r="r" b="b"/>
            <a:pathLst>
              <a:path w="325754" h="1006475">
                <a:moveTo>
                  <a:pt x="162374" y="1006087"/>
                </a:moveTo>
                <a:lnTo>
                  <a:pt x="205665" y="1000380"/>
                </a:lnTo>
                <a:lnTo>
                  <a:pt x="244594" y="984063"/>
                </a:lnTo>
                <a:lnTo>
                  <a:pt x="277604" y="958685"/>
                </a:lnTo>
                <a:lnTo>
                  <a:pt x="303141" y="925793"/>
                </a:lnTo>
                <a:lnTo>
                  <a:pt x="319648" y="886935"/>
                </a:lnTo>
                <a:lnTo>
                  <a:pt x="325572" y="843659"/>
                </a:lnTo>
                <a:lnTo>
                  <a:pt x="325572" y="842938"/>
                </a:lnTo>
                <a:lnTo>
                  <a:pt x="325572" y="163149"/>
                </a:lnTo>
                <a:lnTo>
                  <a:pt x="319841" y="119847"/>
                </a:lnTo>
                <a:lnTo>
                  <a:pt x="303506" y="80917"/>
                </a:lnTo>
                <a:lnTo>
                  <a:pt x="278115" y="47913"/>
                </a:lnTo>
                <a:lnTo>
                  <a:pt x="245217" y="22389"/>
                </a:lnTo>
                <a:lnTo>
                  <a:pt x="206360" y="5900"/>
                </a:lnTo>
                <a:lnTo>
                  <a:pt x="163095" y="0"/>
                </a:lnTo>
                <a:lnTo>
                  <a:pt x="162374" y="0"/>
                </a:lnTo>
                <a:lnTo>
                  <a:pt x="119130" y="5920"/>
                </a:lnTo>
                <a:lnTo>
                  <a:pt x="80297" y="22421"/>
                </a:lnTo>
                <a:lnTo>
                  <a:pt x="47421" y="47948"/>
                </a:lnTo>
                <a:lnTo>
                  <a:pt x="22048" y="80947"/>
                </a:lnTo>
                <a:lnTo>
                  <a:pt x="5726" y="119865"/>
                </a:lnTo>
                <a:lnTo>
                  <a:pt x="0" y="163149"/>
                </a:lnTo>
                <a:lnTo>
                  <a:pt x="0" y="842938"/>
                </a:lnTo>
                <a:lnTo>
                  <a:pt x="5726" y="886221"/>
                </a:lnTo>
                <a:lnTo>
                  <a:pt x="22048" y="925140"/>
                </a:lnTo>
                <a:lnTo>
                  <a:pt x="47421" y="958139"/>
                </a:lnTo>
                <a:lnTo>
                  <a:pt x="80297" y="983666"/>
                </a:lnTo>
                <a:lnTo>
                  <a:pt x="119130" y="1000166"/>
                </a:lnTo>
                <a:lnTo>
                  <a:pt x="162374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8751765" y="91951"/>
            <a:ext cx="325755" cy="1006475"/>
          </a:xfrm>
          <a:custGeom>
            <a:avLst/>
            <a:gdLst/>
            <a:ahLst/>
            <a:cxnLst/>
            <a:rect l="l" t="t" r="r" b="b"/>
            <a:pathLst>
              <a:path w="325754" h="1006475">
                <a:moveTo>
                  <a:pt x="162786" y="1006087"/>
                </a:moveTo>
                <a:lnTo>
                  <a:pt x="206062" y="1000271"/>
                </a:lnTo>
                <a:lnTo>
                  <a:pt x="244949" y="983856"/>
                </a:lnTo>
                <a:lnTo>
                  <a:pt x="277895" y="958394"/>
                </a:lnTo>
                <a:lnTo>
                  <a:pt x="303348" y="925437"/>
                </a:lnTo>
                <a:lnTo>
                  <a:pt x="319758" y="886538"/>
                </a:lnTo>
                <a:lnTo>
                  <a:pt x="325572" y="843247"/>
                </a:lnTo>
                <a:lnTo>
                  <a:pt x="325572" y="162840"/>
                </a:lnTo>
                <a:lnTo>
                  <a:pt x="319758" y="119549"/>
                </a:lnTo>
                <a:lnTo>
                  <a:pt x="303348" y="80649"/>
                </a:lnTo>
                <a:lnTo>
                  <a:pt x="277895" y="47693"/>
                </a:lnTo>
                <a:lnTo>
                  <a:pt x="244949" y="22231"/>
                </a:lnTo>
                <a:lnTo>
                  <a:pt x="206062" y="5816"/>
                </a:lnTo>
                <a:lnTo>
                  <a:pt x="162786" y="0"/>
                </a:lnTo>
                <a:lnTo>
                  <a:pt x="119509" y="5816"/>
                </a:lnTo>
                <a:lnTo>
                  <a:pt x="80623" y="22231"/>
                </a:lnTo>
                <a:lnTo>
                  <a:pt x="47677" y="47693"/>
                </a:lnTo>
                <a:lnTo>
                  <a:pt x="22224" y="80649"/>
                </a:lnTo>
                <a:lnTo>
                  <a:pt x="5814" y="119549"/>
                </a:lnTo>
                <a:lnTo>
                  <a:pt x="0" y="162840"/>
                </a:lnTo>
                <a:lnTo>
                  <a:pt x="0" y="843247"/>
                </a:lnTo>
                <a:lnTo>
                  <a:pt x="5814" y="886538"/>
                </a:lnTo>
                <a:lnTo>
                  <a:pt x="22224" y="925437"/>
                </a:lnTo>
                <a:lnTo>
                  <a:pt x="47677" y="958394"/>
                </a:lnTo>
                <a:lnTo>
                  <a:pt x="80623" y="983856"/>
                </a:lnTo>
                <a:lnTo>
                  <a:pt x="119509" y="1000271"/>
                </a:lnTo>
                <a:lnTo>
                  <a:pt x="162786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9350912" y="3550224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5984"/>
                </a:moveTo>
                <a:lnTo>
                  <a:pt x="204859" y="1000204"/>
                </a:lnTo>
                <a:lnTo>
                  <a:pt x="243499" y="983891"/>
                </a:lnTo>
                <a:lnTo>
                  <a:pt x="276237" y="958590"/>
                </a:lnTo>
                <a:lnTo>
                  <a:pt x="301530" y="925841"/>
                </a:lnTo>
                <a:lnTo>
                  <a:pt x="317837" y="887188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78" y="887188"/>
                </a:lnTo>
                <a:lnTo>
                  <a:pt x="22085" y="925841"/>
                </a:lnTo>
                <a:lnTo>
                  <a:pt x="47378" y="958590"/>
                </a:lnTo>
                <a:lnTo>
                  <a:pt x="80116" y="983891"/>
                </a:lnTo>
                <a:lnTo>
                  <a:pt x="118756" y="1000204"/>
                </a:lnTo>
                <a:lnTo>
                  <a:pt x="161756" y="1005984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9350912" y="756600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293"/>
                </a:moveTo>
                <a:lnTo>
                  <a:pt x="204841" y="1000518"/>
                </a:lnTo>
                <a:lnTo>
                  <a:pt x="243467" y="984218"/>
                </a:lnTo>
                <a:lnTo>
                  <a:pt x="276198" y="958935"/>
                </a:lnTo>
                <a:lnTo>
                  <a:pt x="301494" y="926208"/>
                </a:lnTo>
                <a:lnTo>
                  <a:pt x="317813" y="887578"/>
                </a:lnTo>
                <a:lnTo>
                  <a:pt x="323616" y="844586"/>
                </a:lnTo>
                <a:lnTo>
                  <a:pt x="323616" y="162222"/>
                </a:lnTo>
                <a:lnTo>
                  <a:pt x="317947" y="119193"/>
                </a:lnTo>
                <a:lnTo>
                  <a:pt x="301738" y="80498"/>
                </a:lnTo>
                <a:lnTo>
                  <a:pt x="276528" y="47685"/>
                </a:lnTo>
                <a:lnTo>
                  <a:pt x="243854" y="22300"/>
                </a:lnTo>
                <a:lnTo>
                  <a:pt x="205256" y="5889"/>
                </a:lnTo>
                <a:lnTo>
                  <a:pt x="162271" y="0"/>
                </a:lnTo>
                <a:lnTo>
                  <a:pt x="161859" y="0"/>
                </a:lnTo>
                <a:lnTo>
                  <a:pt x="118830" y="5783"/>
                </a:lnTo>
                <a:lnTo>
                  <a:pt x="80165" y="22105"/>
                </a:lnTo>
                <a:lnTo>
                  <a:pt x="47407" y="47423"/>
                </a:lnTo>
                <a:lnTo>
                  <a:pt x="22098" y="80192"/>
                </a:lnTo>
                <a:lnTo>
                  <a:pt x="5781" y="118870"/>
                </a:lnTo>
                <a:lnTo>
                  <a:pt x="0" y="161913"/>
                </a:lnTo>
                <a:lnTo>
                  <a:pt x="0" y="844586"/>
                </a:lnTo>
                <a:lnTo>
                  <a:pt x="5826" y="887585"/>
                </a:lnTo>
                <a:lnTo>
                  <a:pt x="22167" y="926217"/>
                </a:lnTo>
                <a:lnTo>
                  <a:pt x="47480" y="958942"/>
                </a:lnTo>
                <a:lnTo>
                  <a:pt x="80227" y="984223"/>
                </a:lnTo>
                <a:lnTo>
                  <a:pt x="118867" y="1000519"/>
                </a:lnTo>
                <a:lnTo>
                  <a:pt x="161859" y="1006293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9949750" y="2885268"/>
            <a:ext cx="324485" cy="1006475"/>
          </a:xfrm>
          <a:custGeom>
            <a:avLst/>
            <a:gdLst/>
            <a:ahLst/>
            <a:cxnLst/>
            <a:rect l="l" t="t" r="r" b="b"/>
            <a:pathLst>
              <a:path w="324484" h="1006475">
                <a:moveTo>
                  <a:pt x="161756" y="1006087"/>
                </a:moveTo>
                <a:lnTo>
                  <a:pt x="204796" y="1000387"/>
                </a:lnTo>
                <a:lnTo>
                  <a:pt x="243491" y="984139"/>
                </a:lnTo>
                <a:lnTo>
                  <a:pt x="276297" y="958884"/>
                </a:lnTo>
                <a:lnTo>
                  <a:pt x="301668" y="926163"/>
                </a:lnTo>
                <a:lnTo>
                  <a:pt x="318059" y="887515"/>
                </a:lnTo>
                <a:lnTo>
                  <a:pt x="323925" y="844483"/>
                </a:lnTo>
                <a:lnTo>
                  <a:pt x="323925" y="844174"/>
                </a:lnTo>
                <a:lnTo>
                  <a:pt x="323925" y="161913"/>
                </a:lnTo>
                <a:lnTo>
                  <a:pt x="318143" y="118870"/>
                </a:lnTo>
                <a:lnTo>
                  <a:pt x="301826" y="80192"/>
                </a:lnTo>
                <a:lnTo>
                  <a:pt x="276517" y="47423"/>
                </a:lnTo>
                <a:lnTo>
                  <a:pt x="243759" y="22105"/>
                </a:lnTo>
                <a:lnTo>
                  <a:pt x="205094" y="5783"/>
                </a:lnTo>
                <a:lnTo>
                  <a:pt x="162065" y="0"/>
                </a:lnTo>
                <a:lnTo>
                  <a:pt x="119054" y="5696"/>
                </a:lnTo>
                <a:lnTo>
                  <a:pt x="80384" y="21934"/>
                </a:lnTo>
                <a:lnTo>
                  <a:pt x="47599" y="47174"/>
                </a:lnTo>
                <a:lnTo>
                  <a:pt x="22243" y="79875"/>
                </a:lnTo>
                <a:lnTo>
                  <a:pt x="5862" y="118497"/>
                </a:lnTo>
                <a:lnTo>
                  <a:pt x="0" y="161501"/>
                </a:lnTo>
                <a:lnTo>
                  <a:pt x="0" y="161913"/>
                </a:lnTo>
                <a:lnTo>
                  <a:pt x="0" y="844174"/>
                </a:lnTo>
                <a:lnTo>
                  <a:pt x="5749" y="887192"/>
                </a:lnTo>
                <a:lnTo>
                  <a:pt x="22031" y="925856"/>
                </a:lnTo>
                <a:lnTo>
                  <a:pt x="47304" y="958622"/>
                </a:lnTo>
                <a:lnTo>
                  <a:pt x="80026" y="983945"/>
                </a:lnTo>
                <a:lnTo>
                  <a:pt x="118657" y="1000281"/>
                </a:lnTo>
                <a:lnTo>
                  <a:pt x="161653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950058" y="1489538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447" y="1006087"/>
                </a:moveTo>
                <a:lnTo>
                  <a:pt x="204462" y="1000416"/>
                </a:lnTo>
                <a:lnTo>
                  <a:pt x="243144" y="984202"/>
                </a:lnTo>
                <a:lnTo>
                  <a:pt x="275946" y="958983"/>
                </a:lnTo>
                <a:lnTo>
                  <a:pt x="301323" y="926299"/>
                </a:lnTo>
                <a:lnTo>
                  <a:pt x="317728" y="887688"/>
                </a:lnTo>
                <a:lnTo>
                  <a:pt x="323616" y="844689"/>
                </a:lnTo>
                <a:lnTo>
                  <a:pt x="323616" y="844277"/>
                </a:lnTo>
                <a:lnTo>
                  <a:pt x="323616" y="161913"/>
                </a:lnTo>
                <a:lnTo>
                  <a:pt x="317834" y="118870"/>
                </a:lnTo>
                <a:lnTo>
                  <a:pt x="301517" y="80192"/>
                </a:lnTo>
                <a:lnTo>
                  <a:pt x="276209" y="47423"/>
                </a:lnTo>
                <a:lnTo>
                  <a:pt x="243450" y="22105"/>
                </a:lnTo>
                <a:lnTo>
                  <a:pt x="204785" y="5783"/>
                </a:lnTo>
                <a:lnTo>
                  <a:pt x="161756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277"/>
                </a:lnTo>
                <a:lnTo>
                  <a:pt x="5778" y="887291"/>
                </a:lnTo>
                <a:lnTo>
                  <a:pt x="22085" y="925944"/>
                </a:lnTo>
                <a:lnTo>
                  <a:pt x="47378" y="958693"/>
                </a:lnTo>
                <a:lnTo>
                  <a:pt x="80116" y="983994"/>
                </a:lnTo>
                <a:lnTo>
                  <a:pt x="118756" y="1000307"/>
                </a:lnTo>
                <a:lnTo>
                  <a:pt x="161756" y="1006087"/>
                </a:lnTo>
                <a:lnTo>
                  <a:pt x="161447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548484" y="3550227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5984"/>
                </a:moveTo>
                <a:lnTo>
                  <a:pt x="204859" y="1000204"/>
                </a:lnTo>
                <a:lnTo>
                  <a:pt x="243499" y="983891"/>
                </a:lnTo>
                <a:lnTo>
                  <a:pt x="276237" y="958590"/>
                </a:lnTo>
                <a:lnTo>
                  <a:pt x="301530" y="925841"/>
                </a:lnTo>
                <a:lnTo>
                  <a:pt x="317837" y="887188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78" y="887188"/>
                </a:lnTo>
                <a:lnTo>
                  <a:pt x="22085" y="925841"/>
                </a:lnTo>
                <a:lnTo>
                  <a:pt x="47378" y="958590"/>
                </a:lnTo>
                <a:lnTo>
                  <a:pt x="80116" y="983891"/>
                </a:lnTo>
                <a:lnTo>
                  <a:pt x="118756" y="1000204"/>
                </a:lnTo>
                <a:lnTo>
                  <a:pt x="161756" y="1005984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0548483" y="2152540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087"/>
                </a:moveTo>
                <a:lnTo>
                  <a:pt x="204859" y="1000307"/>
                </a:lnTo>
                <a:lnTo>
                  <a:pt x="243499" y="983994"/>
                </a:lnTo>
                <a:lnTo>
                  <a:pt x="276237" y="958693"/>
                </a:lnTo>
                <a:lnTo>
                  <a:pt x="301530" y="925944"/>
                </a:lnTo>
                <a:lnTo>
                  <a:pt x="317837" y="887291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49" y="5778"/>
                </a:lnTo>
                <a:lnTo>
                  <a:pt x="80197" y="22088"/>
                </a:lnTo>
                <a:lnTo>
                  <a:pt x="47445" y="47386"/>
                </a:lnTo>
                <a:lnTo>
                  <a:pt x="22135" y="80134"/>
                </a:lnTo>
                <a:lnTo>
                  <a:pt x="5806" y="118789"/>
                </a:lnTo>
                <a:lnTo>
                  <a:pt x="0" y="161810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0548482" y="0"/>
            <a:ext cx="323850" cy="367665"/>
          </a:xfrm>
          <a:custGeom>
            <a:avLst/>
            <a:gdLst/>
            <a:ahLst/>
            <a:cxnLst/>
            <a:rect l="l" t="t" r="r" b="b"/>
            <a:pathLst>
              <a:path w="323850" h="367665">
                <a:moveTo>
                  <a:pt x="161859" y="367166"/>
                </a:moveTo>
                <a:lnTo>
                  <a:pt x="204859" y="361386"/>
                </a:lnTo>
                <a:lnTo>
                  <a:pt x="243499" y="345073"/>
                </a:lnTo>
                <a:lnTo>
                  <a:pt x="276237" y="319771"/>
                </a:lnTo>
                <a:lnTo>
                  <a:pt x="301530" y="287022"/>
                </a:lnTo>
                <a:lnTo>
                  <a:pt x="317837" y="248370"/>
                </a:lnTo>
                <a:lnTo>
                  <a:pt x="323616" y="205355"/>
                </a:lnTo>
                <a:lnTo>
                  <a:pt x="323616" y="0"/>
                </a:lnTo>
              </a:path>
              <a:path w="323850" h="367665">
                <a:moveTo>
                  <a:pt x="0" y="0"/>
                </a:moveTo>
                <a:lnTo>
                  <a:pt x="0" y="205355"/>
                </a:lnTo>
                <a:lnTo>
                  <a:pt x="5778" y="248370"/>
                </a:lnTo>
                <a:lnTo>
                  <a:pt x="22085" y="287022"/>
                </a:lnTo>
                <a:lnTo>
                  <a:pt x="47378" y="319771"/>
                </a:lnTo>
                <a:lnTo>
                  <a:pt x="80116" y="345073"/>
                </a:lnTo>
                <a:lnTo>
                  <a:pt x="118756" y="361386"/>
                </a:lnTo>
                <a:lnTo>
                  <a:pt x="161756" y="367166"/>
                </a:lnTo>
              </a:path>
            </a:pathLst>
          </a:custGeom>
          <a:ln w="23510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145364" y="2885271"/>
            <a:ext cx="325755" cy="1006475"/>
          </a:xfrm>
          <a:custGeom>
            <a:avLst/>
            <a:gdLst/>
            <a:ahLst/>
            <a:cxnLst/>
            <a:rect l="l" t="t" r="r" b="b"/>
            <a:pathLst>
              <a:path w="325754" h="1006475">
                <a:moveTo>
                  <a:pt x="162786" y="1006087"/>
                </a:moveTo>
                <a:lnTo>
                  <a:pt x="206062" y="1000271"/>
                </a:lnTo>
                <a:lnTo>
                  <a:pt x="244949" y="983856"/>
                </a:lnTo>
                <a:lnTo>
                  <a:pt x="277895" y="958394"/>
                </a:lnTo>
                <a:lnTo>
                  <a:pt x="303348" y="925437"/>
                </a:lnTo>
                <a:lnTo>
                  <a:pt x="319758" y="886538"/>
                </a:lnTo>
                <a:lnTo>
                  <a:pt x="325572" y="843247"/>
                </a:lnTo>
                <a:lnTo>
                  <a:pt x="325572" y="162840"/>
                </a:lnTo>
                <a:lnTo>
                  <a:pt x="319758" y="119549"/>
                </a:lnTo>
                <a:lnTo>
                  <a:pt x="303348" y="80649"/>
                </a:lnTo>
                <a:lnTo>
                  <a:pt x="277895" y="47693"/>
                </a:lnTo>
                <a:lnTo>
                  <a:pt x="244949" y="22231"/>
                </a:lnTo>
                <a:lnTo>
                  <a:pt x="206062" y="5816"/>
                </a:lnTo>
                <a:lnTo>
                  <a:pt x="162786" y="0"/>
                </a:lnTo>
                <a:lnTo>
                  <a:pt x="119509" y="5816"/>
                </a:lnTo>
                <a:lnTo>
                  <a:pt x="80623" y="22231"/>
                </a:lnTo>
                <a:lnTo>
                  <a:pt x="47677" y="47693"/>
                </a:lnTo>
                <a:lnTo>
                  <a:pt x="22224" y="80649"/>
                </a:lnTo>
                <a:lnTo>
                  <a:pt x="5814" y="119549"/>
                </a:lnTo>
                <a:lnTo>
                  <a:pt x="0" y="162840"/>
                </a:lnTo>
                <a:lnTo>
                  <a:pt x="0" y="843247"/>
                </a:lnTo>
                <a:lnTo>
                  <a:pt x="5814" y="886538"/>
                </a:lnTo>
                <a:lnTo>
                  <a:pt x="22224" y="925437"/>
                </a:lnTo>
                <a:lnTo>
                  <a:pt x="47677" y="958394"/>
                </a:lnTo>
                <a:lnTo>
                  <a:pt x="80623" y="983856"/>
                </a:lnTo>
                <a:lnTo>
                  <a:pt x="119509" y="1000271"/>
                </a:lnTo>
                <a:lnTo>
                  <a:pt x="162786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145363" y="1489850"/>
            <a:ext cx="325755" cy="1005840"/>
          </a:xfrm>
          <a:custGeom>
            <a:avLst/>
            <a:gdLst/>
            <a:ahLst/>
            <a:cxnLst/>
            <a:rect l="l" t="t" r="r" b="b"/>
            <a:pathLst>
              <a:path w="325754" h="1005839">
                <a:moveTo>
                  <a:pt x="162786" y="1005778"/>
                </a:moveTo>
                <a:lnTo>
                  <a:pt x="206062" y="999962"/>
                </a:lnTo>
                <a:lnTo>
                  <a:pt x="244949" y="983547"/>
                </a:lnTo>
                <a:lnTo>
                  <a:pt x="277895" y="958085"/>
                </a:lnTo>
                <a:lnTo>
                  <a:pt x="303348" y="925128"/>
                </a:lnTo>
                <a:lnTo>
                  <a:pt x="319758" y="886229"/>
                </a:lnTo>
                <a:lnTo>
                  <a:pt x="325572" y="842938"/>
                </a:lnTo>
                <a:lnTo>
                  <a:pt x="325572" y="842629"/>
                </a:lnTo>
                <a:lnTo>
                  <a:pt x="325572" y="162840"/>
                </a:lnTo>
                <a:lnTo>
                  <a:pt x="319758" y="119549"/>
                </a:lnTo>
                <a:lnTo>
                  <a:pt x="303348" y="80649"/>
                </a:lnTo>
                <a:lnTo>
                  <a:pt x="277895" y="47693"/>
                </a:lnTo>
                <a:lnTo>
                  <a:pt x="244949" y="22231"/>
                </a:lnTo>
                <a:lnTo>
                  <a:pt x="206062" y="5816"/>
                </a:lnTo>
                <a:lnTo>
                  <a:pt x="162786" y="0"/>
                </a:lnTo>
                <a:lnTo>
                  <a:pt x="119509" y="5816"/>
                </a:lnTo>
                <a:lnTo>
                  <a:pt x="80623" y="22231"/>
                </a:lnTo>
                <a:lnTo>
                  <a:pt x="47677" y="47693"/>
                </a:lnTo>
                <a:lnTo>
                  <a:pt x="22224" y="80649"/>
                </a:lnTo>
                <a:lnTo>
                  <a:pt x="5814" y="119549"/>
                </a:lnTo>
                <a:lnTo>
                  <a:pt x="0" y="162840"/>
                </a:lnTo>
                <a:lnTo>
                  <a:pt x="0" y="842629"/>
                </a:lnTo>
                <a:lnTo>
                  <a:pt x="5814" y="885920"/>
                </a:lnTo>
                <a:lnTo>
                  <a:pt x="22224" y="924819"/>
                </a:lnTo>
                <a:lnTo>
                  <a:pt x="47677" y="957776"/>
                </a:lnTo>
                <a:lnTo>
                  <a:pt x="80623" y="983238"/>
                </a:lnTo>
                <a:lnTo>
                  <a:pt x="119509" y="999653"/>
                </a:lnTo>
                <a:lnTo>
                  <a:pt x="162786" y="1005469"/>
                </a:lnTo>
                <a:lnTo>
                  <a:pt x="162786" y="1005778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744201" y="3550229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5984"/>
                </a:moveTo>
                <a:lnTo>
                  <a:pt x="204759" y="1000233"/>
                </a:lnTo>
                <a:lnTo>
                  <a:pt x="243409" y="983946"/>
                </a:lnTo>
                <a:lnTo>
                  <a:pt x="276162" y="958664"/>
                </a:lnTo>
                <a:lnTo>
                  <a:pt x="301476" y="925931"/>
                </a:lnTo>
                <a:lnTo>
                  <a:pt x="317808" y="887288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174"/>
                </a:lnTo>
                <a:lnTo>
                  <a:pt x="5778" y="887188"/>
                </a:lnTo>
                <a:lnTo>
                  <a:pt x="22085" y="925841"/>
                </a:lnTo>
                <a:lnTo>
                  <a:pt x="47378" y="958590"/>
                </a:lnTo>
                <a:lnTo>
                  <a:pt x="80116" y="983891"/>
                </a:lnTo>
                <a:lnTo>
                  <a:pt x="118756" y="1000204"/>
                </a:lnTo>
                <a:lnTo>
                  <a:pt x="161756" y="1005984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744200" y="756605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6293"/>
                </a:moveTo>
                <a:lnTo>
                  <a:pt x="204749" y="1000519"/>
                </a:lnTo>
                <a:lnTo>
                  <a:pt x="243388" y="984223"/>
                </a:lnTo>
                <a:lnTo>
                  <a:pt x="276135" y="958942"/>
                </a:lnTo>
                <a:lnTo>
                  <a:pt x="301449" y="926217"/>
                </a:lnTo>
                <a:lnTo>
                  <a:pt x="317789" y="887585"/>
                </a:lnTo>
                <a:lnTo>
                  <a:pt x="323616" y="844586"/>
                </a:lnTo>
                <a:lnTo>
                  <a:pt x="323616" y="162222"/>
                </a:lnTo>
                <a:lnTo>
                  <a:pt x="317918" y="119168"/>
                </a:lnTo>
                <a:lnTo>
                  <a:pt x="301675" y="80460"/>
                </a:lnTo>
                <a:lnTo>
                  <a:pt x="276429" y="47643"/>
                </a:lnTo>
                <a:lnTo>
                  <a:pt x="243718" y="22263"/>
                </a:lnTo>
                <a:lnTo>
                  <a:pt x="205083" y="5867"/>
                </a:lnTo>
                <a:lnTo>
                  <a:pt x="162065" y="0"/>
                </a:lnTo>
                <a:lnTo>
                  <a:pt x="161756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586"/>
                </a:lnTo>
                <a:lnTo>
                  <a:pt x="5778" y="887600"/>
                </a:lnTo>
                <a:lnTo>
                  <a:pt x="22085" y="926253"/>
                </a:lnTo>
                <a:lnTo>
                  <a:pt x="47378" y="959002"/>
                </a:lnTo>
                <a:lnTo>
                  <a:pt x="80116" y="984303"/>
                </a:lnTo>
                <a:lnTo>
                  <a:pt x="118756" y="1000616"/>
                </a:lnTo>
                <a:lnTo>
                  <a:pt x="161756" y="1006396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744200" y="0"/>
            <a:ext cx="323850" cy="367665"/>
          </a:xfrm>
          <a:custGeom>
            <a:avLst/>
            <a:gdLst/>
            <a:ahLst/>
            <a:cxnLst/>
            <a:rect l="l" t="t" r="r" b="b"/>
            <a:pathLst>
              <a:path w="323850" h="367665">
                <a:moveTo>
                  <a:pt x="161756" y="367168"/>
                </a:moveTo>
                <a:lnTo>
                  <a:pt x="204759" y="361417"/>
                </a:lnTo>
                <a:lnTo>
                  <a:pt x="243409" y="345130"/>
                </a:lnTo>
                <a:lnTo>
                  <a:pt x="276162" y="319848"/>
                </a:lnTo>
                <a:lnTo>
                  <a:pt x="301476" y="287115"/>
                </a:lnTo>
                <a:lnTo>
                  <a:pt x="317808" y="248472"/>
                </a:lnTo>
                <a:lnTo>
                  <a:pt x="323616" y="205461"/>
                </a:lnTo>
                <a:lnTo>
                  <a:pt x="323616" y="0"/>
                </a:lnTo>
              </a:path>
              <a:path w="323850" h="367665">
                <a:moveTo>
                  <a:pt x="0" y="0"/>
                </a:moveTo>
                <a:lnTo>
                  <a:pt x="0" y="205358"/>
                </a:lnTo>
                <a:lnTo>
                  <a:pt x="5778" y="248372"/>
                </a:lnTo>
                <a:lnTo>
                  <a:pt x="22085" y="287025"/>
                </a:lnTo>
                <a:lnTo>
                  <a:pt x="47378" y="319774"/>
                </a:lnTo>
                <a:lnTo>
                  <a:pt x="80116" y="345075"/>
                </a:lnTo>
                <a:lnTo>
                  <a:pt x="118756" y="361388"/>
                </a:lnTo>
                <a:lnTo>
                  <a:pt x="161756" y="367168"/>
                </a:lnTo>
              </a:path>
            </a:pathLst>
          </a:custGeom>
          <a:ln w="23510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6990645" y="6326142"/>
            <a:ext cx="323850" cy="532130"/>
          </a:xfrm>
          <a:custGeom>
            <a:avLst/>
            <a:gdLst/>
            <a:ahLst/>
            <a:cxnLst/>
            <a:rect l="l" t="t" r="r" b="b"/>
            <a:pathLst>
              <a:path w="323850" h="532129">
                <a:moveTo>
                  <a:pt x="323616" y="531857"/>
                </a:move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531857"/>
                </a:lnTo>
              </a:path>
            </a:pathLst>
          </a:custGeom>
          <a:ln w="23508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6990644" y="4930412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6087"/>
                </a:moveTo>
                <a:lnTo>
                  <a:pt x="204785" y="1000304"/>
                </a:lnTo>
                <a:lnTo>
                  <a:pt x="243450" y="983981"/>
                </a:lnTo>
                <a:lnTo>
                  <a:pt x="276209" y="958664"/>
                </a:lnTo>
                <a:lnTo>
                  <a:pt x="301517" y="925895"/>
                </a:lnTo>
                <a:lnTo>
                  <a:pt x="317834" y="887217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174"/>
                </a:lnTo>
                <a:lnTo>
                  <a:pt x="5749" y="887191"/>
                </a:lnTo>
                <a:lnTo>
                  <a:pt x="22031" y="925854"/>
                </a:lnTo>
                <a:lnTo>
                  <a:pt x="47304" y="958618"/>
                </a:lnTo>
                <a:lnTo>
                  <a:pt x="80026" y="983940"/>
                </a:lnTo>
                <a:lnTo>
                  <a:pt x="118657" y="1000278"/>
                </a:lnTo>
                <a:lnTo>
                  <a:pt x="161653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8186366" y="6326143"/>
            <a:ext cx="323850" cy="532130"/>
          </a:xfrm>
          <a:custGeom>
            <a:avLst/>
            <a:gdLst/>
            <a:ahLst/>
            <a:cxnLst/>
            <a:rect l="l" t="t" r="r" b="b"/>
            <a:pathLst>
              <a:path w="323850" h="532129">
                <a:moveTo>
                  <a:pt x="323513" y="531856"/>
                </a:moveTo>
                <a:lnTo>
                  <a:pt x="323513" y="161810"/>
                </a:lnTo>
                <a:lnTo>
                  <a:pt x="317739" y="118814"/>
                </a:lnTo>
                <a:lnTo>
                  <a:pt x="301445" y="80175"/>
                </a:lnTo>
                <a:lnTo>
                  <a:pt x="276170" y="47433"/>
                </a:lnTo>
                <a:lnTo>
                  <a:pt x="243454" y="22129"/>
                </a:lnTo>
                <a:lnTo>
                  <a:pt x="204837" y="5804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531856"/>
                </a:lnTo>
              </a:path>
            </a:pathLst>
          </a:custGeom>
          <a:ln w="23508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8186365" y="4930413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087"/>
                </a:moveTo>
                <a:lnTo>
                  <a:pt x="204859" y="1000307"/>
                </a:lnTo>
                <a:lnTo>
                  <a:pt x="243499" y="983994"/>
                </a:lnTo>
                <a:lnTo>
                  <a:pt x="276237" y="958693"/>
                </a:lnTo>
                <a:lnTo>
                  <a:pt x="301530" y="925944"/>
                </a:lnTo>
                <a:lnTo>
                  <a:pt x="317837" y="887291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8785101" y="5663143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6087"/>
                </a:moveTo>
                <a:lnTo>
                  <a:pt x="204785" y="1000304"/>
                </a:lnTo>
                <a:lnTo>
                  <a:pt x="243450" y="983981"/>
                </a:lnTo>
                <a:lnTo>
                  <a:pt x="276209" y="958664"/>
                </a:lnTo>
                <a:lnTo>
                  <a:pt x="301517" y="925895"/>
                </a:lnTo>
                <a:lnTo>
                  <a:pt x="317834" y="887217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10" y="118789"/>
                </a:lnTo>
                <a:lnTo>
                  <a:pt x="301481" y="80134"/>
                </a:lnTo>
                <a:lnTo>
                  <a:pt x="276170" y="47386"/>
                </a:lnTo>
                <a:lnTo>
                  <a:pt x="243418" y="22088"/>
                </a:lnTo>
                <a:lnTo>
                  <a:pt x="204767" y="5778"/>
                </a:lnTo>
                <a:lnTo>
                  <a:pt x="161756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174"/>
                </a:lnTo>
                <a:lnTo>
                  <a:pt x="5749" y="887191"/>
                </a:lnTo>
                <a:lnTo>
                  <a:pt x="22031" y="925854"/>
                </a:lnTo>
                <a:lnTo>
                  <a:pt x="47304" y="958618"/>
                </a:lnTo>
                <a:lnTo>
                  <a:pt x="80026" y="983940"/>
                </a:lnTo>
                <a:lnTo>
                  <a:pt x="118657" y="1000278"/>
                </a:lnTo>
                <a:lnTo>
                  <a:pt x="161653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9383734" y="6326144"/>
            <a:ext cx="323850" cy="532130"/>
          </a:xfrm>
          <a:custGeom>
            <a:avLst/>
            <a:gdLst/>
            <a:ahLst/>
            <a:cxnLst/>
            <a:rect l="l" t="t" r="r" b="b"/>
            <a:pathLst>
              <a:path w="323850" h="532129">
                <a:moveTo>
                  <a:pt x="323616" y="531855"/>
                </a:move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531855"/>
                </a:lnTo>
              </a:path>
            </a:pathLst>
          </a:custGeom>
          <a:ln w="23508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9383733" y="4930414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962" y="1006087"/>
                </a:moveTo>
                <a:lnTo>
                  <a:pt x="204959" y="1000278"/>
                </a:lnTo>
                <a:lnTo>
                  <a:pt x="243589" y="983940"/>
                </a:lnTo>
                <a:lnTo>
                  <a:pt x="276312" y="958618"/>
                </a:lnTo>
                <a:lnTo>
                  <a:pt x="301585" y="925854"/>
                </a:lnTo>
                <a:lnTo>
                  <a:pt x="317867" y="887191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9982675" y="5663145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756" y="1006087"/>
                </a:moveTo>
                <a:lnTo>
                  <a:pt x="204785" y="1000304"/>
                </a:lnTo>
                <a:lnTo>
                  <a:pt x="243450" y="983981"/>
                </a:lnTo>
                <a:lnTo>
                  <a:pt x="276209" y="958664"/>
                </a:lnTo>
                <a:lnTo>
                  <a:pt x="301517" y="925895"/>
                </a:lnTo>
                <a:lnTo>
                  <a:pt x="317834" y="887217"/>
                </a:lnTo>
                <a:lnTo>
                  <a:pt x="323616" y="844174"/>
                </a:lnTo>
                <a:lnTo>
                  <a:pt x="323616" y="161810"/>
                </a:lnTo>
                <a:lnTo>
                  <a:pt x="317810" y="118789"/>
                </a:lnTo>
                <a:lnTo>
                  <a:pt x="301481" y="80134"/>
                </a:lnTo>
                <a:lnTo>
                  <a:pt x="276170" y="47386"/>
                </a:lnTo>
                <a:lnTo>
                  <a:pt x="243418" y="22088"/>
                </a:lnTo>
                <a:lnTo>
                  <a:pt x="204767" y="5778"/>
                </a:lnTo>
                <a:lnTo>
                  <a:pt x="161756" y="0"/>
                </a:lnTo>
                <a:lnTo>
                  <a:pt x="118756" y="5780"/>
                </a:lnTo>
                <a:lnTo>
                  <a:pt x="80116" y="22092"/>
                </a:lnTo>
                <a:lnTo>
                  <a:pt x="47378" y="47394"/>
                </a:lnTo>
                <a:lnTo>
                  <a:pt x="22085" y="80143"/>
                </a:lnTo>
                <a:lnTo>
                  <a:pt x="5778" y="118796"/>
                </a:lnTo>
                <a:lnTo>
                  <a:pt x="0" y="161810"/>
                </a:lnTo>
                <a:lnTo>
                  <a:pt x="0" y="844174"/>
                </a:lnTo>
                <a:lnTo>
                  <a:pt x="5749" y="887191"/>
                </a:lnTo>
                <a:lnTo>
                  <a:pt x="22031" y="925854"/>
                </a:lnTo>
                <a:lnTo>
                  <a:pt x="47304" y="958618"/>
                </a:lnTo>
                <a:lnTo>
                  <a:pt x="80026" y="983940"/>
                </a:lnTo>
                <a:lnTo>
                  <a:pt x="118657" y="1000278"/>
                </a:lnTo>
                <a:lnTo>
                  <a:pt x="161653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0579455" y="6326145"/>
            <a:ext cx="323850" cy="532130"/>
          </a:xfrm>
          <a:custGeom>
            <a:avLst/>
            <a:gdLst/>
            <a:ahLst/>
            <a:cxnLst/>
            <a:rect l="l" t="t" r="r" b="b"/>
            <a:pathLst>
              <a:path w="323850" h="532129">
                <a:moveTo>
                  <a:pt x="323616" y="531854"/>
                </a:move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531854"/>
                </a:lnTo>
              </a:path>
            </a:pathLst>
          </a:custGeom>
          <a:ln w="23508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0579454" y="4930415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859" y="1006087"/>
                </a:moveTo>
                <a:lnTo>
                  <a:pt x="204859" y="1000307"/>
                </a:lnTo>
                <a:lnTo>
                  <a:pt x="243499" y="983994"/>
                </a:lnTo>
                <a:lnTo>
                  <a:pt x="276237" y="958693"/>
                </a:lnTo>
                <a:lnTo>
                  <a:pt x="301530" y="925944"/>
                </a:lnTo>
                <a:lnTo>
                  <a:pt x="317837" y="887291"/>
                </a:lnTo>
                <a:lnTo>
                  <a:pt x="323616" y="844277"/>
                </a:lnTo>
                <a:lnTo>
                  <a:pt x="323616" y="161810"/>
                </a:lnTo>
                <a:lnTo>
                  <a:pt x="317837" y="118796"/>
                </a:lnTo>
                <a:lnTo>
                  <a:pt x="301530" y="80143"/>
                </a:lnTo>
                <a:lnTo>
                  <a:pt x="276237" y="47394"/>
                </a:lnTo>
                <a:lnTo>
                  <a:pt x="243499" y="22092"/>
                </a:lnTo>
                <a:lnTo>
                  <a:pt x="204859" y="5780"/>
                </a:lnTo>
                <a:lnTo>
                  <a:pt x="161859" y="0"/>
                </a:lnTo>
                <a:lnTo>
                  <a:pt x="118856" y="5751"/>
                </a:lnTo>
                <a:lnTo>
                  <a:pt x="80206" y="22038"/>
                </a:lnTo>
                <a:lnTo>
                  <a:pt x="47453" y="47320"/>
                </a:lnTo>
                <a:lnTo>
                  <a:pt x="22139" y="80053"/>
                </a:lnTo>
                <a:lnTo>
                  <a:pt x="5807" y="118696"/>
                </a:lnTo>
                <a:lnTo>
                  <a:pt x="0" y="161707"/>
                </a:lnTo>
                <a:lnTo>
                  <a:pt x="0" y="844174"/>
                </a:lnTo>
                <a:lnTo>
                  <a:pt x="5781" y="887217"/>
                </a:lnTo>
                <a:lnTo>
                  <a:pt x="22098" y="925895"/>
                </a:lnTo>
                <a:lnTo>
                  <a:pt x="47407" y="958664"/>
                </a:lnTo>
                <a:lnTo>
                  <a:pt x="80165" y="983981"/>
                </a:lnTo>
                <a:lnTo>
                  <a:pt x="118830" y="1000304"/>
                </a:lnTo>
                <a:lnTo>
                  <a:pt x="161859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776926" y="6326146"/>
            <a:ext cx="323850" cy="532130"/>
          </a:xfrm>
          <a:custGeom>
            <a:avLst/>
            <a:gdLst/>
            <a:ahLst/>
            <a:cxnLst/>
            <a:rect l="l" t="t" r="r" b="b"/>
            <a:pathLst>
              <a:path w="323850" h="532129">
                <a:moveTo>
                  <a:pt x="323822" y="531853"/>
                </a:moveTo>
                <a:lnTo>
                  <a:pt x="323822" y="161810"/>
                </a:lnTo>
                <a:lnTo>
                  <a:pt x="318043" y="118796"/>
                </a:lnTo>
                <a:lnTo>
                  <a:pt x="301736" y="80143"/>
                </a:lnTo>
                <a:lnTo>
                  <a:pt x="276443" y="47394"/>
                </a:lnTo>
                <a:lnTo>
                  <a:pt x="243705" y="22092"/>
                </a:lnTo>
                <a:lnTo>
                  <a:pt x="205065" y="5780"/>
                </a:lnTo>
                <a:lnTo>
                  <a:pt x="162065" y="0"/>
                </a:lnTo>
                <a:lnTo>
                  <a:pt x="118955" y="5725"/>
                </a:lnTo>
                <a:lnTo>
                  <a:pt x="80294" y="21988"/>
                </a:lnTo>
                <a:lnTo>
                  <a:pt x="47524" y="47249"/>
                </a:lnTo>
                <a:lnTo>
                  <a:pt x="22189" y="79965"/>
                </a:lnTo>
                <a:lnTo>
                  <a:pt x="5832" y="118597"/>
                </a:lnTo>
                <a:lnTo>
                  <a:pt x="0" y="161604"/>
                </a:lnTo>
                <a:lnTo>
                  <a:pt x="0" y="161810"/>
                </a:lnTo>
                <a:lnTo>
                  <a:pt x="0" y="531853"/>
                </a:lnTo>
              </a:path>
            </a:pathLst>
          </a:custGeom>
          <a:ln w="23508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776926" y="4930416"/>
            <a:ext cx="323850" cy="1006475"/>
          </a:xfrm>
          <a:custGeom>
            <a:avLst/>
            <a:gdLst/>
            <a:ahLst/>
            <a:cxnLst/>
            <a:rect l="l" t="t" r="r" b="b"/>
            <a:pathLst>
              <a:path w="323850" h="1006475">
                <a:moveTo>
                  <a:pt x="161962" y="1006087"/>
                </a:moveTo>
                <a:lnTo>
                  <a:pt x="204991" y="1000304"/>
                </a:lnTo>
                <a:lnTo>
                  <a:pt x="243656" y="983981"/>
                </a:lnTo>
                <a:lnTo>
                  <a:pt x="276415" y="958664"/>
                </a:lnTo>
                <a:lnTo>
                  <a:pt x="301723" y="925895"/>
                </a:lnTo>
                <a:lnTo>
                  <a:pt x="318040" y="887217"/>
                </a:lnTo>
                <a:lnTo>
                  <a:pt x="323822" y="844174"/>
                </a:lnTo>
                <a:lnTo>
                  <a:pt x="323822" y="161810"/>
                </a:lnTo>
                <a:lnTo>
                  <a:pt x="318043" y="118796"/>
                </a:lnTo>
                <a:lnTo>
                  <a:pt x="301736" y="80143"/>
                </a:lnTo>
                <a:lnTo>
                  <a:pt x="276443" y="47394"/>
                </a:lnTo>
                <a:lnTo>
                  <a:pt x="243705" y="22092"/>
                </a:lnTo>
                <a:lnTo>
                  <a:pt x="205065" y="5780"/>
                </a:lnTo>
                <a:lnTo>
                  <a:pt x="162065" y="0"/>
                </a:lnTo>
                <a:lnTo>
                  <a:pt x="118955" y="5725"/>
                </a:lnTo>
                <a:lnTo>
                  <a:pt x="80294" y="21988"/>
                </a:lnTo>
                <a:lnTo>
                  <a:pt x="47524" y="47249"/>
                </a:lnTo>
                <a:lnTo>
                  <a:pt x="22189" y="79965"/>
                </a:lnTo>
                <a:lnTo>
                  <a:pt x="5832" y="118597"/>
                </a:lnTo>
                <a:lnTo>
                  <a:pt x="0" y="161604"/>
                </a:lnTo>
                <a:lnTo>
                  <a:pt x="0" y="161810"/>
                </a:lnTo>
                <a:lnTo>
                  <a:pt x="0" y="844174"/>
                </a:lnTo>
                <a:lnTo>
                  <a:pt x="5749" y="887191"/>
                </a:lnTo>
                <a:lnTo>
                  <a:pt x="22031" y="925854"/>
                </a:lnTo>
                <a:lnTo>
                  <a:pt x="47304" y="958618"/>
                </a:lnTo>
                <a:lnTo>
                  <a:pt x="80026" y="983940"/>
                </a:lnTo>
                <a:lnTo>
                  <a:pt x="118657" y="1000278"/>
                </a:lnTo>
                <a:lnTo>
                  <a:pt x="161653" y="1006087"/>
                </a:lnTo>
                <a:lnTo>
                  <a:pt x="161962" y="1006087"/>
                </a:lnTo>
                <a:close/>
              </a:path>
            </a:pathLst>
          </a:custGeom>
          <a:ln w="23507">
            <a:solidFill>
              <a:srgbClr val="055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5180" y="2542201"/>
            <a:ext cx="3641638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617" y="2129717"/>
            <a:ext cx="11328765" cy="269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48725" y="6349572"/>
            <a:ext cx="25336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F91F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hyperlink" Target="https://b24-chgpdh.bitrix24.si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11" Type="http://schemas.openxmlformats.org/officeDocument/2006/relationships/image" Target="../media/image3.png"/><Relationship Id="rId5" Type="http://schemas.openxmlformats.org/officeDocument/2006/relationships/image" Target="../media/image62.png"/><Relationship Id="rId10" Type="http://schemas.openxmlformats.org/officeDocument/2006/relationships/image" Target="../media/image2.png"/><Relationship Id="rId4" Type="http://schemas.openxmlformats.org/officeDocument/2006/relationships/image" Target="../media/image61.png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5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5" Type="http://schemas.openxmlformats.org/officeDocument/2006/relationships/image" Target="../media/image102.jpg"/><Relationship Id="rId4" Type="http://schemas.openxmlformats.org/officeDocument/2006/relationships/image" Target="../media/image10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jpg"/><Relationship Id="rId4" Type="http://schemas.openxmlformats.org/officeDocument/2006/relationships/hyperlink" Target="https://habrahabr.ru/company/croc/blog/143877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9982200" cy="1107996"/>
          </a:xfrm>
        </p:spPr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Примеры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направлений  управления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ИТ-инфраструктурой</a:t>
            </a:r>
            <a:br>
              <a:rPr lang="ru-RU" dirty="0">
                <a:solidFill>
                  <a:schemeClr val="accent5">
                    <a:lumMod val="50000"/>
                  </a:schemeClr>
                </a:solidFill>
              </a:rPr>
            </a:b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0" y="5410200"/>
            <a:ext cx="2844982" cy="246221"/>
          </a:xfrm>
        </p:spPr>
        <p:txBody>
          <a:bodyPr/>
          <a:lstStyle/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Лекция 16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043609"/>
            <a:ext cx="8229600" cy="484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3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516" y="6156398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F91FB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55964" y="6034278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5676" y="2272283"/>
            <a:ext cx="2121535" cy="559435"/>
          </a:xfrm>
          <a:custGeom>
            <a:avLst/>
            <a:gdLst/>
            <a:ahLst/>
            <a:cxnLst/>
            <a:rect l="l" t="t" r="r" b="b"/>
            <a:pathLst>
              <a:path w="2121535" h="559435">
                <a:moveTo>
                  <a:pt x="1841754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1841754" y="559308"/>
                </a:lnTo>
                <a:lnTo>
                  <a:pt x="2121408" y="279654"/>
                </a:lnTo>
                <a:lnTo>
                  <a:pt x="1841754" y="0"/>
                </a:lnTo>
                <a:close/>
              </a:path>
            </a:pathLst>
          </a:custGeom>
          <a:solidFill>
            <a:srgbClr val="0F9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8945" y="2438787"/>
            <a:ext cx="1354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ПЛАНИРОВАНИЕ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75204" y="2272283"/>
            <a:ext cx="2120265" cy="559435"/>
          </a:xfrm>
          <a:custGeom>
            <a:avLst/>
            <a:gdLst/>
            <a:ahLst/>
            <a:cxnLst/>
            <a:rect l="l" t="t" r="r" b="b"/>
            <a:pathLst>
              <a:path w="2120265" h="559435">
                <a:moveTo>
                  <a:pt x="1840230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1840230" y="559308"/>
                </a:lnTo>
                <a:lnTo>
                  <a:pt x="2119884" y="279654"/>
                </a:lnTo>
                <a:lnTo>
                  <a:pt x="1840230" y="0"/>
                </a:lnTo>
                <a:close/>
              </a:path>
            </a:pathLst>
          </a:custGeom>
          <a:solidFill>
            <a:srgbClr val="ABE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78868" y="2438787"/>
            <a:ext cx="1511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ПРОЕКТИРОВАНИЕ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1203" y="2272283"/>
            <a:ext cx="2120265" cy="559435"/>
          </a:xfrm>
          <a:custGeom>
            <a:avLst/>
            <a:gdLst/>
            <a:ahLst/>
            <a:cxnLst/>
            <a:rect l="l" t="t" r="r" b="b"/>
            <a:pathLst>
              <a:path w="2120265" h="559435">
                <a:moveTo>
                  <a:pt x="1840230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1840230" y="559308"/>
                </a:lnTo>
                <a:lnTo>
                  <a:pt x="2119884" y="279654"/>
                </a:lnTo>
                <a:lnTo>
                  <a:pt x="1840230" y="0"/>
                </a:lnTo>
                <a:close/>
              </a:path>
            </a:pathLst>
          </a:custGeom>
          <a:solidFill>
            <a:srgbClr val="9C9C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43455" y="2438786"/>
            <a:ext cx="955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Arial"/>
                <a:cs typeface="Arial"/>
              </a:rPr>
              <a:t>В</a:t>
            </a:r>
            <a:r>
              <a:rPr sz="1200" b="1" spc="55" dirty="0">
                <a:latin typeface="Arial"/>
                <a:cs typeface="Arial"/>
              </a:rPr>
              <a:t>Н</a:t>
            </a:r>
            <a:r>
              <a:rPr sz="1200" b="1" spc="-35" dirty="0">
                <a:latin typeface="Arial"/>
                <a:cs typeface="Arial"/>
              </a:rPr>
              <a:t>Е</a:t>
            </a:r>
            <a:r>
              <a:rPr sz="1200" b="1" spc="-40" dirty="0">
                <a:latin typeface="Arial"/>
                <a:cs typeface="Arial"/>
              </a:rPr>
              <a:t>Д</a:t>
            </a:r>
            <a:r>
              <a:rPr sz="1200" b="1" spc="-50" dirty="0">
                <a:latin typeface="Arial"/>
                <a:cs typeface="Arial"/>
              </a:rPr>
              <a:t>Р</a:t>
            </a:r>
            <a:r>
              <a:rPr sz="1200" b="1" spc="-40" dirty="0">
                <a:latin typeface="Arial"/>
                <a:cs typeface="Arial"/>
              </a:rPr>
              <a:t>Е</a:t>
            </a:r>
            <a:r>
              <a:rPr sz="1200" b="1" spc="-35" dirty="0">
                <a:latin typeface="Arial"/>
                <a:cs typeface="Arial"/>
              </a:rPr>
              <a:t>Н</a:t>
            </a:r>
            <a:r>
              <a:rPr sz="1200" b="1" spc="120" dirty="0">
                <a:latin typeface="Arial"/>
                <a:cs typeface="Arial"/>
              </a:rPr>
              <a:t>И</a:t>
            </a:r>
            <a:r>
              <a:rPr sz="1200" b="1" spc="-130" dirty="0">
                <a:latin typeface="Arial"/>
                <a:cs typeface="Arial"/>
              </a:rPr>
              <a:t>Е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42631" y="2272283"/>
            <a:ext cx="2121535" cy="559435"/>
          </a:xfrm>
          <a:custGeom>
            <a:avLst/>
            <a:gdLst/>
            <a:ahLst/>
            <a:cxnLst/>
            <a:rect l="l" t="t" r="r" b="b"/>
            <a:pathLst>
              <a:path w="2121534" h="559435">
                <a:moveTo>
                  <a:pt x="1841754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1841754" y="559308"/>
                </a:lnTo>
                <a:lnTo>
                  <a:pt x="2121408" y="279654"/>
                </a:lnTo>
                <a:lnTo>
                  <a:pt x="1841754" y="0"/>
                </a:lnTo>
                <a:close/>
              </a:path>
            </a:pathLst>
          </a:custGeom>
          <a:solidFill>
            <a:srgbClr val="96F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53366" y="2438787"/>
            <a:ext cx="1298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ЭКСПЛУАТАЦИЯ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624059" y="2272283"/>
            <a:ext cx="2121535" cy="559435"/>
          </a:xfrm>
          <a:custGeom>
            <a:avLst/>
            <a:gdLst/>
            <a:ahLst/>
            <a:cxnLst/>
            <a:rect l="l" t="t" r="r" b="b"/>
            <a:pathLst>
              <a:path w="2121534" h="559435">
                <a:moveTo>
                  <a:pt x="1841754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1841754" y="559308"/>
                </a:lnTo>
                <a:lnTo>
                  <a:pt x="2121408" y="279654"/>
                </a:lnTo>
                <a:lnTo>
                  <a:pt x="1841754" y="0"/>
                </a:lnTo>
                <a:close/>
              </a:path>
            </a:pathLst>
          </a:custGeom>
          <a:solidFill>
            <a:srgbClr val="D9FF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038600" y="2438787"/>
            <a:ext cx="1292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0" dirty="0">
                <a:latin typeface="Arial"/>
                <a:cs typeface="Arial"/>
              </a:rPr>
              <a:t>ОПТИМИЗАЦИЯ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43393" y="3146300"/>
            <a:ext cx="2121535" cy="795655"/>
          </a:xfrm>
          <a:custGeom>
            <a:avLst/>
            <a:gdLst/>
            <a:ahLst/>
            <a:cxnLst/>
            <a:rect l="l" t="t" r="r" b="b"/>
            <a:pathLst>
              <a:path w="2121534" h="795654">
                <a:moveTo>
                  <a:pt x="0" y="132587"/>
                </a:moveTo>
                <a:lnTo>
                  <a:pt x="6759" y="90679"/>
                </a:lnTo>
                <a:lnTo>
                  <a:pt x="25581" y="54282"/>
                </a:lnTo>
                <a:lnTo>
                  <a:pt x="54282" y="25581"/>
                </a:lnTo>
                <a:lnTo>
                  <a:pt x="90679" y="6759"/>
                </a:lnTo>
                <a:lnTo>
                  <a:pt x="132588" y="0"/>
                </a:lnTo>
                <a:lnTo>
                  <a:pt x="1988820" y="0"/>
                </a:lnTo>
                <a:lnTo>
                  <a:pt x="2030728" y="6759"/>
                </a:lnTo>
                <a:lnTo>
                  <a:pt x="2067125" y="25581"/>
                </a:lnTo>
                <a:lnTo>
                  <a:pt x="2095826" y="54282"/>
                </a:lnTo>
                <a:lnTo>
                  <a:pt x="2114648" y="90679"/>
                </a:lnTo>
                <a:lnTo>
                  <a:pt x="2121408" y="132587"/>
                </a:lnTo>
                <a:lnTo>
                  <a:pt x="2121408" y="662940"/>
                </a:lnTo>
                <a:lnTo>
                  <a:pt x="2114648" y="704848"/>
                </a:lnTo>
                <a:lnTo>
                  <a:pt x="2095826" y="741245"/>
                </a:lnTo>
                <a:lnTo>
                  <a:pt x="2067125" y="769946"/>
                </a:lnTo>
                <a:lnTo>
                  <a:pt x="2030728" y="788768"/>
                </a:lnTo>
                <a:lnTo>
                  <a:pt x="1988820" y="795528"/>
                </a:lnTo>
                <a:lnTo>
                  <a:pt x="132588" y="795528"/>
                </a:lnTo>
                <a:lnTo>
                  <a:pt x="90679" y="788768"/>
                </a:lnTo>
                <a:lnTo>
                  <a:pt x="54282" y="769946"/>
                </a:lnTo>
                <a:lnTo>
                  <a:pt x="25581" y="741245"/>
                </a:lnTo>
                <a:lnTo>
                  <a:pt x="6759" y="704848"/>
                </a:lnTo>
                <a:lnTo>
                  <a:pt x="0" y="662940"/>
                </a:lnTo>
                <a:lnTo>
                  <a:pt x="0" y="132587"/>
                </a:lnTo>
                <a:close/>
              </a:path>
            </a:pathLst>
          </a:custGeom>
          <a:ln w="38100">
            <a:solidFill>
              <a:srgbClr val="96FA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66584" y="3154116"/>
            <a:ext cx="12744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3815" algn="just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latin typeface="Lucida Sans Unicode"/>
                <a:cs typeface="Lucida Sans Unicode"/>
              </a:rPr>
              <a:t>Реактивная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70" dirty="0">
                <a:latin typeface="Lucida Sans Unicode"/>
                <a:cs typeface="Lucida Sans Unicode"/>
              </a:rPr>
              <a:t>х</a:t>
            </a:r>
            <a:r>
              <a:rPr sz="1600" spc="-65" dirty="0">
                <a:latin typeface="Lucida Sans Unicode"/>
                <a:cs typeface="Lucida Sans Unicode"/>
              </a:rPr>
              <a:t>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145" dirty="0">
                <a:latin typeface="Lucida Sans Unicode"/>
                <a:cs typeface="Lucida Sans Unicode"/>
              </a:rPr>
              <a:t>ч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10" dirty="0">
                <a:latin typeface="Lucida Sans Unicode"/>
                <a:cs typeface="Lucida Sans Unicode"/>
              </a:rPr>
              <a:t>к</a:t>
            </a:r>
            <a:r>
              <a:rPr sz="1600" spc="-5" dirty="0">
                <a:latin typeface="Lucida Sans Unicode"/>
                <a:cs typeface="Lucida Sans Unicode"/>
              </a:rPr>
              <a:t>а</a:t>
            </a:r>
            <a:r>
              <a:rPr sz="1600" spc="55" dirty="0">
                <a:latin typeface="Lucida Sans Unicode"/>
                <a:cs typeface="Lucida Sans Unicode"/>
              </a:rPr>
              <a:t>я  </a:t>
            </a:r>
            <a:r>
              <a:rPr sz="1600" spc="-40" dirty="0">
                <a:latin typeface="Lucida Sans Unicode"/>
                <a:cs typeface="Lucida Sans Unicode"/>
              </a:rPr>
              <a:t>поддержка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4343" y="5035296"/>
            <a:ext cx="4440935" cy="83362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837137" y="5306200"/>
            <a:ext cx="3414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Lucida Sans Unicode"/>
                <a:cs typeface="Lucida Sans Unicode"/>
              </a:rPr>
              <a:t>П</a:t>
            </a:r>
            <a:r>
              <a:rPr sz="1600" spc="-30" dirty="0">
                <a:latin typeface="Lucida Sans Unicode"/>
                <a:cs typeface="Lucida Sans Unicode"/>
              </a:rPr>
              <a:t>ро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30" dirty="0">
                <a:latin typeface="Lucida Sans Unicode"/>
                <a:cs typeface="Lucida Sans Unicode"/>
              </a:rPr>
              <a:t>кт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70" dirty="0">
                <a:latin typeface="Lucida Sans Unicode"/>
                <a:cs typeface="Lucida Sans Unicode"/>
              </a:rPr>
              <a:t>ы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50" dirty="0">
                <a:latin typeface="Lucida Sans Unicode"/>
                <a:cs typeface="Lucida Sans Unicode"/>
              </a:rPr>
              <a:t> услуг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80" dirty="0">
                <a:latin typeface="Lucida Sans Unicode"/>
                <a:cs typeface="Lucida Sans Unicode"/>
              </a:rPr>
              <a:t>,</a:t>
            </a:r>
            <a:r>
              <a:rPr sz="1600" spc="-12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5" dirty="0">
                <a:latin typeface="Lucida Sans Unicode"/>
                <a:cs typeface="Lucida Sans Unicode"/>
              </a:rPr>
              <a:t>р</a:t>
            </a:r>
            <a:r>
              <a:rPr sz="1600" dirty="0">
                <a:latin typeface="Lucida Sans Unicode"/>
                <a:cs typeface="Lucida Sans Unicode"/>
              </a:rPr>
              <a:t>и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-100" dirty="0">
                <a:latin typeface="Lucida Sans Unicode"/>
                <a:cs typeface="Lucida Sans Unicode"/>
              </a:rPr>
              <a:t>г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013" y="4098800"/>
            <a:ext cx="2121535" cy="795655"/>
          </a:xfrm>
          <a:custGeom>
            <a:avLst/>
            <a:gdLst/>
            <a:ahLst/>
            <a:cxnLst/>
            <a:rect l="l" t="t" r="r" b="b"/>
            <a:pathLst>
              <a:path w="2121535" h="795654">
                <a:moveTo>
                  <a:pt x="0" y="132587"/>
                </a:moveTo>
                <a:lnTo>
                  <a:pt x="6759" y="90679"/>
                </a:lnTo>
                <a:lnTo>
                  <a:pt x="25581" y="54282"/>
                </a:lnTo>
                <a:lnTo>
                  <a:pt x="54282" y="25581"/>
                </a:lnTo>
                <a:lnTo>
                  <a:pt x="90679" y="6759"/>
                </a:lnTo>
                <a:lnTo>
                  <a:pt x="132588" y="0"/>
                </a:lnTo>
                <a:lnTo>
                  <a:pt x="1988820" y="0"/>
                </a:lnTo>
                <a:lnTo>
                  <a:pt x="2030728" y="6759"/>
                </a:lnTo>
                <a:lnTo>
                  <a:pt x="2067125" y="25581"/>
                </a:lnTo>
                <a:lnTo>
                  <a:pt x="2095826" y="54282"/>
                </a:lnTo>
                <a:lnTo>
                  <a:pt x="2114648" y="90679"/>
                </a:lnTo>
                <a:lnTo>
                  <a:pt x="2121408" y="132587"/>
                </a:lnTo>
                <a:lnTo>
                  <a:pt x="2121408" y="662940"/>
                </a:lnTo>
                <a:lnTo>
                  <a:pt x="2114648" y="704848"/>
                </a:lnTo>
                <a:lnTo>
                  <a:pt x="2095826" y="741245"/>
                </a:lnTo>
                <a:lnTo>
                  <a:pt x="2067125" y="769946"/>
                </a:lnTo>
                <a:lnTo>
                  <a:pt x="2030728" y="788768"/>
                </a:lnTo>
                <a:lnTo>
                  <a:pt x="1988820" y="795528"/>
                </a:lnTo>
                <a:lnTo>
                  <a:pt x="132588" y="795528"/>
                </a:lnTo>
                <a:lnTo>
                  <a:pt x="90679" y="788768"/>
                </a:lnTo>
                <a:lnTo>
                  <a:pt x="54282" y="769946"/>
                </a:lnTo>
                <a:lnTo>
                  <a:pt x="25581" y="741245"/>
                </a:lnTo>
                <a:lnTo>
                  <a:pt x="6759" y="704848"/>
                </a:lnTo>
                <a:lnTo>
                  <a:pt x="0" y="662940"/>
                </a:lnTo>
                <a:lnTo>
                  <a:pt x="0" y="132587"/>
                </a:lnTo>
                <a:close/>
              </a:path>
            </a:pathLst>
          </a:custGeom>
          <a:ln w="38100">
            <a:solidFill>
              <a:srgbClr val="0F91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12189" y="4228533"/>
            <a:ext cx="16833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9115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latin typeface="Lucida Sans Unicode"/>
                <a:cs typeface="Lucida Sans Unicode"/>
              </a:rPr>
              <a:t>Аудит </a:t>
            </a:r>
            <a:r>
              <a:rPr sz="1600" spc="-50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55" dirty="0">
                <a:latin typeface="Lucida Sans Unicode"/>
                <a:cs typeface="Lucida Sans Unicode"/>
              </a:rPr>
              <a:t>н</a:t>
            </a:r>
            <a:r>
              <a:rPr sz="1600" spc="-80" dirty="0">
                <a:latin typeface="Lucida Sans Unicode"/>
                <a:cs typeface="Lucida Sans Unicode"/>
              </a:rPr>
              <a:t>ф</a:t>
            </a:r>
            <a:r>
              <a:rPr sz="1600" spc="-10" dirty="0">
                <a:latin typeface="Lucida Sans Unicode"/>
                <a:cs typeface="Lucida Sans Unicode"/>
              </a:rPr>
              <a:t>ра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ру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ур</a:t>
            </a:r>
            <a:r>
              <a:rPr sz="1600" spc="80" dirty="0">
                <a:latin typeface="Lucida Sans Unicode"/>
                <a:cs typeface="Lucida Sans Unicode"/>
              </a:rPr>
              <a:t>ы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907008" y="2272283"/>
            <a:ext cx="285115" cy="559435"/>
          </a:xfrm>
          <a:custGeom>
            <a:avLst/>
            <a:gdLst/>
            <a:ahLst/>
            <a:cxnLst/>
            <a:rect l="l" t="t" r="r" b="b"/>
            <a:pathLst>
              <a:path w="285115" h="559435">
                <a:moveTo>
                  <a:pt x="285000" y="0"/>
                </a:moveTo>
                <a:lnTo>
                  <a:pt x="0" y="0"/>
                </a:lnTo>
                <a:lnTo>
                  <a:pt x="279654" y="279654"/>
                </a:lnTo>
                <a:lnTo>
                  <a:pt x="0" y="559308"/>
                </a:lnTo>
                <a:lnTo>
                  <a:pt x="285000" y="559308"/>
                </a:lnTo>
                <a:lnTo>
                  <a:pt x="285000" y="0"/>
                </a:lnTo>
                <a:close/>
              </a:path>
            </a:pathLst>
          </a:custGeom>
          <a:solidFill>
            <a:srgbClr val="0F9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61965" y="3146300"/>
            <a:ext cx="2120265" cy="795655"/>
          </a:xfrm>
          <a:custGeom>
            <a:avLst/>
            <a:gdLst/>
            <a:ahLst/>
            <a:cxnLst/>
            <a:rect l="l" t="t" r="r" b="b"/>
            <a:pathLst>
              <a:path w="2120265" h="795654">
                <a:moveTo>
                  <a:pt x="0" y="132587"/>
                </a:moveTo>
                <a:lnTo>
                  <a:pt x="6759" y="90679"/>
                </a:lnTo>
                <a:lnTo>
                  <a:pt x="25581" y="54282"/>
                </a:lnTo>
                <a:lnTo>
                  <a:pt x="54282" y="25581"/>
                </a:lnTo>
                <a:lnTo>
                  <a:pt x="90679" y="6759"/>
                </a:lnTo>
                <a:lnTo>
                  <a:pt x="132588" y="0"/>
                </a:lnTo>
                <a:lnTo>
                  <a:pt x="1987295" y="0"/>
                </a:lnTo>
                <a:lnTo>
                  <a:pt x="2029204" y="6759"/>
                </a:lnTo>
                <a:lnTo>
                  <a:pt x="2065601" y="25581"/>
                </a:lnTo>
                <a:lnTo>
                  <a:pt x="2094302" y="54282"/>
                </a:lnTo>
                <a:lnTo>
                  <a:pt x="2113124" y="90679"/>
                </a:lnTo>
                <a:lnTo>
                  <a:pt x="2119884" y="132587"/>
                </a:lnTo>
                <a:lnTo>
                  <a:pt x="2119884" y="662940"/>
                </a:lnTo>
                <a:lnTo>
                  <a:pt x="2113124" y="704848"/>
                </a:lnTo>
                <a:lnTo>
                  <a:pt x="2094302" y="741245"/>
                </a:lnTo>
                <a:lnTo>
                  <a:pt x="2065601" y="769946"/>
                </a:lnTo>
                <a:lnTo>
                  <a:pt x="2029204" y="788768"/>
                </a:lnTo>
                <a:lnTo>
                  <a:pt x="1987295" y="795528"/>
                </a:lnTo>
                <a:lnTo>
                  <a:pt x="132588" y="795528"/>
                </a:lnTo>
                <a:lnTo>
                  <a:pt x="90679" y="788768"/>
                </a:lnTo>
                <a:lnTo>
                  <a:pt x="54282" y="769946"/>
                </a:lnTo>
                <a:lnTo>
                  <a:pt x="25581" y="741245"/>
                </a:lnTo>
                <a:lnTo>
                  <a:pt x="6759" y="704848"/>
                </a:lnTo>
                <a:lnTo>
                  <a:pt x="0" y="662940"/>
                </a:lnTo>
                <a:lnTo>
                  <a:pt x="0" y="132587"/>
                </a:lnTo>
                <a:close/>
              </a:path>
            </a:pathLst>
          </a:custGeom>
          <a:ln w="38100">
            <a:solidFill>
              <a:srgbClr val="9C9CD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21437" y="3276036"/>
            <a:ext cx="16002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Lucida Sans Unicode"/>
                <a:cs typeface="Lucida Sans Unicode"/>
              </a:rPr>
              <a:t>Ввод </a:t>
            </a:r>
            <a:r>
              <a:rPr sz="1600" spc="25" dirty="0">
                <a:latin typeface="Lucida Sans Unicode"/>
                <a:cs typeface="Lucida Sans Unicode"/>
              </a:rPr>
              <a:t>решения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э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30" dirty="0">
                <a:latin typeface="Lucida Sans Unicode"/>
                <a:cs typeface="Lucida Sans Unicode"/>
              </a:rPr>
              <a:t>сп</a:t>
            </a:r>
            <a:r>
              <a:rPr sz="1600" spc="-15" dirty="0">
                <a:latin typeface="Lucida Sans Unicode"/>
                <a:cs typeface="Lucida Sans Unicode"/>
              </a:rPr>
              <a:t>луа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70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30" dirty="0">
                <a:latin typeface="Lucida Sans Unicode"/>
                <a:cs typeface="Lucida Sans Unicode"/>
              </a:rPr>
              <a:t>ю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638538" y="3156969"/>
            <a:ext cx="2121535" cy="794385"/>
          </a:xfrm>
          <a:custGeom>
            <a:avLst/>
            <a:gdLst/>
            <a:ahLst/>
            <a:cxnLst/>
            <a:rect l="l" t="t" r="r" b="b"/>
            <a:pathLst>
              <a:path w="2121534" h="794385">
                <a:moveTo>
                  <a:pt x="0" y="132334"/>
                </a:moveTo>
                <a:lnTo>
                  <a:pt x="6746" y="90505"/>
                </a:lnTo>
                <a:lnTo>
                  <a:pt x="25532" y="54178"/>
                </a:lnTo>
                <a:lnTo>
                  <a:pt x="54178" y="25532"/>
                </a:lnTo>
                <a:lnTo>
                  <a:pt x="90505" y="6746"/>
                </a:lnTo>
                <a:lnTo>
                  <a:pt x="132334" y="0"/>
                </a:lnTo>
                <a:lnTo>
                  <a:pt x="1989074" y="0"/>
                </a:lnTo>
                <a:lnTo>
                  <a:pt x="2030902" y="6746"/>
                </a:lnTo>
                <a:lnTo>
                  <a:pt x="2067229" y="25532"/>
                </a:lnTo>
                <a:lnTo>
                  <a:pt x="2095875" y="54178"/>
                </a:lnTo>
                <a:lnTo>
                  <a:pt x="2114661" y="90505"/>
                </a:lnTo>
                <a:lnTo>
                  <a:pt x="2121408" y="132334"/>
                </a:lnTo>
                <a:lnTo>
                  <a:pt x="2121408" y="661657"/>
                </a:lnTo>
                <a:lnTo>
                  <a:pt x="2114661" y="703487"/>
                </a:lnTo>
                <a:lnTo>
                  <a:pt x="2095875" y="739817"/>
                </a:lnTo>
                <a:lnTo>
                  <a:pt x="2067229" y="768467"/>
                </a:lnTo>
                <a:lnTo>
                  <a:pt x="2030902" y="787256"/>
                </a:lnTo>
                <a:lnTo>
                  <a:pt x="1989074" y="794004"/>
                </a:lnTo>
                <a:lnTo>
                  <a:pt x="132334" y="794004"/>
                </a:lnTo>
                <a:lnTo>
                  <a:pt x="90505" y="787256"/>
                </a:lnTo>
                <a:lnTo>
                  <a:pt x="54178" y="768467"/>
                </a:lnTo>
                <a:lnTo>
                  <a:pt x="25532" y="739817"/>
                </a:lnTo>
                <a:lnTo>
                  <a:pt x="6746" y="703487"/>
                </a:lnTo>
                <a:lnTo>
                  <a:pt x="0" y="661657"/>
                </a:lnTo>
                <a:lnTo>
                  <a:pt x="0" y="132334"/>
                </a:lnTo>
                <a:close/>
              </a:path>
            </a:pathLst>
          </a:custGeom>
          <a:ln w="38100">
            <a:solidFill>
              <a:srgbClr val="D9FF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797884" y="3285615"/>
            <a:ext cx="1801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Lucida Sans Unicode"/>
                <a:cs typeface="Lucida Sans Unicode"/>
              </a:rPr>
              <a:t>Развитие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</a:pP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2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трансформация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963" y="5035296"/>
            <a:ext cx="6726935" cy="833628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069244" y="5306200"/>
            <a:ext cx="5534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Lucida Sans Unicode"/>
                <a:cs typeface="Lucida Sans Unicode"/>
              </a:rPr>
              <a:t>Анализ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40" dirty="0">
                <a:latin typeface="Lucida Sans Unicode"/>
                <a:cs typeface="Lucida Sans Unicode"/>
              </a:rPr>
              <a:t>данных,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внедрение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баз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данных</a:t>
            </a:r>
            <a:r>
              <a:rPr sz="1600" spc="-5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веб-сервисов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2915" y="4079747"/>
            <a:ext cx="4440935" cy="833627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571778" y="4350453"/>
            <a:ext cx="3380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Lucida Sans Unicode"/>
                <a:cs typeface="Lucida Sans Unicode"/>
              </a:rPr>
              <a:t>Управление</a:t>
            </a:r>
            <a:r>
              <a:rPr sz="1600" spc="-125" dirty="0">
                <a:latin typeface="Lucida Sans Unicode"/>
                <a:cs typeface="Lucida Sans Unicode"/>
              </a:rPr>
              <a:t> </a:t>
            </a:r>
            <a:r>
              <a:rPr sz="1600" spc="-50" dirty="0">
                <a:latin typeface="Lucida Sans Unicode"/>
                <a:cs typeface="Lucida Sans Unicode"/>
              </a:rPr>
              <a:t>ИТ-инфраструктурой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3127248"/>
            <a:ext cx="4442459" cy="83362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65641" y="3397956"/>
            <a:ext cx="4057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latin typeface="Lucida Sans Unicode"/>
                <a:cs typeface="Lucida Sans Unicode"/>
              </a:rPr>
              <a:t>Подготовка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инфраструктурного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проекта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635490" y="4066797"/>
            <a:ext cx="2121535" cy="794385"/>
          </a:xfrm>
          <a:custGeom>
            <a:avLst/>
            <a:gdLst/>
            <a:ahLst/>
            <a:cxnLst/>
            <a:rect l="l" t="t" r="r" b="b"/>
            <a:pathLst>
              <a:path w="2121534" h="794385">
                <a:moveTo>
                  <a:pt x="0" y="132333"/>
                </a:moveTo>
                <a:lnTo>
                  <a:pt x="6746" y="90505"/>
                </a:lnTo>
                <a:lnTo>
                  <a:pt x="25532" y="54178"/>
                </a:lnTo>
                <a:lnTo>
                  <a:pt x="54178" y="25532"/>
                </a:lnTo>
                <a:lnTo>
                  <a:pt x="90505" y="6746"/>
                </a:lnTo>
                <a:lnTo>
                  <a:pt x="132334" y="0"/>
                </a:lnTo>
                <a:lnTo>
                  <a:pt x="1989074" y="0"/>
                </a:lnTo>
                <a:lnTo>
                  <a:pt x="2030902" y="6746"/>
                </a:lnTo>
                <a:lnTo>
                  <a:pt x="2067229" y="25532"/>
                </a:lnTo>
                <a:lnTo>
                  <a:pt x="2095875" y="54178"/>
                </a:lnTo>
                <a:lnTo>
                  <a:pt x="2114661" y="90505"/>
                </a:lnTo>
                <a:lnTo>
                  <a:pt x="2121408" y="132333"/>
                </a:lnTo>
                <a:lnTo>
                  <a:pt x="2121408" y="661657"/>
                </a:lnTo>
                <a:lnTo>
                  <a:pt x="2114661" y="703487"/>
                </a:lnTo>
                <a:lnTo>
                  <a:pt x="2095875" y="739817"/>
                </a:lnTo>
                <a:lnTo>
                  <a:pt x="2067229" y="768467"/>
                </a:lnTo>
                <a:lnTo>
                  <a:pt x="2030902" y="787256"/>
                </a:lnTo>
                <a:lnTo>
                  <a:pt x="1989074" y="794003"/>
                </a:lnTo>
                <a:lnTo>
                  <a:pt x="132334" y="794003"/>
                </a:lnTo>
                <a:lnTo>
                  <a:pt x="90505" y="787256"/>
                </a:lnTo>
                <a:lnTo>
                  <a:pt x="54178" y="768467"/>
                </a:lnTo>
                <a:lnTo>
                  <a:pt x="25532" y="739817"/>
                </a:lnTo>
                <a:lnTo>
                  <a:pt x="6746" y="703487"/>
                </a:lnTo>
                <a:lnTo>
                  <a:pt x="0" y="661657"/>
                </a:lnTo>
                <a:lnTo>
                  <a:pt x="0" y="132333"/>
                </a:lnTo>
                <a:close/>
              </a:path>
            </a:pathLst>
          </a:custGeom>
          <a:ln w="38100">
            <a:solidFill>
              <a:srgbClr val="D9FF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855082" y="4195427"/>
            <a:ext cx="16833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9115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latin typeface="Lucida Sans Unicode"/>
                <a:cs typeface="Lucida Sans Unicode"/>
              </a:rPr>
              <a:t>Аудит </a:t>
            </a:r>
            <a:r>
              <a:rPr sz="1600" spc="-50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55" dirty="0">
                <a:latin typeface="Lucida Sans Unicode"/>
                <a:cs typeface="Lucida Sans Unicode"/>
              </a:rPr>
              <a:t>н</a:t>
            </a:r>
            <a:r>
              <a:rPr sz="1600" spc="-80" dirty="0">
                <a:latin typeface="Lucida Sans Unicode"/>
                <a:cs typeface="Lucida Sans Unicode"/>
              </a:rPr>
              <a:t>ф</a:t>
            </a:r>
            <a:r>
              <a:rPr sz="1600" spc="-10" dirty="0">
                <a:latin typeface="Lucida Sans Unicode"/>
                <a:cs typeface="Lucida Sans Unicode"/>
              </a:rPr>
              <a:t>ра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ру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ур</a:t>
            </a:r>
            <a:r>
              <a:rPr sz="1600" spc="80" dirty="0">
                <a:latin typeface="Lucida Sans Unicode"/>
                <a:cs typeface="Lucida Sans Unicode"/>
              </a:rPr>
              <a:t>ы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719829" y="192030"/>
            <a:ext cx="7952105" cy="87439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490"/>
              </a:spcBef>
            </a:pPr>
            <a:r>
              <a:rPr sz="2900" b="0" spc="130" dirty="0">
                <a:solidFill>
                  <a:srgbClr val="0F91FB"/>
                </a:solidFill>
                <a:latin typeface="Tahoma"/>
                <a:cs typeface="Tahoma"/>
              </a:rPr>
              <a:t>ПОЛНЫЙ</a:t>
            </a:r>
            <a:r>
              <a:rPr sz="2900" b="0" spc="-17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65" dirty="0">
                <a:solidFill>
                  <a:srgbClr val="0F91FB"/>
                </a:solidFill>
                <a:latin typeface="Tahoma"/>
                <a:cs typeface="Tahoma"/>
              </a:rPr>
              <a:t>ЖИЗНЕННЫЙ</a:t>
            </a:r>
            <a:r>
              <a:rPr sz="2900" b="0" spc="-15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0" dirty="0">
                <a:solidFill>
                  <a:srgbClr val="0F91FB"/>
                </a:solidFill>
                <a:latin typeface="Tahoma"/>
                <a:cs typeface="Tahoma"/>
              </a:rPr>
              <a:t>ЦИКЛ</a:t>
            </a:r>
            <a:r>
              <a:rPr sz="2900" b="0" spc="-16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65" dirty="0">
                <a:solidFill>
                  <a:srgbClr val="0F91FB"/>
                </a:solidFill>
                <a:latin typeface="Tahoma"/>
                <a:cs typeface="Tahoma"/>
              </a:rPr>
              <a:t>РЕАЛИЗАЦИИ </a:t>
            </a:r>
            <a:r>
              <a:rPr sz="2900" b="0" spc="-8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4" dirty="0">
                <a:solidFill>
                  <a:srgbClr val="0F91FB"/>
                </a:solidFill>
                <a:latin typeface="Tahoma"/>
                <a:cs typeface="Tahoma"/>
              </a:rPr>
              <a:t>ИТ-ПРОЕКТОВ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9830" y="1153012"/>
            <a:ext cx="477901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20" dirty="0">
                <a:solidFill>
                  <a:srgbClr val="6BBCF5"/>
                </a:solidFill>
                <a:latin typeface="Tahoma"/>
                <a:cs typeface="Tahoma"/>
              </a:rPr>
              <a:t>К</a:t>
            </a:r>
            <a:r>
              <a:rPr sz="2650" spc="80" dirty="0">
                <a:solidFill>
                  <a:srgbClr val="6BBCF5"/>
                </a:solidFill>
                <a:latin typeface="Tahoma"/>
                <a:cs typeface="Tahoma"/>
              </a:rPr>
              <a:t>а</a:t>
            </a:r>
            <a:r>
              <a:rPr sz="2650" spc="90" dirty="0">
                <a:solidFill>
                  <a:srgbClr val="6BBCF5"/>
                </a:solidFill>
                <a:latin typeface="Tahoma"/>
                <a:cs typeface="Tahoma"/>
              </a:rPr>
              <a:t>р</a:t>
            </a:r>
            <a:r>
              <a:rPr sz="2650" spc="75" dirty="0">
                <a:solidFill>
                  <a:srgbClr val="6BBCF5"/>
                </a:solidFill>
                <a:latin typeface="Tahoma"/>
                <a:cs typeface="Tahoma"/>
              </a:rPr>
              <a:t>та</a:t>
            </a:r>
            <a:r>
              <a:rPr sz="2650" spc="-215" dirty="0">
                <a:solidFill>
                  <a:srgbClr val="6BBCF5"/>
                </a:solidFill>
                <a:latin typeface="Tahoma"/>
                <a:cs typeface="Tahoma"/>
              </a:rPr>
              <a:t> </a:t>
            </a:r>
            <a:r>
              <a:rPr sz="2650" spc="75" dirty="0">
                <a:solidFill>
                  <a:srgbClr val="6BBCF5"/>
                </a:solidFill>
                <a:latin typeface="Tahoma"/>
                <a:cs typeface="Tahoma"/>
              </a:rPr>
              <a:t>т</a:t>
            </a:r>
            <a:r>
              <a:rPr sz="2650" spc="50" dirty="0">
                <a:solidFill>
                  <a:srgbClr val="6BBCF5"/>
                </a:solidFill>
                <a:latin typeface="Tahoma"/>
                <a:cs typeface="Tahoma"/>
              </a:rPr>
              <a:t>е</a:t>
            </a:r>
            <a:r>
              <a:rPr sz="2650" spc="110" dirty="0">
                <a:solidFill>
                  <a:srgbClr val="6BBCF5"/>
                </a:solidFill>
                <a:latin typeface="Tahoma"/>
                <a:cs typeface="Tahoma"/>
              </a:rPr>
              <a:t>х</a:t>
            </a:r>
            <a:r>
              <a:rPr sz="2650" spc="60" dirty="0">
                <a:solidFill>
                  <a:srgbClr val="6BBCF5"/>
                </a:solidFill>
                <a:latin typeface="Tahoma"/>
                <a:cs typeface="Tahoma"/>
              </a:rPr>
              <a:t>н</a:t>
            </a:r>
            <a:r>
              <a:rPr sz="2650" spc="100" dirty="0">
                <a:solidFill>
                  <a:srgbClr val="6BBCF5"/>
                </a:solidFill>
                <a:latin typeface="Tahoma"/>
                <a:cs typeface="Tahoma"/>
              </a:rPr>
              <a:t>оло</a:t>
            </a:r>
            <a:r>
              <a:rPr sz="2650" spc="65" dirty="0">
                <a:solidFill>
                  <a:srgbClr val="6BBCF5"/>
                </a:solidFill>
                <a:latin typeface="Tahoma"/>
                <a:cs typeface="Tahoma"/>
              </a:rPr>
              <a:t>г</a:t>
            </a:r>
            <a:r>
              <a:rPr sz="2650" spc="75" dirty="0">
                <a:solidFill>
                  <a:srgbClr val="6BBCF5"/>
                </a:solidFill>
                <a:latin typeface="Tahoma"/>
                <a:cs typeface="Tahoma"/>
              </a:rPr>
              <a:t>и</a:t>
            </a:r>
            <a:r>
              <a:rPr sz="2650" spc="-5" dirty="0">
                <a:solidFill>
                  <a:srgbClr val="6BBCF5"/>
                </a:solidFill>
                <a:latin typeface="Tahoma"/>
                <a:cs typeface="Tahoma"/>
              </a:rPr>
              <a:t>ч</a:t>
            </a:r>
            <a:r>
              <a:rPr sz="2650" spc="50" dirty="0">
                <a:solidFill>
                  <a:srgbClr val="6BBCF5"/>
                </a:solidFill>
                <a:latin typeface="Tahoma"/>
                <a:cs typeface="Tahoma"/>
              </a:rPr>
              <a:t>е</a:t>
            </a:r>
            <a:r>
              <a:rPr sz="2650" spc="90" dirty="0">
                <a:solidFill>
                  <a:srgbClr val="6BBCF5"/>
                </a:solidFill>
                <a:latin typeface="Tahoma"/>
                <a:cs typeface="Tahoma"/>
              </a:rPr>
              <a:t>с</a:t>
            </a:r>
            <a:r>
              <a:rPr sz="2650" spc="114" dirty="0">
                <a:solidFill>
                  <a:srgbClr val="6BBCF5"/>
                </a:solidFill>
                <a:latin typeface="Tahoma"/>
                <a:cs typeface="Tahoma"/>
              </a:rPr>
              <a:t>к</a:t>
            </a:r>
            <a:r>
              <a:rPr sz="2650" spc="75" dirty="0">
                <a:solidFill>
                  <a:srgbClr val="6BBCF5"/>
                </a:solidFill>
                <a:latin typeface="Tahoma"/>
                <a:cs typeface="Tahoma"/>
              </a:rPr>
              <a:t>и</a:t>
            </a:r>
            <a:r>
              <a:rPr sz="2650" spc="100" dirty="0">
                <a:solidFill>
                  <a:srgbClr val="6BBCF5"/>
                </a:solidFill>
                <a:latin typeface="Tahoma"/>
                <a:cs typeface="Tahoma"/>
              </a:rPr>
              <a:t>х</a:t>
            </a:r>
            <a:r>
              <a:rPr sz="2650" spc="-204" dirty="0">
                <a:solidFill>
                  <a:srgbClr val="6BBCF5"/>
                </a:solidFill>
                <a:latin typeface="Tahoma"/>
                <a:cs typeface="Tahoma"/>
              </a:rPr>
              <a:t> </a:t>
            </a:r>
            <a:r>
              <a:rPr sz="2650" spc="114" dirty="0">
                <a:solidFill>
                  <a:srgbClr val="6BBCF5"/>
                </a:solidFill>
                <a:latin typeface="Tahoma"/>
                <a:cs typeface="Tahoma"/>
              </a:rPr>
              <a:t>у</a:t>
            </a:r>
            <a:r>
              <a:rPr sz="2650" spc="90" dirty="0">
                <a:solidFill>
                  <a:srgbClr val="6BBCF5"/>
                </a:solidFill>
                <a:latin typeface="Tahoma"/>
                <a:cs typeface="Tahoma"/>
              </a:rPr>
              <a:t>с</a:t>
            </a:r>
            <a:r>
              <a:rPr sz="2650" spc="35" dirty="0">
                <a:solidFill>
                  <a:srgbClr val="6BBCF5"/>
                </a:solidFill>
                <a:latin typeface="Tahoma"/>
                <a:cs typeface="Tahoma"/>
              </a:rPr>
              <a:t>л</a:t>
            </a:r>
            <a:r>
              <a:rPr sz="2650" spc="114" dirty="0">
                <a:solidFill>
                  <a:srgbClr val="6BBCF5"/>
                </a:solidFill>
                <a:latin typeface="Tahoma"/>
                <a:cs typeface="Tahoma"/>
              </a:rPr>
              <a:t>у</a:t>
            </a:r>
            <a:r>
              <a:rPr sz="2650" spc="130" dirty="0">
                <a:solidFill>
                  <a:srgbClr val="6BBCF5"/>
                </a:solidFill>
                <a:latin typeface="Tahoma"/>
                <a:cs typeface="Tahoma"/>
              </a:rPr>
              <a:t>г</a:t>
            </a:r>
            <a:endParaRPr sz="265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255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680" y="1298827"/>
            <a:ext cx="11197590" cy="5233670"/>
            <a:chOff x="495680" y="1298827"/>
            <a:chExt cx="11197590" cy="5233670"/>
          </a:xfrm>
        </p:grpSpPr>
        <p:sp>
          <p:nvSpPr>
            <p:cNvPr id="3" name="object 3"/>
            <p:cNvSpPr/>
            <p:nvPr/>
          </p:nvSpPr>
          <p:spPr>
            <a:xfrm>
              <a:off x="524255" y="1327402"/>
              <a:ext cx="11140440" cy="4796155"/>
            </a:xfrm>
            <a:custGeom>
              <a:avLst/>
              <a:gdLst/>
              <a:ahLst/>
              <a:cxnLst/>
              <a:rect l="l" t="t" r="r" b="b"/>
              <a:pathLst>
                <a:path w="11140440" h="4796155">
                  <a:moveTo>
                    <a:pt x="0" y="799350"/>
                  </a:moveTo>
                  <a:lnTo>
                    <a:pt x="1458" y="750656"/>
                  </a:lnTo>
                  <a:lnTo>
                    <a:pt x="5779" y="702734"/>
                  </a:lnTo>
                  <a:lnTo>
                    <a:pt x="12878" y="655667"/>
                  </a:lnTo>
                  <a:lnTo>
                    <a:pt x="22672" y="609539"/>
                  </a:lnTo>
                  <a:lnTo>
                    <a:pt x="35077" y="564433"/>
                  </a:lnTo>
                  <a:lnTo>
                    <a:pt x="50009" y="520433"/>
                  </a:lnTo>
                  <a:lnTo>
                    <a:pt x="67386" y="477622"/>
                  </a:lnTo>
                  <a:lnTo>
                    <a:pt x="87122" y="436085"/>
                  </a:lnTo>
                  <a:lnTo>
                    <a:pt x="109135" y="395905"/>
                  </a:lnTo>
                  <a:lnTo>
                    <a:pt x="133341" y="357165"/>
                  </a:lnTo>
                  <a:lnTo>
                    <a:pt x="159657" y="319949"/>
                  </a:lnTo>
                  <a:lnTo>
                    <a:pt x="187998" y="284341"/>
                  </a:lnTo>
                  <a:lnTo>
                    <a:pt x="218282" y="250424"/>
                  </a:lnTo>
                  <a:lnTo>
                    <a:pt x="250424" y="218282"/>
                  </a:lnTo>
                  <a:lnTo>
                    <a:pt x="284341" y="187998"/>
                  </a:lnTo>
                  <a:lnTo>
                    <a:pt x="319949" y="159657"/>
                  </a:lnTo>
                  <a:lnTo>
                    <a:pt x="357165" y="133341"/>
                  </a:lnTo>
                  <a:lnTo>
                    <a:pt x="395905" y="109135"/>
                  </a:lnTo>
                  <a:lnTo>
                    <a:pt x="436085" y="87122"/>
                  </a:lnTo>
                  <a:lnTo>
                    <a:pt x="477622" y="67386"/>
                  </a:lnTo>
                  <a:lnTo>
                    <a:pt x="520433" y="50009"/>
                  </a:lnTo>
                  <a:lnTo>
                    <a:pt x="564433" y="35077"/>
                  </a:lnTo>
                  <a:lnTo>
                    <a:pt x="609539" y="22672"/>
                  </a:lnTo>
                  <a:lnTo>
                    <a:pt x="655667" y="12878"/>
                  </a:lnTo>
                  <a:lnTo>
                    <a:pt x="702734" y="5779"/>
                  </a:lnTo>
                  <a:lnTo>
                    <a:pt x="750656" y="1458"/>
                  </a:lnTo>
                  <a:lnTo>
                    <a:pt x="799350" y="0"/>
                  </a:lnTo>
                  <a:lnTo>
                    <a:pt x="10341089" y="0"/>
                  </a:lnTo>
                  <a:lnTo>
                    <a:pt x="10389783" y="1458"/>
                  </a:lnTo>
                  <a:lnTo>
                    <a:pt x="10437705" y="5779"/>
                  </a:lnTo>
                  <a:lnTo>
                    <a:pt x="10484772" y="12878"/>
                  </a:lnTo>
                  <a:lnTo>
                    <a:pt x="10530900" y="22672"/>
                  </a:lnTo>
                  <a:lnTo>
                    <a:pt x="10576006" y="35077"/>
                  </a:lnTo>
                  <a:lnTo>
                    <a:pt x="10620006" y="50009"/>
                  </a:lnTo>
                  <a:lnTo>
                    <a:pt x="10662817" y="67386"/>
                  </a:lnTo>
                  <a:lnTo>
                    <a:pt x="10704354" y="87122"/>
                  </a:lnTo>
                  <a:lnTo>
                    <a:pt x="10744534" y="109135"/>
                  </a:lnTo>
                  <a:lnTo>
                    <a:pt x="10783274" y="133341"/>
                  </a:lnTo>
                  <a:lnTo>
                    <a:pt x="10820490" y="159657"/>
                  </a:lnTo>
                  <a:lnTo>
                    <a:pt x="10856098" y="187998"/>
                  </a:lnTo>
                  <a:lnTo>
                    <a:pt x="10890015" y="218282"/>
                  </a:lnTo>
                  <a:lnTo>
                    <a:pt x="10922157" y="250424"/>
                  </a:lnTo>
                  <a:lnTo>
                    <a:pt x="10952441" y="284341"/>
                  </a:lnTo>
                  <a:lnTo>
                    <a:pt x="10980782" y="319949"/>
                  </a:lnTo>
                  <a:lnTo>
                    <a:pt x="11007098" y="357165"/>
                  </a:lnTo>
                  <a:lnTo>
                    <a:pt x="11031304" y="395905"/>
                  </a:lnTo>
                  <a:lnTo>
                    <a:pt x="11053317" y="436085"/>
                  </a:lnTo>
                  <a:lnTo>
                    <a:pt x="11073053" y="477622"/>
                  </a:lnTo>
                  <a:lnTo>
                    <a:pt x="11090430" y="520433"/>
                  </a:lnTo>
                  <a:lnTo>
                    <a:pt x="11105362" y="564433"/>
                  </a:lnTo>
                  <a:lnTo>
                    <a:pt x="11117767" y="609539"/>
                  </a:lnTo>
                  <a:lnTo>
                    <a:pt x="11127561" y="655667"/>
                  </a:lnTo>
                  <a:lnTo>
                    <a:pt x="11134660" y="702734"/>
                  </a:lnTo>
                  <a:lnTo>
                    <a:pt x="11138981" y="750656"/>
                  </a:lnTo>
                  <a:lnTo>
                    <a:pt x="11140440" y="799350"/>
                  </a:lnTo>
                  <a:lnTo>
                    <a:pt x="11140440" y="3996677"/>
                  </a:lnTo>
                  <a:lnTo>
                    <a:pt x="11138981" y="4045371"/>
                  </a:lnTo>
                  <a:lnTo>
                    <a:pt x="11134660" y="4093293"/>
                  </a:lnTo>
                  <a:lnTo>
                    <a:pt x="11127561" y="4140360"/>
                  </a:lnTo>
                  <a:lnTo>
                    <a:pt x="11117767" y="4186488"/>
                  </a:lnTo>
                  <a:lnTo>
                    <a:pt x="11105362" y="4231594"/>
                  </a:lnTo>
                  <a:lnTo>
                    <a:pt x="11090430" y="4275594"/>
                  </a:lnTo>
                  <a:lnTo>
                    <a:pt x="11073053" y="4318405"/>
                  </a:lnTo>
                  <a:lnTo>
                    <a:pt x="11053317" y="4359942"/>
                  </a:lnTo>
                  <a:lnTo>
                    <a:pt x="11031304" y="4400122"/>
                  </a:lnTo>
                  <a:lnTo>
                    <a:pt x="11007098" y="4438862"/>
                  </a:lnTo>
                  <a:lnTo>
                    <a:pt x="10980782" y="4476078"/>
                  </a:lnTo>
                  <a:lnTo>
                    <a:pt x="10952441" y="4511686"/>
                  </a:lnTo>
                  <a:lnTo>
                    <a:pt x="10922157" y="4545603"/>
                  </a:lnTo>
                  <a:lnTo>
                    <a:pt x="10890015" y="4577745"/>
                  </a:lnTo>
                  <a:lnTo>
                    <a:pt x="10856098" y="4608029"/>
                  </a:lnTo>
                  <a:lnTo>
                    <a:pt x="10820490" y="4636370"/>
                  </a:lnTo>
                  <a:lnTo>
                    <a:pt x="10783274" y="4662686"/>
                  </a:lnTo>
                  <a:lnTo>
                    <a:pt x="10744534" y="4686892"/>
                  </a:lnTo>
                  <a:lnTo>
                    <a:pt x="10704354" y="4708905"/>
                  </a:lnTo>
                  <a:lnTo>
                    <a:pt x="10662817" y="4728641"/>
                  </a:lnTo>
                  <a:lnTo>
                    <a:pt x="10620006" y="4746018"/>
                  </a:lnTo>
                  <a:lnTo>
                    <a:pt x="10576006" y="4760950"/>
                  </a:lnTo>
                  <a:lnTo>
                    <a:pt x="10530900" y="4773355"/>
                  </a:lnTo>
                  <a:lnTo>
                    <a:pt x="10484772" y="4783149"/>
                  </a:lnTo>
                  <a:lnTo>
                    <a:pt x="10437705" y="4790248"/>
                  </a:lnTo>
                  <a:lnTo>
                    <a:pt x="10389783" y="4794569"/>
                  </a:lnTo>
                  <a:lnTo>
                    <a:pt x="10341089" y="4796028"/>
                  </a:lnTo>
                  <a:lnTo>
                    <a:pt x="799350" y="4796028"/>
                  </a:lnTo>
                  <a:lnTo>
                    <a:pt x="750656" y="4794569"/>
                  </a:lnTo>
                  <a:lnTo>
                    <a:pt x="702734" y="4790248"/>
                  </a:lnTo>
                  <a:lnTo>
                    <a:pt x="655667" y="4783149"/>
                  </a:lnTo>
                  <a:lnTo>
                    <a:pt x="609539" y="4773355"/>
                  </a:lnTo>
                  <a:lnTo>
                    <a:pt x="564433" y="4760950"/>
                  </a:lnTo>
                  <a:lnTo>
                    <a:pt x="520433" y="4746018"/>
                  </a:lnTo>
                  <a:lnTo>
                    <a:pt x="477622" y="4728641"/>
                  </a:lnTo>
                  <a:lnTo>
                    <a:pt x="436085" y="4708905"/>
                  </a:lnTo>
                  <a:lnTo>
                    <a:pt x="395905" y="4686892"/>
                  </a:lnTo>
                  <a:lnTo>
                    <a:pt x="357165" y="4662686"/>
                  </a:lnTo>
                  <a:lnTo>
                    <a:pt x="319949" y="4636370"/>
                  </a:lnTo>
                  <a:lnTo>
                    <a:pt x="284341" y="4608029"/>
                  </a:lnTo>
                  <a:lnTo>
                    <a:pt x="250424" y="4577745"/>
                  </a:lnTo>
                  <a:lnTo>
                    <a:pt x="218282" y="4545603"/>
                  </a:lnTo>
                  <a:lnTo>
                    <a:pt x="187998" y="4511686"/>
                  </a:lnTo>
                  <a:lnTo>
                    <a:pt x="159657" y="4476078"/>
                  </a:lnTo>
                  <a:lnTo>
                    <a:pt x="133341" y="4438862"/>
                  </a:lnTo>
                  <a:lnTo>
                    <a:pt x="109135" y="4400122"/>
                  </a:lnTo>
                  <a:lnTo>
                    <a:pt x="87122" y="4359942"/>
                  </a:lnTo>
                  <a:lnTo>
                    <a:pt x="67386" y="4318405"/>
                  </a:lnTo>
                  <a:lnTo>
                    <a:pt x="50009" y="4275594"/>
                  </a:lnTo>
                  <a:lnTo>
                    <a:pt x="35077" y="4231594"/>
                  </a:lnTo>
                  <a:lnTo>
                    <a:pt x="22672" y="4186488"/>
                  </a:lnTo>
                  <a:lnTo>
                    <a:pt x="12878" y="4140360"/>
                  </a:lnTo>
                  <a:lnTo>
                    <a:pt x="5779" y="4093293"/>
                  </a:lnTo>
                  <a:lnTo>
                    <a:pt x="1458" y="4045371"/>
                  </a:lnTo>
                  <a:lnTo>
                    <a:pt x="0" y="3996677"/>
                  </a:lnTo>
                  <a:lnTo>
                    <a:pt x="0" y="799350"/>
                  </a:lnTo>
                  <a:close/>
                </a:path>
              </a:pathLst>
            </a:custGeom>
            <a:ln w="5715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4900" y="5623557"/>
              <a:ext cx="9980930" cy="902335"/>
            </a:xfrm>
            <a:custGeom>
              <a:avLst/>
              <a:gdLst/>
              <a:ahLst/>
              <a:cxnLst/>
              <a:rect l="l" t="t" r="r" b="b"/>
              <a:pathLst>
                <a:path w="9980930" h="902334">
                  <a:moveTo>
                    <a:pt x="9830308" y="0"/>
                  </a:moveTo>
                  <a:lnTo>
                    <a:pt x="150368" y="0"/>
                  </a:lnTo>
                  <a:lnTo>
                    <a:pt x="102840" y="7665"/>
                  </a:lnTo>
                  <a:lnTo>
                    <a:pt x="61562" y="29012"/>
                  </a:lnTo>
                  <a:lnTo>
                    <a:pt x="29012" y="61562"/>
                  </a:lnTo>
                  <a:lnTo>
                    <a:pt x="7665" y="102840"/>
                  </a:lnTo>
                  <a:lnTo>
                    <a:pt x="0" y="150367"/>
                  </a:lnTo>
                  <a:lnTo>
                    <a:pt x="0" y="751839"/>
                  </a:lnTo>
                  <a:lnTo>
                    <a:pt x="7665" y="799367"/>
                  </a:lnTo>
                  <a:lnTo>
                    <a:pt x="29012" y="840645"/>
                  </a:lnTo>
                  <a:lnTo>
                    <a:pt x="61562" y="873195"/>
                  </a:lnTo>
                  <a:lnTo>
                    <a:pt x="102840" y="894542"/>
                  </a:lnTo>
                  <a:lnTo>
                    <a:pt x="150368" y="902207"/>
                  </a:lnTo>
                  <a:lnTo>
                    <a:pt x="9830308" y="902207"/>
                  </a:lnTo>
                  <a:lnTo>
                    <a:pt x="9877835" y="894542"/>
                  </a:lnTo>
                  <a:lnTo>
                    <a:pt x="9919113" y="873195"/>
                  </a:lnTo>
                  <a:lnTo>
                    <a:pt x="9951663" y="840645"/>
                  </a:lnTo>
                  <a:lnTo>
                    <a:pt x="9973010" y="799367"/>
                  </a:lnTo>
                  <a:lnTo>
                    <a:pt x="9980676" y="751839"/>
                  </a:lnTo>
                  <a:lnTo>
                    <a:pt x="9980676" y="150367"/>
                  </a:lnTo>
                  <a:lnTo>
                    <a:pt x="9973010" y="102840"/>
                  </a:lnTo>
                  <a:lnTo>
                    <a:pt x="9951663" y="61562"/>
                  </a:lnTo>
                  <a:lnTo>
                    <a:pt x="9919113" y="29012"/>
                  </a:lnTo>
                  <a:lnTo>
                    <a:pt x="9877835" y="7665"/>
                  </a:lnTo>
                  <a:lnTo>
                    <a:pt x="9830308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04900" y="5623557"/>
              <a:ext cx="9980930" cy="902335"/>
            </a:xfrm>
            <a:custGeom>
              <a:avLst/>
              <a:gdLst/>
              <a:ahLst/>
              <a:cxnLst/>
              <a:rect l="l" t="t" r="r" b="b"/>
              <a:pathLst>
                <a:path w="9980930" h="902334">
                  <a:moveTo>
                    <a:pt x="0" y="150367"/>
                  </a:moveTo>
                  <a:lnTo>
                    <a:pt x="7665" y="102840"/>
                  </a:lnTo>
                  <a:lnTo>
                    <a:pt x="29012" y="61562"/>
                  </a:lnTo>
                  <a:lnTo>
                    <a:pt x="61562" y="29012"/>
                  </a:lnTo>
                  <a:lnTo>
                    <a:pt x="102840" y="7665"/>
                  </a:lnTo>
                  <a:lnTo>
                    <a:pt x="150368" y="0"/>
                  </a:lnTo>
                  <a:lnTo>
                    <a:pt x="9830308" y="0"/>
                  </a:lnTo>
                  <a:lnTo>
                    <a:pt x="9877835" y="7665"/>
                  </a:lnTo>
                  <a:lnTo>
                    <a:pt x="9919113" y="29012"/>
                  </a:lnTo>
                  <a:lnTo>
                    <a:pt x="9951663" y="61562"/>
                  </a:lnTo>
                  <a:lnTo>
                    <a:pt x="9973010" y="102840"/>
                  </a:lnTo>
                  <a:lnTo>
                    <a:pt x="9980676" y="150367"/>
                  </a:lnTo>
                  <a:lnTo>
                    <a:pt x="9980676" y="751839"/>
                  </a:lnTo>
                  <a:lnTo>
                    <a:pt x="9973010" y="799367"/>
                  </a:lnTo>
                  <a:lnTo>
                    <a:pt x="9951663" y="840645"/>
                  </a:lnTo>
                  <a:lnTo>
                    <a:pt x="9919113" y="873195"/>
                  </a:lnTo>
                  <a:lnTo>
                    <a:pt x="9877835" y="894542"/>
                  </a:lnTo>
                  <a:lnTo>
                    <a:pt x="9830308" y="902207"/>
                  </a:lnTo>
                  <a:lnTo>
                    <a:pt x="150368" y="902207"/>
                  </a:lnTo>
                  <a:lnTo>
                    <a:pt x="102840" y="894542"/>
                  </a:lnTo>
                  <a:lnTo>
                    <a:pt x="61562" y="873195"/>
                  </a:lnTo>
                  <a:lnTo>
                    <a:pt x="29012" y="840645"/>
                  </a:lnTo>
                  <a:lnTo>
                    <a:pt x="7665" y="799367"/>
                  </a:lnTo>
                  <a:lnTo>
                    <a:pt x="0" y="751839"/>
                  </a:lnTo>
                  <a:lnTo>
                    <a:pt x="0" y="150367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04078" y="5787764"/>
            <a:ext cx="8980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670" marR="5080" indent="-649605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Операционная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модель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ITaaS,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IaaS,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ahoma"/>
                <a:cs typeface="Tahoma"/>
              </a:rPr>
              <a:t>PaaS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«всё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как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сервис»,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ahoma"/>
                <a:cs typeface="Tahoma"/>
              </a:rPr>
              <a:t>аутсорсинг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экспертизы, </a:t>
            </a:r>
            <a:r>
              <a:rPr sz="1800" spc="-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ahoma"/>
                <a:cs typeface="Tahoma"/>
              </a:rPr>
              <a:t>предоставление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оборудования,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ПО,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развертывание</a:t>
            </a:r>
            <a:r>
              <a:rPr sz="18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приватного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облака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19829" y="594367"/>
            <a:ext cx="923988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0" spc="85" dirty="0">
                <a:solidFill>
                  <a:srgbClr val="0F91FB"/>
                </a:solidFill>
                <a:latin typeface="Tahoma"/>
                <a:cs typeface="Tahoma"/>
              </a:rPr>
              <a:t>ОБЛАСТИ</a:t>
            </a:r>
            <a:r>
              <a:rPr sz="2900" b="0" spc="-17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25" dirty="0">
                <a:solidFill>
                  <a:srgbClr val="0F91FB"/>
                </a:solidFill>
                <a:latin typeface="Tahoma"/>
                <a:cs typeface="Tahoma"/>
              </a:rPr>
              <a:t>ЭКСПЕРТИЗЫ</a:t>
            </a:r>
            <a:r>
              <a:rPr sz="2900" b="0" spc="-2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0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2900" b="0" spc="-18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55" dirty="0">
                <a:solidFill>
                  <a:srgbClr val="0F91FB"/>
                </a:solidFill>
                <a:latin typeface="Tahoma"/>
                <a:cs typeface="Tahoma"/>
              </a:rPr>
              <a:t>РЕАЛИЗАЦИИ</a:t>
            </a:r>
            <a:r>
              <a:rPr sz="2900" b="0" spc="-15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05" dirty="0">
                <a:solidFill>
                  <a:srgbClr val="0F91FB"/>
                </a:solidFill>
                <a:latin typeface="Tahoma"/>
                <a:cs typeface="Tahoma"/>
              </a:rPr>
              <a:t>ПРОЕКТОВ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7278" y="1710559"/>
            <a:ext cx="223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Телекоммуникации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7278" y="2503115"/>
            <a:ext cx="394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Системы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резервного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копирования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7278" y="3295671"/>
            <a:ext cx="3069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ucida Sans Unicode"/>
                <a:cs typeface="Lucida Sans Unicode"/>
              </a:rPr>
              <a:t>Системы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хранения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данных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7278" y="4088227"/>
            <a:ext cx="381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130" dirty="0">
                <a:latin typeface="Lucida Sans Unicode"/>
                <a:cs typeface="Lucida Sans Unicode"/>
              </a:rPr>
              <a:t>ы</a:t>
            </a:r>
            <a:r>
              <a:rPr sz="1800" spc="160" dirty="0">
                <a:latin typeface="Lucida Sans Unicode"/>
                <a:cs typeface="Lucida Sans Unicode"/>
              </a:rPr>
              <a:t>ч</a:t>
            </a:r>
            <a:r>
              <a:rPr sz="1800" spc="-30" dirty="0">
                <a:latin typeface="Lucida Sans Unicode"/>
                <a:cs typeface="Lucida Sans Unicode"/>
              </a:rPr>
              <a:t>и</a:t>
            </a:r>
            <a:r>
              <a:rPr sz="1800" spc="-15" dirty="0">
                <a:latin typeface="Lucida Sans Unicode"/>
                <a:cs typeface="Lucida Sans Unicode"/>
              </a:rPr>
              <a:t>с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-10" dirty="0">
                <a:latin typeface="Lucida Sans Unicode"/>
                <a:cs typeface="Lucida Sans Unicode"/>
              </a:rPr>
              <a:t>ит</a:t>
            </a:r>
            <a:r>
              <a:rPr sz="1800" dirty="0">
                <a:latin typeface="Lucida Sans Unicode"/>
                <a:cs typeface="Lucida Sans Unicode"/>
              </a:rPr>
              <a:t>е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150" dirty="0">
                <a:latin typeface="Lucida Sans Unicode"/>
                <a:cs typeface="Lucida Sans Unicode"/>
              </a:rPr>
              <a:t>ь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н</a:t>
            </a:r>
            <a:r>
              <a:rPr sz="1800" spc="-150" dirty="0">
                <a:latin typeface="Lucida Sans Unicode"/>
                <a:cs typeface="Lucida Sans Unicode"/>
              </a:rPr>
              <a:t>ф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тр</a:t>
            </a:r>
            <a:r>
              <a:rPr sz="1800" spc="-35" dirty="0">
                <a:latin typeface="Lucida Sans Unicode"/>
                <a:cs typeface="Lucida Sans Unicode"/>
              </a:rPr>
              <a:t>у</a:t>
            </a:r>
            <a:r>
              <a:rPr sz="1800" spc="-30" dirty="0">
                <a:latin typeface="Lucida Sans Unicode"/>
                <a:cs typeface="Lucida Sans Unicode"/>
              </a:rPr>
              <a:t>к</a:t>
            </a:r>
            <a:r>
              <a:rPr sz="1800" spc="-40" dirty="0">
                <a:latin typeface="Lucida Sans Unicode"/>
                <a:cs typeface="Lucida Sans Unicode"/>
              </a:rPr>
              <a:t>тур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7278" y="4880784"/>
            <a:ext cx="3136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Системы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мониторинга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сети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71496" y="1710787"/>
            <a:ext cx="279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20" dirty="0">
                <a:latin typeface="Lucida Sans Unicode"/>
                <a:cs typeface="Lucida Sans Unicode"/>
              </a:rPr>
              <a:t>т</a:t>
            </a:r>
            <a:r>
              <a:rPr sz="1800" spc="-15" dirty="0">
                <a:latin typeface="Lucida Sans Unicode"/>
                <a:cs typeface="Lucida Sans Unicode"/>
              </a:rPr>
              <a:t>е</a:t>
            </a:r>
            <a:r>
              <a:rPr sz="1800" spc="40" dirty="0">
                <a:latin typeface="Lucida Sans Unicode"/>
                <a:cs typeface="Lucida Sans Unicode"/>
              </a:rPr>
              <a:t>в</a:t>
            </a:r>
            <a:r>
              <a:rPr sz="1800" spc="50" dirty="0">
                <a:latin typeface="Lucida Sans Unicode"/>
                <a:cs typeface="Lucida Sans Unicode"/>
              </a:rPr>
              <a:t>а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н</a:t>
            </a:r>
            <a:r>
              <a:rPr sz="1800" spc="-150" dirty="0">
                <a:latin typeface="Lucida Sans Unicode"/>
                <a:cs typeface="Lucida Sans Unicode"/>
              </a:rPr>
              <a:t>ф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тр</a:t>
            </a:r>
            <a:r>
              <a:rPr sz="1800" spc="-35" dirty="0">
                <a:latin typeface="Lucida Sans Unicode"/>
                <a:cs typeface="Lucida Sans Unicode"/>
              </a:rPr>
              <a:t>у</a:t>
            </a:r>
            <a:r>
              <a:rPr sz="1800" spc="-30" dirty="0">
                <a:latin typeface="Lucida Sans Unicode"/>
                <a:cs typeface="Lucida Sans Unicode"/>
              </a:rPr>
              <a:t>к</a:t>
            </a:r>
            <a:r>
              <a:rPr sz="1800" spc="-40" dirty="0">
                <a:latin typeface="Lucida Sans Unicode"/>
                <a:cs typeface="Lucida Sans Unicode"/>
              </a:rPr>
              <a:t>тур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71496" y="2503344"/>
            <a:ext cx="325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-10" dirty="0">
                <a:latin typeface="Lucida Sans Unicode"/>
                <a:cs typeface="Lucida Sans Unicode"/>
              </a:rPr>
              <a:t>е</a:t>
            </a:r>
            <a:r>
              <a:rPr sz="1800" spc="-15" dirty="0">
                <a:latin typeface="Lucida Sans Unicode"/>
                <a:cs typeface="Lucida Sans Unicode"/>
              </a:rPr>
              <a:t>т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60" dirty="0">
                <a:latin typeface="Lucida Sans Unicode"/>
                <a:cs typeface="Lucida Sans Unicode"/>
              </a:rPr>
              <a:t>х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20" dirty="0">
                <a:latin typeface="Lucida Sans Unicode"/>
                <a:cs typeface="Lucida Sans Unicode"/>
              </a:rPr>
              <a:t>нен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45" dirty="0">
                <a:latin typeface="Lucida Sans Unicode"/>
                <a:cs typeface="Lucida Sans Unicode"/>
              </a:rPr>
              <a:t>нн</a:t>
            </a:r>
            <a:r>
              <a:rPr sz="1800" spc="50" dirty="0">
                <a:latin typeface="Lucida Sans Unicode"/>
                <a:cs typeface="Lucida Sans Unicode"/>
              </a:rPr>
              <a:t>ы</a:t>
            </a:r>
            <a:r>
              <a:rPr sz="1800" spc="-155" dirty="0">
                <a:latin typeface="Lucida Sans Unicode"/>
                <a:cs typeface="Lucida Sans Unicode"/>
              </a:rPr>
              <a:t>х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(</a:t>
            </a:r>
            <a:r>
              <a:rPr sz="1800" spc="10" dirty="0">
                <a:latin typeface="Lucida Sans Unicode"/>
                <a:cs typeface="Lucida Sans Unicode"/>
              </a:rPr>
              <a:t>S</a:t>
            </a:r>
            <a:r>
              <a:rPr sz="1800" spc="-95" dirty="0">
                <a:latin typeface="Lucida Sans Unicode"/>
                <a:cs typeface="Lucida Sans Unicode"/>
              </a:rPr>
              <a:t>A</a:t>
            </a:r>
            <a:r>
              <a:rPr sz="1800" spc="35" dirty="0">
                <a:latin typeface="Lucida Sans Unicode"/>
                <a:cs typeface="Lucida Sans Unicode"/>
              </a:rPr>
              <a:t>N</a:t>
            </a:r>
            <a:r>
              <a:rPr sz="1800" spc="-50" dirty="0"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1496" y="3295900"/>
            <a:ext cx="251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-10" dirty="0">
                <a:latin typeface="Lucida Sans Unicode"/>
                <a:cs typeface="Lucida Sans Unicode"/>
              </a:rPr>
              <a:t>е</a:t>
            </a:r>
            <a:r>
              <a:rPr sz="1800" spc="-15" dirty="0">
                <a:latin typeface="Lucida Sans Unicode"/>
                <a:cs typeface="Lucida Sans Unicode"/>
              </a:rPr>
              <a:t>т</a:t>
            </a:r>
            <a:r>
              <a:rPr sz="1800" spc="55" dirty="0">
                <a:latin typeface="Lucida Sans Unicode"/>
                <a:cs typeface="Lucida Sans Unicode"/>
              </a:rPr>
              <a:t>е</a:t>
            </a:r>
            <a:r>
              <a:rPr sz="1800" spc="45" dirty="0">
                <a:latin typeface="Lucida Sans Unicode"/>
                <a:cs typeface="Lucida Sans Unicode"/>
              </a:rPr>
              <a:t>в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20" dirty="0">
                <a:latin typeface="Lucida Sans Unicode"/>
                <a:cs typeface="Lucida Sans Unicode"/>
              </a:rPr>
              <a:t>е</a:t>
            </a:r>
            <a:r>
              <a:rPr sz="1800" dirty="0">
                <a:latin typeface="Lucida Sans Unicode"/>
                <a:cs typeface="Lucida Sans Unicode"/>
              </a:rPr>
              <a:t>з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10" dirty="0">
                <a:latin typeface="Lucida Sans Unicode"/>
                <a:cs typeface="Lucida Sans Unicode"/>
              </a:rPr>
              <a:t>п</a:t>
            </a:r>
            <a:r>
              <a:rPr sz="1800" dirty="0">
                <a:latin typeface="Lucida Sans Unicode"/>
                <a:cs typeface="Lucida Sans Unicode"/>
              </a:rPr>
              <a:t>а</a:t>
            </a:r>
            <a:r>
              <a:rPr sz="1800" spc="-65" dirty="0">
                <a:latin typeface="Lucida Sans Unicode"/>
                <a:cs typeface="Lucida Sans Unicode"/>
              </a:rPr>
              <a:t>с</a:t>
            </a:r>
            <a:r>
              <a:rPr sz="1800" spc="5" dirty="0">
                <a:latin typeface="Lucida Sans Unicode"/>
                <a:cs typeface="Lucida Sans Unicode"/>
              </a:rPr>
              <a:t>н</a:t>
            </a: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т</a:t>
            </a:r>
            <a:r>
              <a:rPr sz="1800" spc="155" dirty="0">
                <a:latin typeface="Lucida Sans Unicode"/>
                <a:cs typeface="Lucida Sans Unicode"/>
              </a:rPr>
              <a:t>ь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71496" y="4088456"/>
            <a:ext cx="3360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latin typeface="Lucida Sans Unicode"/>
                <a:cs typeface="Lucida Sans Unicode"/>
              </a:rPr>
              <a:t>Виртуальная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инфраструктура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71496" y="4881012"/>
            <a:ext cx="306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Центры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обработки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данных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94004" y="1572623"/>
            <a:ext cx="6710680" cy="3708400"/>
            <a:chOff x="794004" y="1572623"/>
            <a:chExt cx="6710680" cy="3708400"/>
          </a:xfrm>
        </p:grpSpPr>
        <p:sp>
          <p:nvSpPr>
            <p:cNvPr id="26" name="object 26"/>
            <p:cNvSpPr/>
            <p:nvPr/>
          </p:nvSpPr>
          <p:spPr>
            <a:xfrm>
              <a:off x="794004" y="1597151"/>
              <a:ext cx="452755" cy="3602990"/>
            </a:xfrm>
            <a:custGeom>
              <a:avLst/>
              <a:gdLst/>
              <a:ahLst/>
              <a:cxnLst/>
              <a:rect l="l" t="t" r="r" b="b"/>
              <a:pathLst>
                <a:path w="452755" h="3602990">
                  <a:moveTo>
                    <a:pt x="452628" y="3376422"/>
                  </a:moveTo>
                  <a:lnTo>
                    <a:pt x="448017" y="3330816"/>
                  </a:lnTo>
                  <a:lnTo>
                    <a:pt x="434835" y="3288334"/>
                  </a:lnTo>
                  <a:lnTo>
                    <a:pt x="413969" y="3249892"/>
                  </a:lnTo>
                  <a:lnTo>
                    <a:pt x="386334" y="3216402"/>
                  </a:lnTo>
                  <a:lnTo>
                    <a:pt x="352844" y="3188766"/>
                  </a:lnTo>
                  <a:lnTo>
                    <a:pt x="314401" y="3167900"/>
                  </a:lnTo>
                  <a:lnTo>
                    <a:pt x="271919" y="3154718"/>
                  </a:lnTo>
                  <a:lnTo>
                    <a:pt x="226314" y="3150108"/>
                  </a:lnTo>
                  <a:lnTo>
                    <a:pt x="180695" y="3154718"/>
                  </a:lnTo>
                  <a:lnTo>
                    <a:pt x="138214" y="3167900"/>
                  </a:lnTo>
                  <a:lnTo>
                    <a:pt x="99771" y="3188766"/>
                  </a:lnTo>
                  <a:lnTo>
                    <a:pt x="66281" y="3216402"/>
                  </a:lnTo>
                  <a:lnTo>
                    <a:pt x="38646" y="3249892"/>
                  </a:lnTo>
                  <a:lnTo>
                    <a:pt x="17780" y="3288334"/>
                  </a:lnTo>
                  <a:lnTo>
                    <a:pt x="4597" y="3330816"/>
                  </a:lnTo>
                  <a:lnTo>
                    <a:pt x="0" y="3376422"/>
                  </a:lnTo>
                  <a:lnTo>
                    <a:pt x="4597" y="3422040"/>
                  </a:lnTo>
                  <a:lnTo>
                    <a:pt x="17780" y="3464522"/>
                  </a:lnTo>
                  <a:lnTo>
                    <a:pt x="38646" y="3502964"/>
                  </a:lnTo>
                  <a:lnTo>
                    <a:pt x="66281" y="3536454"/>
                  </a:lnTo>
                  <a:lnTo>
                    <a:pt x="99771" y="3564090"/>
                  </a:lnTo>
                  <a:lnTo>
                    <a:pt x="138214" y="3584956"/>
                  </a:lnTo>
                  <a:lnTo>
                    <a:pt x="180695" y="3598138"/>
                  </a:lnTo>
                  <a:lnTo>
                    <a:pt x="226314" y="3602736"/>
                  </a:lnTo>
                  <a:lnTo>
                    <a:pt x="271919" y="3598138"/>
                  </a:lnTo>
                  <a:lnTo>
                    <a:pt x="314401" y="3584956"/>
                  </a:lnTo>
                  <a:lnTo>
                    <a:pt x="352844" y="3564090"/>
                  </a:lnTo>
                  <a:lnTo>
                    <a:pt x="386334" y="3536454"/>
                  </a:lnTo>
                  <a:lnTo>
                    <a:pt x="413969" y="3502964"/>
                  </a:lnTo>
                  <a:lnTo>
                    <a:pt x="434835" y="3464522"/>
                  </a:lnTo>
                  <a:lnTo>
                    <a:pt x="448017" y="3422040"/>
                  </a:lnTo>
                  <a:lnTo>
                    <a:pt x="452628" y="3376422"/>
                  </a:lnTo>
                  <a:close/>
                </a:path>
                <a:path w="452755" h="3602990">
                  <a:moveTo>
                    <a:pt x="452628" y="2585466"/>
                  </a:moveTo>
                  <a:lnTo>
                    <a:pt x="448017" y="2539860"/>
                  </a:lnTo>
                  <a:lnTo>
                    <a:pt x="434835" y="2497378"/>
                  </a:lnTo>
                  <a:lnTo>
                    <a:pt x="413969" y="2458936"/>
                  </a:lnTo>
                  <a:lnTo>
                    <a:pt x="386334" y="2425446"/>
                  </a:lnTo>
                  <a:lnTo>
                    <a:pt x="352844" y="2397810"/>
                  </a:lnTo>
                  <a:lnTo>
                    <a:pt x="314401" y="2376944"/>
                  </a:lnTo>
                  <a:lnTo>
                    <a:pt x="271919" y="2363762"/>
                  </a:lnTo>
                  <a:lnTo>
                    <a:pt x="226314" y="2359152"/>
                  </a:lnTo>
                  <a:lnTo>
                    <a:pt x="180695" y="2363762"/>
                  </a:lnTo>
                  <a:lnTo>
                    <a:pt x="138214" y="2376944"/>
                  </a:lnTo>
                  <a:lnTo>
                    <a:pt x="99771" y="2397810"/>
                  </a:lnTo>
                  <a:lnTo>
                    <a:pt x="66281" y="2425446"/>
                  </a:lnTo>
                  <a:lnTo>
                    <a:pt x="38646" y="2458936"/>
                  </a:lnTo>
                  <a:lnTo>
                    <a:pt x="17780" y="2497378"/>
                  </a:lnTo>
                  <a:lnTo>
                    <a:pt x="4597" y="2539860"/>
                  </a:lnTo>
                  <a:lnTo>
                    <a:pt x="0" y="2585466"/>
                  </a:lnTo>
                  <a:lnTo>
                    <a:pt x="4597" y="2631084"/>
                  </a:lnTo>
                  <a:lnTo>
                    <a:pt x="17780" y="2673566"/>
                  </a:lnTo>
                  <a:lnTo>
                    <a:pt x="38646" y="2712008"/>
                  </a:lnTo>
                  <a:lnTo>
                    <a:pt x="66281" y="2745498"/>
                  </a:lnTo>
                  <a:lnTo>
                    <a:pt x="99771" y="2773134"/>
                  </a:lnTo>
                  <a:lnTo>
                    <a:pt x="138214" y="2794000"/>
                  </a:lnTo>
                  <a:lnTo>
                    <a:pt x="180695" y="2807182"/>
                  </a:lnTo>
                  <a:lnTo>
                    <a:pt x="226314" y="2811780"/>
                  </a:lnTo>
                  <a:lnTo>
                    <a:pt x="271919" y="2807182"/>
                  </a:lnTo>
                  <a:lnTo>
                    <a:pt x="314401" y="2794000"/>
                  </a:lnTo>
                  <a:lnTo>
                    <a:pt x="352844" y="2773134"/>
                  </a:lnTo>
                  <a:lnTo>
                    <a:pt x="386334" y="2745498"/>
                  </a:lnTo>
                  <a:lnTo>
                    <a:pt x="413969" y="2712008"/>
                  </a:lnTo>
                  <a:lnTo>
                    <a:pt x="434835" y="2673566"/>
                  </a:lnTo>
                  <a:lnTo>
                    <a:pt x="448017" y="2631084"/>
                  </a:lnTo>
                  <a:lnTo>
                    <a:pt x="452628" y="2585466"/>
                  </a:lnTo>
                  <a:close/>
                </a:path>
                <a:path w="452755" h="3602990">
                  <a:moveTo>
                    <a:pt x="452628" y="1807464"/>
                  </a:moveTo>
                  <a:lnTo>
                    <a:pt x="448017" y="1762010"/>
                  </a:lnTo>
                  <a:lnTo>
                    <a:pt x="434835" y="1719668"/>
                  </a:lnTo>
                  <a:lnTo>
                    <a:pt x="413969" y="1681365"/>
                  </a:lnTo>
                  <a:lnTo>
                    <a:pt x="386334" y="1647977"/>
                  </a:lnTo>
                  <a:lnTo>
                    <a:pt x="352844" y="1620443"/>
                  </a:lnTo>
                  <a:lnTo>
                    <a:pt x="314401" y="1599641"/>
                  </a:lnTo>
                  <a:lnTo>
                    <a:pt x="271919" y="1586496"/>
                  </a:lnTo>
                  <a:lnTo>
                    <a:pt x="226314" y="1581912"/>
                  </a:lnTo>
                  <a:lnTo>
                    <a:pt x="180695" y="1586496"/>
                  </a:lnTo>
                  <a:lnTo>
                    <a:pt x="138214" y="1599641"/>
                  </a:lnTo>
                  <a:lnTo>
                    <a:pt x="99771" y="1620443"/>
                  </a:lnTo>
                  <a:lnTo>
                    <a:pt x="66281" y="1647977"/>
                  </a:lnTo>
                  <a:lnTo>
                    <a:pt x="38646" y="1681365"/>
                  </a:lnTo>
                  <a:lnTo>
                    <a:pt x="17780" y="1719668"/>
                  </a:lnTo>
                  <a:lnTo>
                    <a:pt x="4597" y="1762010"/>
                  </a:lnTo>
                  <a:lnTo>
                    <a:pt x="0" y="1807464"/>
                  </a:lnTo>
                  <a:lnTo>
                    <a:pt x="4597" y="1852930"/>
                  </a:lnTo>
                  <a:lnTo>
                    <a:pt x="17780" y="1895271"/>
                  </a:lnTo>
                  <a:lnTo>
                    <a:pt x="38646" y="1933575"/>
                  </a:lnTo>
                  <a:lnTo>
                    <a:pt x="66281" y="1966963"/>
                  </a:lnTo>
                  <a:lnTo>
                    <a:pt x="99771" y="1994496"/>
                  </a:lnTo>
                  <a:lnTo>
                    <a:pt x="138214" y="2015299"/>
                  </a:lnTo>
                  <a:lnTo>
                    <a:pt x="180695" y="2028444"/>
                  </a:lnTo>
                  <a:lnTo>
                    <a:pt x="226314" y="2033016"/>
                  </a:lnTo>
                  <a:lnTo>
                    <a:pt x="271919" y="2028444"/>
                  </a:lnTo>
                  <a:lnTo>
                    <a:pt x="314401" y="2015299"/>
                  </a:lnTo>
                  <a:lnTo>
                    <a:pt x="352844" y="1994496"/>
                  </a:lnTo>
                  <a:lnTo>
                    <a:pt x="386334" y="1966963"/>
                  </a:lnTo>
                  <a:lnTo>
                    <a:pt x="413969" y="1933575"/>
                  </a:lnTo>
                  <a:lnTo>
                    <a:pt x="434835" y="1895271"/>
                  </a:lnTo>
                  <a:lnTo>
                    <a:pt x="448017" y="1852930"/>
                  </a:lnTo>
                  <a:lnTo>
                    <a:pt x="452628" y="1807464"/>
                  </a:lnTo>
                  <a:close/>
                </a:path>
                <a:path w="452755" h="3602990">
                  <a:moveTo>
                    <a:pt x="452628" y="993648"/>
                  </a:moveTo>
                  <a:lnTo>
                    <a:pt x="448017" y="948194"/>
                  </a:lnTo>
                  <a:lnTo>
                    <a:pt x="434835" y="905852"/>
                  </a:lnTo>
                  <a:lnTo>
                    <a:pt x="413969" y="867549"/>
                  </a:lnTo>
                  <a:lnTo>
                    <a:pt x="386334" y="834161"/>
                  </a:lnTo>
                  <a:lnTo>
                    <a:pt x="352844" y="806627"/>
                  </a:lnTo>
                  <a:lnTo>
                    <a:pt x="314401" y="785825"/>
                  </a:lnTo>
                  <a:lnTo>
                    <a:pt x="271919" y="772680"/>
                  </a:lnTo>
                  <a:lnTo>
                    <a:pt x="226314" y="768096"/>
                  </a:lnTo>
                  <a:lnTo>
                    <a:pt x="180695" y="772680"/>
                  </a:lnTo>
                  <a:lnTo>
                    <a:pt x="138214" y="785825"/>
                  </a:lnTo>
                  <a:lnTo>
                    <a:pt x="99771" y="806627"/>
                  </a:lnTo>
                  <a:lnTo>
                    <a:pt x="66281" y="834161"/>
                  </a:lnTo>
                  <a:lnTo>
                    <a:pt x="38646" y="867549"/>
                  </a:lnTo>
                  <a:lnTo>
                    <a:pt x="17780" y="905852"/>
                  </a:lnTo>
                  <a:lnTo>
                    <a:pt x="4597" y="948194"/>
                  </a:lnTo>
                  <a:lnTo>
                    <a:pt x="0" y="993648"/>
                  </a:lnTo>
                  <a:lnTo>
                    <a:pt x="4597" y="1039114"/>
                  </a:lnTo>
                  <a:lnTo>
                    <a:pt x="17780" y="1081455"/>
                  </a:lnTo>
                  <a:lnTo>
                    <a:pt x="38646" y="1119759"/>
                  </a:lnTo>
                  <a:lnTo>
                    <a:pt x="66281" y="1153147"/>
                  </a:lnTo>
                  <a:lnTo>
                    <a:pt x="99771" y="1180680"/>
                  </a:lnTo>
                  <a:lnTo>
                    <a:pt x="138214" y="1201483"/>
                  </a:lnTo>
                  <a:lnTo>
                    <a:pt x="180695" y="1214628"/>
                  </a:lnTo>
                  <a:lnTo>
                    <a:pt x="226314" y="1219200"/>
                  </a:lnTo>
                  <a:lnTo>
                    <a:pt x="271919" y="1214628"/>
                  </a:lnTo>
                  <a:lnTo>
                    <a:pt x="314401" y="1201483"/>
                  </a:lnTo>
                  <a:lnTo>
                    <a:pt x="352844" y="1180680"/>
                  </a:lnTo>
                  <a:lnTo>
                    <a:pt x="386334" y="1153147"/>
                  </a:lnTo>
                  <a:lnTo>
                    <a:pt x="413969" y="1119759"/>
                  </a:lnTo>
                  <a:lnTo>
                    <a:pt x="434835" y="1081455"/>
                  </a:lnTo>
                  <a:lnTo>
                    <a:pt x="448017" y="1039114"/>
                  </a:lnTo>
                  <a:lnTo>
                    <a:pt x="452628" y="993648"/>
                  </a:lnTo>
                  <a:close/>
                </a:path>
                <a:path w="452755" h="3602990">
                  <a:moveTo>
                    <a:pt x="452628" y="225552"/>
                  </a:moveTo>
                  <a:lnTo>
                    <a:pt x="448017" y="180098"/>
                  </a:lnTo>
                  <a:lnTo>
                    <a:pt x="434835" y="137756"/>
                  </a:lnTo>
                  <a:lnTo>
                    <a:pt x="413969" y="99453"/>
                  </a:lnTo>
                  <a:lnTo>
                    <a:pt x="386334" y="66065"/>
                  </a:lnTo>
                  <a:lnTo>
                    <a:pt x="352844" y="38531"/>
                  </a:lnTo>
                  <a:lnTo>
                    <a:pt x="314401" y="17729"/>
                  </a:lnTo>
                  <a:lnTo>
                    <a:pt x="271919" y="4584"/>
                  </a:lnTo>
                  <a:lnTo>
                    <a:pt x="226314" y="0"/>
                  </a:lnTo>
                  <a:lnTo>
                    <a:pt x="180695" y="4584"/>
                  </a:lnTo>
                  <a:lnTo>
                    <a:pt x="138214" y="17729"/>
                  </a:lnTo>
                  <a:lnTo>
                    <a:pt x="99771" y="38531"/>
                  </a:lnTo>
                  <a:lnTo>
                    <a:pt x="66281" y="66065"/>
                  </a:lnTo>
                  <a:lnTo>
                    <a:pt x="38646" y="99453"/>
                  </a:lnTo>
                  <a:lnTo>
                    <a:pt x="17780" y="137756"/>
                  </a:lnTo>
                  <a:lnTo>
                    <a:pt x="4597" y="180098"/>
                  </a:lnTo>
                  <a:lnTo>
                    <a:pt x="0" y="225552"/>
                  </a:lnTo>
                  <a:lnTo>
                    <a:pt x="4597" y="271018"/>
                  </a:lnTo>
                  <a:lnTo>
                    <a:pt x="17780" y="313359"/>
                  </a:lnTo>
                  <a:lnTo>
                    <a:pt x="38646" y="351663"/>
                  </a:lnTo>
                  <a:lnTo>
                    <a:pt x="66281" y="385051"/>
                  </a:lnTo>
                  <a:lnTo>
                    <a:pt x="99771" y="412584"/>
                  </a:lnTo>
                  <a:lnTo>
                    <a:pt x="138214" y="433387"/>
                  </a:lnTo>
                  <a:lnTo>
                    <a:pt x="180695" y="446532"/>
                  </a:lnTo>
                  <a:lnTo>
                    <a:pt x="226314" y="451104"/>
                  </a:lnTo>
                  <a:lnTo>
                    <a:pt x="271919" y="446532"/>
                  </a:lnTo>
                  <a:lnTo>
                    <a:pt x="314401" y="433387"/>
                  </a:lnTo>
                  <a:lnTo>
                    <a:pt x="352844" y="412584"/>
                  </a:lnTo>
                  <a:lnTo>
                    <a:pt x="386334" y="385051"/>
                  </a:lnTo>
                  <a:lnTo>
                    <a:pt x="413969" y="351663"/>
                  </a:lnTo>
                  <a:lnTo>
                    <a:pt x="434835" y="313359"/>
                  </a:lnTo>
                  <a:lnTo>
                    <a:pt x="448017" y="271018"/>
                  </a:lnTo>
                  <a:lnTo>
                    <a:pt x="452628" y="225552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21080" y="1575815"/>
              <a:ext cx="589915" cy="3705225"/>
            </a:xfrm>
            <a:custGeom>
              <a:avLst/>
              <a:gdLst/>
              <a:ahLst/>
              <a:cxnLst/>
              <a:rect l="l" t="t" r="r" b="b"/>
              <a:pathLst>
                <a:path w="589915" h="3705225">
                  <a:moveTo>
                    <a:pt x="125463" y="3178111"/>
                  </a:moveTo>
                  <a:lnTo>
                    <a:pt x="118833" y="3171444"/>
                  </a:lnTo>
                  <a:lnTo>
                    <a:pt x="112204" y="3171444"/>
                  </a:lnTo>
                  <a:lnTo>
                    <a:pt x="78422" y="3210407"/>
                  </a:lnTo>
                  <a:lnTo>
                    <a:pt x="55587" y="3249904"/>
                  </a:lnTo>
                  <a:lnTo>
                    <a:pt x="40360" y="3292195"/>
                  </a:lnTo>
                  <a:lnTo>
                    <a:pt x="32740" y="3336226"/>
                  </a:lnTo>
                  <a:lnTo>
                    <a:pt x="32740" y="3380905"/>
                  </a:lnTo>
                  <a:lnTo>
                    <a:pt x="40360" y="3425177"/>
                  </a:lnTo>
                  <a:lnTo>
                    <a:pt x="55587" y="3467976"/>
                  </a:lnTo>
                  <a:lnTo>
                    <a:pt x="78422" y="3508210"/>
                  </a:lnTo>
                  <a:lnTo>
                    <a:pt x="108889" y="3544824"/>
                  </a:lnTo>
                  <a:lnTo>
                    <a:pt x="112204" y="3548151"/>
                  </a:lnTo>
                  <a:lnTo>
                    <a:pt x="118833" y="3548151"/>
                  </a:lnTo>
                  <a:lnTo>
                    <a:pt x="125463" y="3541484"/>
                  </a:lnTo>
                  <a:lnTo>
                    <a:pt x="125463" y="3534816"/>
                  </a:lnTo>
                  <a:lnTo>
                    <a:pt x="122148" y="3531489"/>
                  </a:lnTo>
                  <a:lnTo>
                    <a:pt x="90589" y="3493770"/>
                  </a:lnTo>
                  <a:lnTo>
                    <a:pt x="68046" y="3451593"/>
                  </a:lnTo>
                  <a:lnTo>
                    <a:pt x="54533" y="3406444"/>
                  </a:lnTo>
                  <a:lnTo>
                    <a:pt x="50025" y="3359810"/>
                  </a:lnTo>
                  <a:lnTo>
                    <a:pt x="54533" y="3313176"/>
                  </a:lnTo>
                  <a:lnTo>
                    <a:pt x="68046" y="3268027"/>
                  </a:lnTo>
                  <a:lnTo>
                    <a:pt x="90589" y="3225838"/>
                  </a:lnTo>
                  <a:lnTo>
                    <a:pt x="122148" y="3188106"/>
                  </a:lnTo>
                  <a:lnTo>
                    <a:pt x="125463" y="3184779"/>
                  </a:lnTo>
                  <a:lnTo>
                    <a:pt x="125463" y="3178111"/>
                  </a:lnTo>
                  <a:close/>
                </a:path>
                <a:path w="589915" h="3705225">
                  <a:moveTo>
                    <a:pt x="136398" y="1903742"/>
                  </a:moveTo>
                  <a:lnTo>
                    <a:pt x="133350" y="1885962"/>
                  </a:lnTo>
                  <a:lnTo>
                    <a:pt x="129120" y="1879612"/>
                  </a:lnTo>
                  <a:lnTo>
                    <a:pt x="124891" y="1873262"/>
                  </a:lnTo>
                  <a:lnTo>
                    <a:pt x="119354" y="1869465"/>
                  </a:lnTo>
                  <a:lnTo>
                    <a:pt x="119354" y="1903742"/>
                  </a:lnTo>
                  <a:lnTo>
                    <a:pt x="117538" y="1911362"/>
                  </a:lnTo>
                  <a:lnTo>
                    <a:pt x="112522" y="1917712"/>
                  </a:lnTo>
                  <a:lnTo>
                    <a:pt x="104952" y="1921522"/>
                  </a:lnTo>
                  <a:lnTo>
                    <a:pt x="95478" y="1924062"/>
                  </a:lnTo>
                  <a:lnTo>
                    <a:pt x="85991" y="1921522"/>
                  </a:lnTo>
                  <a:lnTo>
                    <a:pt x="78422" y="1917712"/>
                  </a:lnTo>
                  <a:lnTo>
                    <a:pt x="73406" y="1911362"/>
                  </a:lnTo>
                  <a:lnTo>
                    <a:pt x="71602" y="1903742"/>
                  </a:lnTo>
                  <a:lnTo>
                    <a:pt x="73406" y="1893582"/>
                  </a:lnTo>
                  <a:lnTo>
                    <a:pt x="78422" y="1885962"/>
                  </a:lnTo>
                  <a:lnTo>
                    <a:pt x="85991" y="1880882"/>
                  </a:lnTo>
                  <a:lnTo>
                    <a:pt x="95478" y="1879612"/>
                  </a:lnTo>
                  <a:lnTo>
                    <a:pt x="104952" y="1880882"/>
                  </a:lnTo>
                  <a:lnTo>
                    <a:pt x="112522" y="1885962"/>
                  </a:lnTo>
                  <a:lnTo>
                    <a:pt x="117538" y="1893582"/>
                  </a:lnTo>
                  <a:lnTo>
                    <a:pt x="119354" y="1903742"/>
                  </a:lnTo>
                  <a:lnTo>
                    <a:pt x="119354" y="1869465"/>
                  </a:lnTo>
                  <a:lnTo>
                    <a:pt x="111937" y="1864372"/>
                  </a:lnTo>
                  <a:lnTo>
                    <a:pt x="95478" y="1861832"/>
                  </a:lnTo>
                  <a:lnTo>
                    <a:pt x="79006" y="1864372"/>
                  </a:lnTo>
                  <a:lnTo>
                    <a:pt x="66065" y="1873262"/>
                  </a:lnTo>
                  <a:lnTo>
                    <a:pt x="57594" y="1885962"/>
                  </a:lnTo>
                  <a:lnTo>
                    <a:pt x="54559" y="1903742"/>
                  </a:lnTo>
                  <a:lnTo>
                    <a:pt x="57594" y="1918982"/>
                  </a:lnTo>
                  <a:lnTo>
                    <a:pt x="66065" y="1931682"/>
                  </a:lnTo>
                  <a:lnTo>
                    <a:pt x="79006" y="1940572"/>
                  </a:lnTo>
                  <a:lnTo>
                    <a:pt x="95478" y="1944382"/>
                  </a:lnTo>
                  <a:lnTo>
                    <a:pt x="111937" y="1940572"/>
                  </a:lnTo>
                  <a:lnTo>
                    <a:pt x="124891" y="1931682"/>
                  </a:lnTo>
                  <a:lnTo>
                    <a:pt x="129971" y="1924062"/>
                  </a:lnTo>
                  <a:lnTo>
                    <a:pt x="133350" y="1918982"/>
                  </a:lnTo>
                  <a:lnTo>
                    <a:pt x="136398" y="1903742"/>
                  </a:lnTo>
                  <a:close/>
                </a:path>
                <a:path w="589915" h="3705225">
                  <a:moveTo>
                    <a:pt x="136398" y="1727212"/>
                  </a:moveTo>
                  <a:lnTo>
                    <a:pt x="133350" y="1710702"/>
                  </a:lnTo>
                  <a:lnTo>
                    <a:pt x="128270" y="1703082"/>
                  </a:lnTo>
                  <a:lnTo>
                    <a:pt x="124891" y="1698002"/>
                  </a:lnTo>
                  <a:lnTo>
                    <a:pt x="119354" y="1694205"/>
                  </a:lnTo>
                  <a:lnTo>
                    <a:pt x="119354" y="1727212"/>
                  </a:lnTo>
                  <a:lnTo>
                    <a:pt x="117538" y="1737372"/>
                  </a:lnTo>
                  <a:lnTo>
                    <a:pt x="112522" y="1744992"/>
                  </a:lnTo>
                  <a:lnTo>
                    <a:pt x="104952" y="1750072"/>
                  </a:lnTo>
                  <a:lnTo>
                    <a:pt x="95478" y="1751342"/>
                  </a:lnTo>
                  <a:lnTo>
                    <a:pt x="85991" y="1750072"/>
                  </a:lnTo>
                  <a:lnTo>
                    <a:pt x="78422" y="1744992"/>
                  </a:lnTo>
                  <a:lnTo>
                    <a:pt x="73406" y="1737372"/>
                  </a:lnTo>
                  <a:lnTo>
                    <a:pt x="71602" y="1727212"/>
                  </a:lnTo>
                  <a:lnTo>
                    <a:pt x="73406" y="1718322"/>
                  </a:lnTo>
                  <a:lnTo>
                    <a:pt x="78422" y="1710702"/>
                  </a:lnTo>
                  <a:lnTo>
                    <a:pt x="85991" y="1705622"/>
                  </a:lnTo>
                  <a:lnTo>
                    <a:pt x="95478" y="1703082"/>
                  </a:lnTo>
                  <a:lnTo>
                    <a:pt x="104952" y="1705622"/>
                  </a:lnTo>
                  <a:lnTo>
                    <a:pt x="112522" y="1710702"/>
                  </a:lnTo>
                  <a:lnTo>
                    <a:pt x="117538" y="1718322"/>
                  </a:lnTo>
                  <a:lnTo>
                    <a:pt x="119354" y="1727212"/>
                  </a:lnTo>
                  <a:lnTo>
                    <a:pt x="119354" y="1694205"/>
                  </a:lnTo>
                  <a:lnTo>
                    <a:pt x="111937" y="1689112"/>
                  </a:lnTo>
                  <a:lnTo>
                    <a:pt x="95478" y="1686572"/>
                  </a:lnTo>
                  <a:lnTo>
                    <a:pt x="79006" y="1689112"/>
                  </a:lnTo>
                  <a:lnTo>
                    <a:pt x="66065" y="1698002"/>
                  </a:lnTo>
                  <a:lnTo>
                    <a:pt x="57594" y="1710702"/>
                  </a:lnTo>
                  <a:lnTo>
                    <a:pt x="54559" y="1727212"/>
                  </a:lnTo>
                  <a:lnTo>
                    <a:pt x="57594" y="1743722"/>
                  </a:lnTo>
                  <a:lnTo>
                    <a:pt x="66065" y="1757692"/>
                  </a:lnTo>
                  <a:lnTo>
                    <a:pt x="79006" y="1765312"/>
                  </a:lnTo>
                  <a:lnTo>
                    <a:pt x="95478" y="1769122"/>
                  </a:lnTo>
                  <a:lnTo>
                    <a:pt x="111937" y="1765312"/>
                  </a:lnTo>
                  <a:lnTo>
                    <a:pt x="124891" y="1757692"/>
                  </a:lnTo>
                  <a:lnTo>
                    <a:pt x="128739" y="1751342"/>
                  </a:lnTo>
                  <a:lnTo>
                    <a:pt x="133350" y="1743722"/>
                  </a:lnTo>
                  <a:lnTo>
                    <a:pt x="136398" y="1727212"/>
                  </a:lnTo>
                  <a:close/>
                </a:path>
                <a:path w="589915" h="3705225">
                  <a:moveTo>
                    <a:pt x="142875" y="2846082"/>
                  </a:moveTo>
                  <a:lnTo>
                    <a:pt x="139827" y="2830842"/>
                  </a:lnTo>
                  <a:lnTo>
                    <a:pt x="135966" y="2824492"/>
                  </a:lnTo>
                  <a:lnTo>
                    <a:pt x="131330" y="2816872"/>
                  </a:lnTo>
                  <a:lnTo>
                    <a:pt x="125780" y="2813075"/>
                  </a:lnTo>
                  <a:lnTo>
                    <a:pt x="125780" y="2846082"/>
                  </a:lnTo>
                  <a:lnTo>
                    <a:pt x="123952" y="2854972"/>
                  </a:lnTo>
                  <a:lnTo>
                    <a:pt x="118935" y="2862592"/>
                  </a:lnTo>
                  <a:lnTo>
                    <a:pt x="111340" y="2867672"/>
                  </a:lnTo>
                  <a:lnTo>
                    <a:pt x="101841" y="2870212"/>
                  </a:lnTo>
                  <a:lnTo>
                    <a:pt x="92329" y="2867672"/>
                  </a:lnTo>
                  <a:lnTo>
                    <a:pt x="84734" y="2862592"/>
                  </a:lnTo>
                  <a:lnTo>
                    <a:pt x="79717" y="2854972"/>
                  </a:lnTo>
                  <a:lnTo>
                    <a:pt x="77901" y="2846082"/>
                  </a:lnTo>
                  <a:lnTo>
                    <a:pt x="79717" y="2838462"/>
                  </a:lnTo>
                  <a:lnTo>
                    <a:pt x="84734" y="2830842"/>
                  </a:lnTo>
                  <a:lnTo>
                    <a:pt x="92329" y="2827032"/>
                  </a:lnTo>
                  <a:lnTo>
                    <a:pt x="101841" y="2824492"/>
                  </a:lnTo>
                  <a:lnTo>
                    <a:pt x="111340" y="2827032"/>
                  </a:lnTo>
                  <a:lnTo>
                    <a:pt x="118935" y="2830842"/>
                  </a:lnTo>
                  <a:lnTo>
                    <a:pt x="123952" y="2838462"/>
                  </a:lnTo>
                  <a:lnTo>
                    <a:pt x="125780" y="2846082"/>
                  </a:lnTo>
                  <a:lnTo>
                    <a:pt x="125780" y="2813075"/>
                  </a:lnTo>
                  <a:lnTo>
                    <a:pt x="118351" y="2807982"/>
                  </a:lnTo>
                  <a:lnTo>
                    <a:pt x="101841" y="2804172"/>
                  </a:lnTo>
                  <a:lnTo>
                    <a:pt x="85318" y="2807982"/>
                  </a:lnTo>
                  <a:lnTo>
                    <a:pt x="72339" y="2816872"/>
                  </a:lnTo>
                  <a:lnTo>
                    <a:pt x="63842" y="2830842"/>
                  </a:lnTo>
                  <a:lnTo>
                    <a:pt x="60807" y="2846082"/>
                  </a:lnTo>
                  <a:lnTo>
                    <a:pt x="63842" y="2862592"/>
                  </a:lnTo>
                  <a:lnTo>
                    <a:pt x="72339" y="2875292"/>
                  </a:lnTo>
                  <a:lnTo>
                    <a:pt x="85318" y="2884182"/>
                  </a:lnTo>
                  <a:lnTo>
                    <a:pt x="101841" y="2886722"/>
                  </a:lnTo>
                  <a:lnTo>
                    <a:pt x="118351" y="2884182"/>
                  </a:lnTo>
                  <a:lnTo>
                    <a:pt x="131330" y="2875292"/>
                  </a:lnTo>
                  <a:lnTo>
                    <a:pt x="134721" y="2870212"/>
                  </a:lnTo>
                  <a:lnTo>
                    <a:pt x="139827" y="2862592"/>
                  </a:lnTo>
                  <a:lnTo>
                    <a:pt x="142875" y="2846082"/>
                  </a:lnTo>
                  <a:close/>
                </a:path>
                <a:path w="589915" h="3705225">
                  <a:moveTo>
                    <a:pt x="142875" y="2673362"/>
                  </a:moveTo>
                  <a:lnTo>
                    <a:pt x="139827" y="2656852"/>
                  </a:lnTo>
                  <a:lnTo>
                    <a:pt x="135191" y="2649232"/>
                  </a:lnTo>
                  <a:lnTo>
                    <a:pt x="131330" y="2642882"/>
                  </a:lnTo>
                  <a:lnTo>
                    <a:pt x="125780" y="2639631"/>
                  </a:lnTo>
                  <a:lnTo>
                    <a:pt x="125780" y="2673362"/>
                  </a:lnTo>
                  <a:lnTo>
                    <a:pt x="123952" y="2680982"/>
                  </a:lnTo>
                  <a:lnTo>
                    <a:pt x="118935" y="2687332"/>
                  </a:lnTo>
                  <a:lnTo>
                    <a:pt x="111340" y="2692412"/>
                  </a:lnTo>
                  <a:lnTo>
                    <a:pt x="101841" y="2693682"/>
                  </a:lnTo>
                  <a:lnTo>
                    <a:pt x="92329" y="2692412"/>
                  </a:lnTo>
                  <a:lnTo>
                    <a:pt x="84734" y="2687332"/>
                  </a:lnTo>
                  <a:lnTo>
                    <a:pt x="79717" y="2680982"/>
                  </a:lnTo>
                  <a:lnTo>
                    <a:pt x="77901" y="2673362"/>
                  </a:lnTo>
                  <a:lnTo>
                    <a:pt x="79717" y="2663202"/>
                  </a:lnTo>
                  <a:lnTo>
                    <a:pt x="84734" y="2655582"/>
                  </a:lnTo>
                  <a:lnTo>
                    <a:pt x="92329" y="2650502"/>
                  </a:lnTo>
                  <a:lnTo>
                    <a:pt x="101841" y="2649232"/>
                  </a:lnTo>
                  <a:lnTo>
                    <a:pt x="111340" y="2650502"/>
                  </a:lnTo>
                  <a:lnTo>
                    <a:pt x="118935" y="2655582"/>
                  </a:lnTo>
                  <a:lnTo>
                    <a:pt x="123952" y="2663202"/>
                  </a:lnTo>
                  <a:lnTo>
                    <a:pt x="125780" y="2673362"/>
                  </a:lnTo>
                  <a:lnTo>
                    <a:pt x="125780" y="2639631"/>
                  </a:lnTo>
                  <a:lnTo>
                    <a:pt x="118351" y="2635262"/>
                  </a:lnTo>
                  <a:lnTo>
                    <a:pt x="101841" y="2631452"/>
                  </a:lnTo>
                  <a:lnTo>
                    <a:pt x="85318" y="2635262"/>
                  </a:lnTo>
                  <a:lnTo>
                    <a:pt x="72339" y="2642882"/>
                  </a:lnTo>
                  <a:lnTo>
                    <a:pt x="63842" y="2656852"/>
                  </a:lnTo>
                  <a:lnTo>
                    <a:pt x="60807" y="2673362"/>
                  </a:lnTo>
                  <a:lnTo>
                    <a:pt x="63842" y="2688602"/>
                  </a:lnTo>
                  <a:lnTo>
                    <a:pt x="72339" y="2701302"/>
                  </a:lnTo>
                  <a:lnTo>
                    <a:pt x="85318" y="2711462"/>
                  </a:lnTo>
                  <a:lnTo>
                    <a:pt x="101841" y="2714002"/>
                  </a:lnTo>
                  <a:lnTo>
                    <a:pt x="118351" y="2711462"/>
                  </a:lnTo>
                  <a:lnTo>
                    <a:pt x="131330" y="2701302"/>
                  </a:lnTo>
                  <a:lnTo>
                    <a:pt x="136423" y="2693682"/>
                  </a:lnTo>
                  <a:lnTo>
                    <a:pt x="139827" y="2688602"/>
                  </a:lnTo>
                  <a:lnTo>
                    <a:pt x="142875" y="2673362"/>
                  </a:lnTo>
                  <a:close/>
                </a:path>
                <a:path w="589915" h="3705225">
                  <a:moveTo>
                    <a:pt x="142875" y="2496832"/>
                  </a:moveTo>
                  <a:lnTo>
                    <a:pt x="139827" y="2480322"/>
                  </a:lnTo>
                  <a:lnTo>
                    <a:pt x="134721" y="2472702"/>
                  </a:lnTo>
                  <a:lnTo>
                    <a:pt x="131330" y="2467622"/>
                  </a:lnTo>
                  <a:lnTo>
                    <a:pt x="125780" y="2463825"/>
                  </a:lnTo>
                  <a:lnTo>
                    <a:pt x="125780" y="2496832"/>
                  </a:lnTo>
                  <a:lnTo>
                    <a:pt x="123952" y="2506992"/>
                  </a:lnTo>
                  <a:lnTo>
                    <a:pt x="118935" y="2514612"/>
                  </a:lnTo>
                  <a:lnTo>
                    <a:pt x="111340" y="2519692"/>
                  </a:lnTo>
                  <a:lnTo>
                    <a:pt x="101841" y="2520962"/>
                  </a:lnTo>
                  <a:lnTo>
                    <a:pt x="92329" y="2519692"/>
                  </a:lnTo>
                  <a:lnTo>
                    <a:pt x="84734" y="2514612"/>
                  </a:lnTo>
                  <a:lnTo>
                    <a:pt x="79717" y="2506992"/>
                  </a:lnTo>
                  <a:lnTo>
                    <a:pt x="77901" y="2496832"/>
                  </a:lnTo>
                  <a:lnTo>
                    <a:pt x="79717" y="2487942"/>
                  </a:lnTo>
                  <a:lnTo>
                    <a:pt x="84734" y="2480322"/>
                  </a:lnTo>
                  <a:lnTo>
                    <a:pt x="92329" y="2475242"/>
                  </a:lnTo>
                  <a:lnTo>
                    <a:pt x="101841" y="2472702"/>
                  </a:lnTo>
                  <a:lnTo>
                    <a:pt x="111340" y="2475242"/>
                  </a:lnTo>
                  <a:lnTo>
                    <a:pt x="118935" y="2480322"/>
                  </a:lnTo>
                  <a:lnTo>
                    <a:pt x="123952" y="2487942"/>
                  </a:lnTo>
                  <a:lnTo>
                    <a:pt x="125780" y="2496832"/>
                  </a:lnTo>
                  <a:lnTo>
                    <a:pt x="125780" y="2463825"/>
                  </a:lnTo>
                  <a:lnTo>
                    <a:pt x="118351" y="2458732"/>
                  </a:lnTo>
                  <a:lnTo>
                    <a:pt x="101841" y="2456192"/>
                  </a:lnTo>
                  <a:lnTo>
                    <a:pt x="85318" y="2458732"/>
                  </a:lnTo>
                  <a:lnTo>
                    <a:pt x="72339" y="2467622"/>
                  </a:lnTo>
                  <a:lnTo>
                    <a:pt x="63842" y="2480322"/>
                  </a:lnTo>
                  <a:lnTo>
                    <a:pt x="60807" y="2496832"/>
                  </a:lnTo>
                  <a:lnTo>
                    <a:pt x="63842" y="2514612"/>
                  </a:lnTo>
                  <a:lnTo>
                    <a:pt x="72339" y="2527312"/>
                  </a:lnTo>
                  <a:lnTo>
                    <a:pt x="85318" y="2536202"/>
                  </a:lnTo>
                  <a:lnTo>
                    <a:pt x="101841" y="2538742"/>
                  </a:lnTo>
                  <a:lnTo>
                    <a:pt x="118351" y="2536202"/>
                  </a:lnTo>
                  <a:lnTo>
                    <a:pt x="131330" y="2527312"/>
                  </a:lnTo>
                  <a:lnTo>
                    <a:pt x="135572" y="2520962"/>
                  </a:lnTo>
                  <a:lnTo>
                    <a:pt x="139827" y="2514612"/>
                  </a:lnTo>
                  <a:lnTo>
                    <a:pt x="142875" y="2496832"/>
                  </a:lnTo>
                  <a:close/>
                </a:path>
                <a:path w="589915" h="3705225">
                  <a:moveTo>
                    <a:pt x="161937" y="3214789"/>
                  </a:moveTo>
                  <a:lnTo>
                    <a:pt x="155308" y="3208109"/>
                  </a:lnTo>
                  <a:lnTo>
                    <a:pt x="151993" y="3208109"/>
                  </a:lnTo>
                  <a:lnTo>
                    <a:pt x="148678" y="3211449"/>
                  </a:lnTo>
                  <a:lnTo>
                    <a:pt x="118224" y="3249752"/>
                  </a:lnTo>
                  <a:lnTo>
                    <a:pt x="97917" y="3292144"/>
                  </a:lnTo>
                  <a:lnTo>
                    <a:pt x="87769" y="3336975"/>
                  </a:lnTo>
                  <a:lnTo>
                    <a:pt x="87769" y="3382632"/>
                  </a:lnTo>
                  <a:lnTo>
                    <a:pt x="97917" y="3427463"/>
                  </a:lnTo>
                  <a:lnTo>
                    <a:pt x="118224" y="3469856"/>
                  </a:lnTo>
                  <a:lnTo>
                    <a:pt x="148678" y="3508146"/>
                  </a:lnTo>
                  <a:lnTo>
                    <a:pt x="158623" y="3508146"/>
                  </a:lnTo>
                  <a:lnTo>
                    <a:pt x="161937" y="3501479"/>
                  </a:lnTo>
                  <a:lnTo>
                    <a:pt x="161937" y="3498151"/>
                  </a:lnTo>
                  <a:lnTo>
                    <a:pt x="158623" y="3494811"/>
                  </a:lnTo>
                  <a:lnTo>
                    <a:pt x="128219" y="3453282"/>
                  </a:lnTo>
                  <a:lnTo>
                    <a:pt x="109982" y="3407029"/>
                  </a:lnTo>
                  <a:lnTo>
                    <a:pt x="103911" y="3358553"/>
                  </a:lnTo>
                  <a:lnTo>
                    <a:pt x="109982" y="3310356"/>
                  </a:lnTo>
                  <a:lnTo>
                    <a:pt x="128219" y="3264928"/>
                  </a:lnTo>
                  <a:lnTo>
                    <a:pt x="158623" y="3224784"/>
                  </a:lnTo>
                  <a:lnTo>
                    <a:pt x="161937" y="3221444"/>
                  </a:lnTo>
                  <a:lnTo>
                    <a:pt x="161937" y="3214789"/>
                  </a:lnTo>
                  <a:close/>
                </a:path>
                <a:path w="589915" h="3705225">
                  <a:moveTo>
                    <a:pt x="201726" y="3254781"/>
                  </a:moveTo>
                  <a:lnTo>
                    <a:pt x="195097" y="3248126"/>
                  </a:lnTo>
                  <a:lnTo>
                    <a:pt x="188468" y="3248126"/>
                  </a:lnTo>
                  <a:lnTo>
                    <a:pt x="152400" y="3301047"/>
                  </a:lnTo>
                  <a:lnTo>
                    <a:pt x="142049" y="3358134"/>
                  </a:lnTo>
                  <a:lnTo>
                    <a:pt x="144589" y="3389388"/>
                  </a:lnTo>
                  <a:lnTo>
                    <a:pt x="152400" y="3418141"/>
                  </a:lnTo>
                  <a:lnTo>
                    <a:pt x="165823" y="3444392"/>
                  </a:lnTo>
                  <a:lnTo>
                    <a:pt x="185153" y="3468141"/>
                  </a:lnTo>
                  <a:lnTo>
                    <a:pt x="188468" y="3471481"/>
                  </a:lnTo>
                  <a:lnTo>
                    <a:pt x="195097" y="3471481"/>
                  </a:lnTo>
                  <a:lnTo>
                    <a:pt x="201726" y="3464814"/>
                  </a:lnTo>
                  <a:lnTo>
                    <a:pt x="201726" y="3458146"/>
                  </a:lnTo>
                  <a:lnTo>
                    <a:pt x="198412" y="3454806"/>
                  </a:lnTo>
                  <a:lnTo>
                    <a:pt x="172948" y="3419691"/>
                  </a:lnTo>
                  <a:lnTo>
                    <a:pt x="160210" y="3380244"/>
                  </a:lnTo>
                  <a:lnTo>
                    <a:pt x="160210" y="3339363"/>
                  </a:lnTo>
                  <a:lnTo>
                    <a:pt x="172948" y="3299917"/>
                  </a:lnTo>
                  <a:lnTo>
                    <a:pt x="198412" y="3264789"/>
                  </a:lnTo>
                  <a:lnTo>
                    <a:pt x="201726" y="3261449"/>
                  </a:lnTo>
                  <a:lnTo>
                    <a:pt x="201726" y="3254781"/>
                  </a:lnTo>
                  <a:close/>
                </a:path>
                <a:path w="589915" h="3705225">
                  <a:moveTo>
                    <a:pt x="317119" y="1882152"/>
                  </a:moveTo>
                  <a:lnTo>
                    <a:pt x="313715" y="1879612"/>
                  </a:lnTo>
                  <a:lnTo>
                    <a:pt x="303491" y="1879612"/>
                  </a:lnTo>
                  <a:lnTo>
                    <a:pt x="300075" y="1882152"/>
                  </a:lnTo>
                  <a:lnTo>
                    <a:pt x="300075" y="1892312"/>
                  </a:lnTo>
                  <a:lnTo>
                    <a:pt x="303491" y="1896122"/>
                  </a:lnTo>
                  <a:lnTo>
                    <a:pt x="313715" y="1896122"/>
                  </a:lnTo>
                  <a:lnTo>
                    <a:pt x="317119" y="1892312"/>
                  </a:lnTo>
                  <a:lnTo>
                    <a:pt x="317119" y="1882152"/>
                  </a:lnTo>
                  <a:close/>
                </a:path>
                <a:path w="589915" h="3705225">
                  <a:moveTo>
                    <a:pt x="317119" y="1710702"/>
                  </a:moveTo>
                  <a:lnTo>
                    <a:pt x="313715" y="1703082"/>
                  </a:lnTo>
                  <a:lnTo>
                    <a:pt x="303491" y="1703082"/>
                  </a:lnTo>
                  <a:lnTo>
                    <a:pt x="300075" y="1710702"/>
                  </a:lnTo>
                  <a:lnTo>
                    <a:pt x="300075" y="1717052"/>
                  </a:lnTo>
                  <a:lnTo>
                    <a:pt x="303491" y="1724672"/>
                  </a:lnTo>
                  <a:lnTo>
                    <a:pt x="313715" y="1724672"/>
                  </a:lnTo>
                  <a:lnTo>
                    <a:pt x="317119" y="1717052"/>
                  </a:lnTo>
                  <a:lnTo>
                    <a:pt x="317119" y="1710702"/>
                  </a:lnTo>
                  <a:close/>
                </a:path>
                <a:path w="589915" h="3705225">
                  <a:moveTo>
                    <a:pt x="324104" y="2828302"/>
                  </a:moveTo>
                  <a:lnTo>
                    <a:pt x="320687" y="2824492"/>
                  </a:lnTo>
                  <a:lnTo>
                    <a:pt x="310426" y="2824492"/>
                  </a:lnTo>
                  <a:lnTo>
                    <a:pt x="307009" y="2828302"/>
                  </a:lnTo>
                  <a:lnTo>
                    <a:pt x="307009" y="2838462"/>
                  </a:lnTo>
                  <a:lnTo>
                    <a:pt x="310426" y="2842272"/>
                  </a:lnTo>
                  <a:lnTo>
                    <a:pt x="320687" y="2842272"/>
                  </a:lnTo>
                  <a:lnTo>
                    <a:pt x="324104" y="2838462"/>
                  </a:lnTo>
                  <a:lnTo>
                    <a:pt x="324104" y="2828302"/>
                  </a:lnTo>
                  <a:close/>
                </a:path>
                <a:path w="589915" h="3705225">
                  <a:moveTo>
                    <a:pt x="324104" y="2653042"/>
                  </a:moveTo>
                  <a:lnTo>
                    <a:pt x="320687" y="2649232"/>
                  </a:lnTo>
                  <a:lnTo>
                    <a:pt x="310426" y="2649232"/>
                  </a:lnTo>
                  <a:lnTo>
                    <a:pt x="307009" y="2653042"/>
                  </a:lnTo>
                  <a:lnTo>
                    <a:pt x="307009" y="2663202"/>
                  </a:lnTo>
                  <a:lnTo>
                    <a:pt x="310426" y="2665742"/>
                  </a:lnTo>
                  <a:lnTo>
                    <a:pt x="320687" y="2665742"/>
                  </a:lnTo>
                  <a:lnTo>
                    <a:pt x="324104" y="2663202"/>
                  </a:lnTo>
                  <a:lnTo>
                    <a:pt x="324104" y="2653042"/>
                  </a:lnTo>
                  <a:close/>
                </a:path>
                <a:path w="589915" h="3705225">
                  <a:moveTo>
                    <a:pt x="324104" y="2480322"/>
                  </a:moveTo>
                  <a:lnTo>
                    <a:pt x="320687" y="2472702"/>
                  </a:lnTo>
                  <a:lnTo>
                    <a:pt x="310426" y="2472702"/>
                  </a:lnTo>
                  <a:lnTo>
                    <a:pt x="307009" y="2480322"/>
                  </a:lnTo>
                  <a:lnTo>
                    <a:pt x="307009" y="2486672"/>
                  </a:lnTo>
                  <a:lnTo>
                    <a:pt x="310426" y="2494292"/>
                  </a:lnTo>
                  <a:lnTo>
                    <a:pt x="320687" y="2494292"/>
                  </a:lnTo>
                  <a:lnTo>
                    <a:pt x="324104" y="2486672"/>
                  </a:lnTo>
                  <a:lnTo>
                    <a:pt x="324104" y="2480322"/>
                  </a:lnTo>
                  <a:close/>
                </a:path>
                <a:path w="589915" h="3705225">
                  <a:moveTo>
                    <a:pt x="337591" y="1910092"/>
                  </a:moveTo>
                  <a:lnTo>
                    <a:pt x="330771" y="1906282"/>
                  </a:lnTo>
                  <a:lnTo>
                    <a:pt x="323951" y="1906282"/>
                  </a:lnTo>
                  <a:lnTo>
                    <a:pt x="317119" y="1910092"/>
                  </a:lnTo>
                  <a:lnTo>
                    <a:pt x="317119" y="1920252"/>
                  </a:lnTo>
                  <a:lnTo>
                    <a:pt x="323951" y="1924062"/>
                  </a:lnTo>
                  <a:lnTo>
                    <a:pt x="330771" y="1924062"/>
                  </a:lnTo>
                  <a:lnTo>
                    <a:pt x="337591" y="1920252"/>
                  </a:lnTo>
                  <a:lnTo>
                    <a:pt x="337591" y="1910092"/>
                  </a:lnTo>
                  <a:close/>
                </a:path>
                <a:path w="589915" h="3705225">
                  <a:moveTo>
                    <a:pt x="337591" y="1737372"/>
                  </a:moveTo>
                  <a:lnTo>
                    <a:pt x="330771" y="1731022"/>
                  </a:lnTo>
                  <a:lnTo>
                    <a:pt x="323951" y="1731022"/>
                  </a:lnTo>
                  <a:lnTo>
                    <a:pt x="317119" y="1737372"/>
                  </a:lnTo>
                  <a:lnTo>
                    <a:pt x="317119" y="1744992"/>
                  </a:lnTo>
                  <a:lnTo>
                    <a:pt x="323951" y="1751342"/>
                  </a:lnTo>
                  <a:lnTo>
                    <a:pt x="330771" y="1751342"/>
                  </a:lnTo>
                  <a:lnTo>
                    <a:pt x="337591" y="1744992"/>
                  </a:lnTo>
                  <a:lnTo>
                    <a:pt x="337591" y="1737372"/>
                  </a:lnTo>
                  <a:close/>
                </a:path>
                <a:path w="589915" h="3705225">
                  <a:moveTo>
                    <a:pt x="344627" y="2856242"/>
                  </a:moveTo>
                  <a:lnTo>
                    <a:pt x="337781" y="2852432"/>
                  </a:lnTo>
                  <a:lnTo>
                    <a:pt x="330949" y="2852432"/>
                  </a:lnTo>
                  <a:lnTo>
                    <a:pt x="324104" y="2856242"/>
                  </a:lnTo>
                  <a:lnTo>
                    <a:pt x="324104" y="2866402"/>
                  </a:lnTo>
                  <a:lnTo>
                    <a:pt x="330949" y="2870212"/>
                  </a:lnTo>
                  <a:lnTo>
                    <a:pt x="337781" y="2870212"/>
                  </a:lnTo>
                  <a:lnTo>
                    <a:pt x="344627" y="2866402"/>
                  </a:lnTo>
                  <a:lnTo>
                    <a:pt x="344627" y="2856242"/>
                  </a:lnTo>
                  <a:close/>
                </a:path>
                <a:path w="589915" h="3705225">
                  <a:moveTo>
                    <a:pt x="344627" y="2679712"/>
                  </a:moveTo>
                  <a:lnTo>
                    <a:pt x="337781" y="2677172"/>
                  </a:lnTo>
                  <a:lnTo>
                    <a:pt x="330949" y="2677172"/>
                  </a:lnTo>
                  <a:lnTo>
                    <a:pt x="324104" y="2679712"/>
                  </a:lnTo>
                  <a:lnTo>
                    <a:pt x="324104" y="2689872"/>
                  </a:lnTo>
                  <a:lnTo>
                    <a:pt x="330949" y="2693682"/>
                  </a:lnTo>
                  <a:lnTo>
                    <a:pt x="337781" y="2693682"/>
                  </a:lnTo>
                  <a:lnTo>
                    <a:pt x="344627" y="2689872"/>
                  </a:lnTo>
                  <a:lnTo>
                    <a:pt x="344627" y="2679712"/>
                  </a:lnTo>
                  <a:close/>
                </a:path>
                <a:path w="589915" h="3705225">
                  <a:moveTo>
                    <a:pt x="344627" y="2508262"/>
                  </a:moveTo>
                  <a:lnTo>
                    <a:pt x="337781" y="2500642"/>
                  </a:lnTo>
                  <a:lnTo>
                    <a:pt x="330949" y="2500642"/>
                  </a:lnTo>
                  <a:lnTo>
                    <a:pt x="324104" y="2508262"/>
                  </a:lnTo>
                  <a:lnTo>
                    <a:pt x="324104" y="2514612"/>
                  </a:lnTo>
                  <a:lnTo>
                    <a:pt x="330949" y="2520962"/>
                  </a:lnTo>
                  <a:lnTo>
                    <a:pt x="337781" y="2520962"/>
                  </a:lnTo>
                  <a:lnTo>
                    <a:pt x="344627" y="2514612"/>
                  </a:lnTo>
                  <a:lnTo>
                    <a:pt x="344627" y="2508262"/>
                  </a:lnTo>
                  <a:close/>
                </a:path>
                <a:path w="589915" h="3705225">
                  <a:moveTo>
                    <a:pt x="354634" y="1882152"/>
                  </a:moveTo>
                  <a:lnTo>
                    <a:pt x="351231" y="1879612"/>
                  </a:lnTo>
                  <a:lnTo>
                    <a:pt x="340995" y="1879612"/>
                  </a:lnTo>
                  <a:lnTo>
                    <a:pt x="337591" y="1882152"/>
                  </a:lnTo>
                  <a:lnTo>
                    <a:pt x="337591" y="1892312"/>
                  </a:lnTo>
                  <a:lnTo>
                    <a:pt x="340995" y="1896122"/>
                  </a:lnTo>
                  <a:lnTo>
                    <a:pt x="351231" y="1896122"/>
                  </a:lnTo>
                  <a:lnTo>
                    <a:pt x="354634" y="1892312"/>
                  </a:lnTo>
                  <a:lnTo>
                    <a:pt x="354634" y="1882152"/>
                  </a:lnTo>
                  <a:close/>
                </a:path>
                <a:path w="589915" h="3705225">
                  <a:moveTo>
                    <a:pt x="354634" y="1710702"/>
                  </a:moveTo>
                  <a:lnTo>
                    <a:pt x="351231" y="1703082"/>
                  </a:lnTo>
                  <a:lnTo>
                    <a:pt x="340995" y="1703082"/>
                  </a:lnTo>
                  <a:lnTo>
                    <a:pt x="337591" y="1710702"/>
                  </a:lnTo>
                  <a:lnTo>
                    <a:pt x="337591" y="1717052"/>
                  </a:lnTo>
                  <a:lnTo>
                    <a:pt x="340995" y="1724672"/>
                  </a:lnTo>
                  <a:lnTo>
                    <a:pt x="351231" y="1724672"/>
                  </a:lnTo>
                  <a:lnTo>
                    <a:pt x="354634" y="1717052"/>
                  </a:lnTo>
                  <a:lnTo>
                    <a:pt x="354634" y="1710702"/>
                  </a:lnTo>
                  <a:close/>
                </a:path>
                <a:path w="589915" h="3705225">
                  <a:moveTo>
                    <a:pt x="357568" y="3361461"/>
                  </a:moveTo>
                  <a:lnTo>
                    <a:pt x="352386" y="3336099"/>
                  </a:lnTo>
                  <a:lnTo>
                    <a:pt x="338505" y="3316046"/>
                  </a:lnTo>
                  <a:lnTo>
                    <a:pt x="337680" y="3315512"/>
                  </a:lnTo>
                  <a:lnTo>
                    <a:pt x="337680" y="3361461"/>
                  </a:lnTo>
                  <a:lnTo>
                    <a:pt x="334200" y="3378606"/>
                  </a:lnTo>
                  <a:lnTo>
                    <a:pt x="324827" y="3393554"/>
                  </a:lnTo>
                  <a:lnTo>
                    <a:pt x="311099" y="3404133"/>
                  </a:lnTo>
                  <a:lnTo>
                    <a:pt x="294576" y="3408134"/>
                  </a:lnTo>
                  <a:lnTo>
                    <a:pt x="276123" y="3404133"/>
                  </a:lnTo>
                  <a:lnTo>
                    <a:pt x="261404" y="3393554"/>
                  </a:lnTo>
                  <a:lnTo>
                    <a:pt x="251663" y="3378606"/>
                  </a:lnTo>
                  <a:lnTo>
                    <a:pt x="248145" y="3361461"/>
                  </a:lnTo>
                  <a:lnTo>
                    <a:pt x="251663" y="3342919"/>
                  </a:lnTo>
                  <a:lnTo>
                    <a:pt x="261404" y="3328136"/>
                  </a:lnTo>
                  <a:lnTo>
                    <a:pt x="276123" y="3318345"/>
                  </a:lnTo>
                  <a:lnTo>
                    <a:pt x="294576" y="3314801"/>
                  </a:lnTo>
                  <a:lnTo>
                    <a:pt x="311099" y="3318345"/>
                  </a:lnTo>
                  <a:lnTo>
                    <a:pt x="324827" y="3328136"/>
                  </a:lnTo>
                  <a:lnTo>
                    <a:pt x="334200" y="3342919"/>
                  </a:lnTo>
                  <a:lnTo>
                    <a:pt x="337680" y="3361461"/>
                  </a:lnTo>
                  <a:lnTo>
                    <a:pt x="337680" y="3315512"/>
                  </a:lnTo>
                  <a:lnTo>
                    <a:pt x="336613" y="3314801"/>
                  </a:lnTo>
                  <a:lnTo>
                    <a:pt x="318401" y="3302876"/>
                  </a:lnTo>
                  <a:lnTo>
                    <a:pt x="294576" y="3298126"/>
                  </a:lnTo>
                  <a:lnTo>
                    <a:pt x="269341" y="3302876"/>
                  </a:lnTo>
                  <a:lnTo>
                    <a:pt x="249389" y="3316046"/>
                  </a:lnTo>
                  <a:lnTo>
                    <a:pt x="236283" y="3336099"/>
                  </a:lnTo>
                  <a:lnTo>
                    <a:pt x="231571" y="3361461"/>
                  </a:lnTo>
                  <a:lnTo>
                    <a:pt x="235661" y="3383089"/>
                  </a:lnTo>
                  <a:lnTo>
                    <a:pt x="246900" y="3401898"/>
                  </a:lnTo>
                  <a:lnTo>
                    <a:pt x="263740" y="3416325"/>
                  </a:lnTo>
                  <a:lnTo>
                    <a:pt x="284619" y="3424809"/>
                  </a:lnTo>
                  <a:lnTo>
                    <a:pt x="284619" y="3701504"/>
                  </a:lnTo>
                  <a:lnTo>
                    <a:pt x="287947" y="3704844"/>
                  </a:lnTo>
                  <a:lnTo>
                    <a:pt x="297891" y="3704844"/>
                  </a:lnTo>
                  <a:lnTo>
                    <a:pt x="301205" y="3701504"/>
                  </a:lnTo>
                  <a:lnTo>
                    <a:pt x="301205" y="3424809"/>
                  </a:lnTo>
                  <a:lnTo>
                    <a:pt x="324002" y="3416325"/>
                  </a:lnTo>
                  <a:lnTo>
                    <a:pt x="334111" y="3408134"/>
                  </a:lnTo>
                  <a:lnTo>
                    <a:pt x="341820" y="3401898"/>
                  </a:lnTo>
                  <a:lnTo>
                    <a:pt x="353415" y="3383089"/>
                  </a:lnTo>
                  <a:lnTo>
                    <a:pt x="357568" y="3361461"/>
                  </a:lnTo>
                  <a:close/>
                </a:path>
                <a:path w="589915" h="3705225">
                  <a:moveTo>
                    <a:pt x="361721" y="2828302"/>
                  </a:moveTo>
                  <a:lnTo>
                    <a:pt x="358305" y="2824492"/>
                  </a:lnTo>
                  <a:lnTo>
                    <a:pt x="348043" y="2824492"/>
                  </a:lnTo>
                  <a:lnTo>
                    <a:pt x="344627" y="2828302"/>
                  </a:lnTo>
                  <a:lnTo>
                    <a:pt x="344627" y="2838462"/>
                  </a:lnTo>
                  <a:lnTo>
                    <a:pt x="348043" y="2842272"/>
                  </a:lnTo>
                  <a:lnTo>
                    <a:pt x="358305" y="2842272"/>
                  </a:lnTo>
                  <a:lnTo>
                    <a:pt x="361721" y="2838462"/>
                  </a:lnTo>
                  <a:lnTo>
                    <a:pt x="361721" y="2828302"/>
                  </a:lnTo>
                  <a:close/>
                </a:path>
                <a:path w="589915" h="3705225">
                  <a:moveTo>
                    <a:pt x="361721" y="2653042"/>
                  </a:moveTo>
                  <a:lnTo>
                    <a:pt x="358305" y="2649232"/>
                  </a:lnTo>
                  <a:lnTo>
                    <a:pt x="348043" y="2649232"/>
                  </a:lnTo>
                  <a:lnTo>
                    <a:pt x="344627" y="2653042"/>
                  </a:lnTo>
                  <a:lnTo>
                    <a:pt x="344627" y="2663202"/>
                  </a:lnTo>
                  <a:lnTo>
                    <a:pt x="348043" y="2665742"/>
                  </a:lnTo>
                  <a:lnTo>
                    <a:pt x="358305" y="2665742"/>
                  </a:lnTo>
                  <a:lnTo>
                    <a:pt x="361721" y="2663202"/>
                  </a:lnTo>
                  <a:lnTo>
                    <a:pt x="361721" y="2653042"/>
                  </a:lnTo>
                  <a:close/>
                </a:path>
                <a:path w="589915" h="3705225">
                  <a:moveTo>
                    <a:pt x="361721" y="2480322"/>
                  </a:moveTo>
                  <a:lnTo>
                    <a:pt x="358305" y="2472702"/>
                  </a:lnTo>
                  <a:lnTo>
                    <a:pt x="348043" y="2472702"/>
                  </a:lnTo>
                  <a:lnTo>
                    <a:pt x="344627" y="2480322"/>
                  </a:lnTo>
                  <a:lnTo>
                    <a:pt x="344627" y="2486672"/>
                  </a:lnTo>
                  <a:lnTo>
                    <a:pt x="348043" y="2494292"/>
                  </a:lnTo>
                  <a:lnTo>
                    <a:pt x="358305" y="2494292"/>
                  </a:lnTo>
                  <a:lnTo>
                    <a:pt x="361721" y="2486672"/>
                  </a:lnTo>
                  <a:lnTo>
                    <a:pt x="361721" y="2480322"/>
                  </a:lnTo>
                  <a:close/>
                </a:path>
                <a:path w="589915" h="3705225">
                  <a:moveTo>
                    <a:pt x="371690" y="1910092"/>
                  </a:moveTo>
                  <a:lnTo>
                    <a:pt x="368274" y="1906282"/>
                  </a:lnTo>
                  <a:lnTo>
                    <a:pt x="358038" y="1906282"/>
                  </a:lnTo>
                  <a:lnTo>
                    <a:pt x="354634" y="1910092"/>
                  </a:lnTo>
                  <a:lnTo>
                    <a:pt x="354634" y="1920252"/>
                  </a:lnTo>
                  <a:lnTo>
                    <a:pt x="358038" y="1924062"/>
                  </a:lnTo>
                  <a:lnTo>
                    <a:pt x="368274" y="1924062"/>
                  </a:lnTo>
                  <a:lnTo>
                    <a:pt x="371690" y="1920252"/>
                  </a:lnTo>
                  <a:lnTo>
                    <a:pt x="371690" y="1910092"/>
                  </a:lnTo>
                  <a:close/>
                </a:path>
                <a:path w="589915" h="3705225">
                  <a:moveTo>
                    <a:pt x="371690" y="1737372"/>
                  </a:moveTo>
                  <a:lnTo>
                    <a:pt x="368274" y="1731022"/>
                  </a:lnTo>
                  <a:lnTo>
                    <a:pt x="358038" y="1731022"/>
                  </a:lnTo>
                  <a:lnTo>
                    <a:pt x="354634" y="1737372"/>
                  </a:lnTo>
                  <a:lnTo>
                    <a:pt x="354634" y="1744992"/>
                  </a:lnTo>
                  <a:lnTo>
                    <a:pt x="358038" y="1751342"/>
                  </a:lnTo>
                  <a:lnTo>
                    <a:pt x="368274" y="1751342"/>
                  </a:lnTo>
                  <a:lnTo>
                    <a:pt x="371690" y="1744992"/>
                  </a:lnTo>
                  <a:lnTo>
                    <a:pt x="371690" y="1737372"/>
                  </a:lnTo>
                  <a:close/>
                </a:path>
                <a:path w="589915" h="3705225">
                  <a:moveTo>
                    <a:pt x="378815" y="2856242"/>
                  </a:moveTo>
                  <a:lnTo>
                    <a:pt x="375399" y="2852432"/>
                  </a:lnTo>
                  <a:lnTo>
                    <a:pt x="365137" y="2852432"/>
                  </a:lnTo>
                  <a:lnTo>
                    <a:pt x="361721" y="2856242"/>
                  </a:lnTo>
                  <a:lnTo>
                    <a:pt x="361721" y="2866402"/>
                  </a:lnTo>
                  <a:lnTo>
                    <a:pt x="365137" y="2870212"/>
                  </a:lnTo>
                  <a:lnTo>
                    <a:pt x="375399" y="2870212"/>
                  </a:lnTo>
                  <a:lnTo>
                    <a:pt x="378815" y="2866402"/>
                  </a:lnTo>
                  <a:lnTo>
                    <a:pt x="378815" y="2856242"/>
                  </a:lnTo>
                  <a:close/>
                </a:path>
                <a:path w="589915" h="3705225">
                  <a:moveTo>
                    <a:pt x="378815" y="2679712"/>
                  </a:moveTo>
                  <a:lnTo>
                    <a:pt x="375399" y="2677172"/>
                  </a:lnTo>
                  <a:lnTo>
                    <a:pt x="365137" y="2677172"/>
                  </a:lnTo>
                  <a:lnTo>
                    <a:pt x="361721" y="2679712"/>
                  </a:lnTo>
                  <a:lnTo>
                    <a:pt x="361721" y="2689872"/>
                  </a:lnTo>
                  <a:lnTo>
                    <a:pt x="365137" y="2693682"/>
                  </a:lnTo>
                  <a:lnTo>
                    <a:pt x="375399" y="2693682"/>
                  </a:lnTo>
                  <a:lnTo>
                    <a:pt x="378815" y="2689872"/>
                  </a:lnTo>
                  <a:lnTo>
                    <a:pt x="378815" y="2679712"/>
                  </a:lnTo>
                  <a:close/>
                </a:path>
                <a:path w="589915" h="3705225">
                  <a:moveTo>
                    <a:pt x="378815" y="2508262"/>
                  </a:moveTo>
                  <a:lnTo>
                    <a:pt x="375399" y="2500642"/>
                  </a:lnTo>
                  <a:lnTo>
                    <a:pt x="365137" y="2500642"/>
                  </a:lnTo>
                  <a:lnTo>
                    <a:pt x="361721" y="2508262"/>
                  </a:lnTo>
                  <a:lnTo>
                    <a:pt x="361721" y="2514612"/>
                  </a:lnTo>
                  <a:lnTo>
                    <a:pt x="365137" y="2520962"/>
                  </a:lnTo>
                  <a:lnTo>
                    <a:pt x="375399" y="2520962"/>
                  </a:lnTo>
                  <a:lnTo>
                    <a:pt x="378815" y="2514612"/>
                  </a:lnTo>
                  <a:lnTo>
                    <a:pt x="378815" y="2508262"/>
                  </a:lnTo>
                  <a:close/>
                </a:path>
                <a:path w="589915" h="3705225">
                  <a:moveTo>
                    <a:pt x="392150" y="1882152"/>
                  </a:moveTo>
                  <a:lnTo>
                    <a:pt x="385330" y="1879612"/>
                  </a:lnTo>
                  <a:lnTo>
                    <a:pt x="378510" y="1879612"/>
                  </a:lnTo>
                  <a:lnTo>
                    <a:pt x="371690" y="1882152"/>
                  </a:lnTo>
                  <a:lnTo>
                    <a:pt x="371690" y="1892312"/>
                  </a:lnTo>
                  <a:lnTo>
                    <a:pt x="378510" y="1896122"/>
                  </a:lnTo>
                  <a:lnTo>
                    <a:pt x="385330" y="1896122"/>
                  </a:lnTo>
                  <a:lnTo>
                    <a:pt x="392150" y="1892312"/>
                  </a:lnTo>
                  <a:lnTo>
                    <a:pt x="392150" y="1882152"/>
                  </a:lnTo>
                  <a:close/>
                </a:path>
                <a:path w="589915" h="3705225">
                  <a:moveTo>
                    <a:pt x="392150" y="1710702"/>
                  </a:moveTo>
                  <a:lnTo>
                    <a:pt x="385330" y="1703082"/>
                  </a:lnTo>
                  <a:lnTo>
                    <a:pt x="378510" y="1703082"/>
                  </a:lnTo>
                  <a:lnTo>
                    <a:pt x="371690" y="1710702"/>
                  </a:lnTo>
                  <a:lnTo>
                    <a:pt x="371690" y="1717052"/>
                  </a:lnTo>
                  <a:lnTo>
                    <a:pt x="378510" y="1724672"/>
                  </a:lnTo>
                  <a:lnTo>
                    <a:pt x="385330" y="1724672"/>
                  </a:lnTo>
                  <a:lnTo>
                    <a:pt x="392150" y="1717052"/>
                  </a:lnTo>
                  <a:lnTo>
                    <a:pt x="392150" y="1710702"/>
                  </a:lnTo>
                  <a:close/>
                </a:path>
                <a:path w="589915" h="3705225">
                  <a:moveTo>
                    <a:pt x="399338" y="2828302"/>
                  </a:moveTo>
                  <a:lnTo>
                    <a:pt x="392493" y="2824492"/>
                  </a:lnTo>
                  <a:lnTo>
                    <a:pt x="385660" y="2824492"/>
                  </a:lnTo>
                  <a:lnTo>
                    <a:pt x="378815" y="2828302"/>
                  </a:lnTo>
                  <a:lnTo>
                    <a:pt x="378815" y="2838462"/>
                  </a:lnTo>
                  <a:lnTo>
                    <a:pt x="385660" y="2842272"/>
                  </a:lnTo>
                  <a:lnTo>
                    <a:pt x="392493" y="2842272"/>
                  </a:lnTo>
                  <a:lnTo>
                    <a:pt x="399338" y="2838462"/>
                  </a:lnTo>
                  <a:lnTo>
                    <a:pt x="399338" y="2828302"/>
                  </a:lnTo>
                  <a:close/>
                </a:path>
                <a:path w="589915" h="3705225">
                  <a:moveTo>
                    <a:pt x="399338" y="2653042"/>
                  </a:moveTo>
                  <a:lnTo>
                    <a:pt x="392493" y="2649232"/>
                  </a:lnTo>
                  <a:lnTo>
                    <a:pt x="385660" y="2649232"/>
                  </a:lnTo>
                  <a:lnTo>
                    <a:pt x="378815" y="2653042"/>
                  </a:lnTo>
                  <a:lnTo>
                    <a:pt x="378815" y="2663202"/>
                  </a:lnTo>
                  <a:lnTo>
                    <a:pt x="385660" y="2665742"/>
                  </a:lnTo>
                  <a:lnTo>
                    <a:pt x="392493" y="2665742"/>
                  </a:lnTo>
                  <a:lnTo>
                    <a:pt x="399338" y="2663202"/>
                  </a:lnTo>
                  <a:lnTo>
                    <a:pt x="399338" y="2653042"/>
                  </a:lnTo>
                  <a:close/>
                </a:path>
                <a:path w="589915" h="3705225">
                  <a:moveTo>
                    <a:pt x="399338" y="2480322"/>
                  </a:moveTo>
                  <a:lnTo>
                    <a:pt x="392493" y="2472702"/>
                  </a:lnTo>
                  <a:lnTo>
                    <a:pt x="385660" y="2472702"/>
                  </a:lnTo>
                  <a:lnTo>
                    <a:pt x="378815" y="2480322"/>
                  </a:lnTo>
                  <a:lnTo>
                    <a:pt x="378815" y="2486672"/>
                  </a:lnTo>
                  <a:lnTo>
                    <a:pt x="385660" y="2494292"/>
                  </a:lnTo>
                  <a:lnTo>
                    <a:pt x="392493" y="2494292"/>
                  </a:lnTo>
                  <a:lnTo>
                    <a:pt x="399338" y="2486672"/>
                  </a:lnTo>
                  <a:lnTo>
                    <a:pt x="399338" y="2480322"/>
                  </a:lnTo>
                  <a:close/>
                </a:path>
                <a:path w="589915" h="3705225">
                  <a:moveTo>
                    <a:pt x="409194" y="1910092"/>
                  </a:moveTo>
                  <a:lnTo>
                    <a:pt x="405790" y="1906282"/>
                  </a:lnTo>
                  <a:lnTo>
                    <a:pt x="395554" y="1906282"/>
                  </a:lnTo>
                  <a:lnTo>
                    <a:pt x="392150" y="1910092"/>
                  </a:lnTo>
                  <a:lnTo>
                    <a:pt x="392150" y="1920252"/>
                  </a:lnTo>
                  <a:lnTo>
                    <a:pt x="395554" y="1924062"/>
                  </a:lnTo>
                  <a:lnTo>
                    <a:pt x="405790" y="1924062"/>
                  </a:lnTo>
                  <a:lnTo>
                    <a:pt x="409194" y="1920252"/>
                  </a:lnTo>
                  <a:lnTo>
                    <a:pt x="409194" y="1910092"/>
                  </a:lnTo>
                  <a:close/>
                </a:path>
                <a:path w="589915" h="3705225">
                  <a:moveTo>
                    <a:pt x="409194" y="1737372"/>
                  </a:moveTo>
                  <a:lnTo>
                    <a:pt x="405790" y="1731022"/>
                  </a:lnTo>
                  <a:lnTo>
                    <a:pt x="395554" y="1731022"/>
                  </a:lnTo>
                  <a:lnTo>
                    <a:pt x="392150" y="1737372"/>
                  </a:lnTo>
                  <a:lnTo>
                    <a:pt x="392150" y="1744992"/>
                  </a:lnTo>
                  <a:lnTo>
                    <a:pt x="395554" y="1751342"/>
                  </a:lnTo>
                  <a:lnTo>
                    <a:pt x="405790" y="1751342"/>
                  </a:lnTo>
                  <a:lnTo>
                    <a:pt x="409194" y="1744992"/>
                  </a:lnTo>
                  <a:lnTo>
                    <a:pt x="409194" y="1737372"/>
                  </a:lnTo>
                  <a:close/>
                </a:path>
                <a:path w="589915" h="3705225">
                  <a:moveTo>
                    <a:pt x="416433" y="2856242"/>
                  </a:moveTo>
                  <a:lnTo>
                    <a:pt x="413016" y="2852432"/>
                  </a:lnTo>
                  <a:lnTo>
                    <a:pt x="402755" y="2852432"/>
                  </a:lnTo>
                  <a:lnTo>
                    <a:pt x="399338" y="2856242"/>
                  </a:lnTo>
                  <a:lnTo>
                    <a:pt x="399338" y="2866402"/>
                  </a:lnTo>
                  <a:lnTo>
                    <a:pt x="402755" y="2870212"/>
                  </a:lnTo>
                  <a:lnTo>
                    <a:pt x="413016" y="2870212"/>
                  </a:lnTo>
                  <a:lnTo>
                    <a:pt x="416433" y="2866402"/>
                  </a:lnTo>
                  <a:lnTo>
                    <a:pt x="416433" y="2856242"/>
                  </a:lnTo>
                  <a:close/>
                </a:path>
                <a:path w="589915" h="3705225">
                  <a:moveTo>
                    <a:pt x="416433" y="2679712"/>
                  </a:moveTo>
                  <a:lnTo>
                    <a:pt x="413016" y="2677172"/>
                  </a:lnTo>
                  <a:lnTo>
                    <a:pt x="402755" y="2677172"/>
                  </a:lnTo>
                  <a:lnTo>
                    <a:pt x="399338" y="2679712"/>
                  </a:lnTo>
                  <a:lnTo>
                    <a:pt x="399338" y="2689872"/>
                  </a:lnTo>
                  <a:lnTo>
                    <a:pt x="402755" y="2693682"/>
                  </a:lnTo>
                  <a:lnTo>
                    <a:pt x="413016" y="2693682"/>
                  </a:lnTo>
                  <a:lnTo>
                    <a:pt x="416433" y="2689872"/>
                  </a:lnTo>
                  <a:lnTo>
                    <a:pt x="416433" y="2679712"/>
                  </a:lnTo>
                  <a:close/>
                </a:path>
                <a:path w="589915" h="3705225">
                  <a:moveTo>
                    <a:pt x="416433" y="2508262"/>
                  </a:moveTo>
                  <a:lnTo>
                    <a:pt x="413016" y="2500642"/>
                  </a:lnTo>
                  <a:lnTo>
                    <a:pt x="402755" y="2500642"/>
                  </a:lnTo>
                  <a:lnTo>
                    <a:pt x="399338" y="2508262"/>
                  </a:lnTo>
                  <a:lnTo>
                    <a:pt x="399338" y="2514612"/>
                  </a:lnTo>
                  <a:lnTo>
                    <a:pt x="402755" y="2520962"/>
                  </a:lnTo>
                  <a:lnTo>
                    <a:pt x="413016" y="2520962"/>
                  </a:lnTo>
                  <a:lnTo>
                    <a:pt x="416433" y="2514612"/>
                  </a:lnTo>
                  <a:lnTo>
                    <a:pt x="416433" y="2508262"/>
                  </a:lnTo>
                  <a:close/>
                </a:path>
                <a:path w="589915" h="3705225">
                  <a:moveTo>
                    <a:pt x="426250" y="1882152"/>
                  </a:moveTo>
                  <a:lnTo>
                    <a:pt x="422833" y="1879612"/>
                  </a:lnTo>
                  <a:lnTo>
                    <a:pt x="412610" y="1879612"/>
                  </a:lnTo>
                  <a:lnTo>
                    <a:pt x="409194" y="1882152"/>
                  </a:lnTo>
                  <a:lnTo>
                    <a:pt x="409194" y="1892312"/>
                  </a:lnTo>
                  <a:lnTo>
                    <a:pt x="412610" y="1896122"/>
                  </a:lnTo>
                  <a:lnTo>
                    <a:pt x="422833" y="1896122"/>
                  </a:lnTo>
                  <a:lnTo>
                    <a:pt x="426250" y="1892312"/>
                  </a:lnTo>
                  <a:lnTo>
                    <a:pt x="426250" y="1882152"/>
                  </a:lnTo>
                  <a:close/>
                </a:path>
                <a:path w="589915" h="3705225">
                  <a:moveTo>
                    <a:pt x="426250" y="1710702"/>
                  </a:moveTo>
                  <a:lnTo>
                    <a:pt x="422833" y="1703082"/>
                  </a:lnTo>
                  <a:lnTo>
                    <a:pt x="412610" y="1703082"/>
                  </a:lnTo>
                  <a:lnTo>
                    <a:pt x="409194" y="1710702"/>
                  </a:lnTo>
                  <a:lnTo>
                    <a:pt x="409194" y="1717052"/>
                  </a:lnTo>
                  <a:lnTo>
                    <a:pt x="412610" y="1724672"/>
                  </a:lnTo>
                  <a:lnTo>
                    <a:pt x="422833" y="1724672"/>
                  </a:lnTo>
                  <a:lnTo>
                    <a:pt x="426250" y="1717052"/>
                  </a:lnTo>
                  <a:lnTo>
                    <a:pt x="426250" y="1710702"/>
                  </a:lnTo>
                  <a:close/>
                </a:path>
                <a:path w="589915" h="3705225">
                  <a:moveTo>
                    <a:pt x="433527" y="2828302"/>
                  </a:moveTo>
                  <a:lnTo>
                    <a:pt x="430110" y="2824492"/>
                  </a:lnTo>
                  <a:lnTo>
                    <a:pt x="419849" y="2824492"/>
                  </a:lnTo>
                  <a:lnTo>
                    <a:pt x="416433" y="2828302"/>
                  </a:lnTo>
                  <a:lnTo>
                    <a:pt x="416433" y="2838462"/>
                  </a:lnTo>
                  <a:lnTo>
                    <a:pt x="419849" y="2842272"/>
                  </a:lnTo>
                  <a:lnTo>
                    <a:pt x="430110" y="2842272"/>
                  </a:lnTo>
                  <a:lnTo>
                    <a:pt x="433527" y="2838462"/>
                  </a:lnTo>
                  <a:lnTo>
                    <a:pt x="433527" y="2828302"/>
                  </a:lnTo>
                  <a:close/>
                </a:path>
                <a:path w="589915" h="3705225">
                  <a:moveTo>
                    <a:pt x="433527" y="2653042"/>
                  </a:moveTo>
                  <a:lnTo>
                    <a:pt x="430110" y="2649232"/>
                  </a:lnTo>
                  <a:lnTo>
                    <a:pt x="419849" y="2649232"/>
                  </a:lnTo>
                  <a:lnTo>
                    <a:pt x="416433" y="2653042"/>
                  </a:lnTo>
                  <a:lnTo>
                    <a:pt x="416433" y="2663202"/>
                  </a:lnTo>
                  <a:lnTo>
                    <a:pt x="419849" y="2665742"/>
                  </a:lnTo>
                  <a:lnTo>
                    <a:pt x="430110" y="2665742"/>
                  </a:lnTo>
                  <a:lnTo>
                    <a:pt x="433527" y="2663202"/>
                  </a:lnTo>
                  <a:lnTo>
                    <a:pt x="433527" y="2653042"/>
                  </a:lnTo>
                  <a:close/>
                </a:path>
                <a:path w="589915" h="3705225">
                  <a:moveTo>
                    <a:pt x="433527" y="2480322"/>
                  </a:moveTo>
                  <a:lnTo>
                    <a:pt x="430110" y="2472702"/>
                  </a:lnTo>
                  <a:lnTo>
                    <a:pt x="419849" y="2472702"/>
                  </a:lnTo>
                  <a:lnTo>
                    <a:pt x="416433" y="2480322"/>
                  </a:lnTo>
                  <a:lnTo>
                    <a:pt x="416433" y="2486672"/>
                  </a:lnTo>
                  <a:lnTo>
                    <a:pt x="419849" y="2494292"/>
                  </a:lnTo>
                  <a:lnTo>
                    <a:pt x="430110" y="2494292"/>
                  </a:lnTo>
                  <a:lnTo>
                    <a:pt x="433527" y="2486672"/>
                  </a:lnTo>
                  <a:lnTo>
                    <a:pt x="433527" y="2480322"/>
                  </a:lnTo>
                  <a:close/>
                </a:path>
                <a:path w="589915" h="3705225">
                  <a:moveTo>
                    <a:pt x="446709" y="1910092"/>
                  </a:moveTo>
                  <a:lnTo>
                    <a:pt x="439877" y="1906282"/>
                  </a:lnTo>
                  <a:lnTo>
                    <a:pt x="433070" y="1906282"/>
                  </a:lnTo>
                  <a:lnTo>
                    <a:pt x="426250" y="1910092"/>
                  </a:lnTo>
                  <a:lnTo>
                    <a:pt x="426250" y="1920252"/>
                  </a:lnTo>
                  <a:lnTo>
                    <a:pt x="433070" y="1924062"/>
                  </a:lnTo>
                  <a:lnTo>
                    <a:pt x="439877" y="1924062"/>
                  </a:lnTo>
                  <a:lnTo>
                    <a:pt x="446709" y="1920252"/>
                  </a:lnTo>
                  <a:lnTo>
                    <a:pt x="446709" y="1910092"/>
                  </a:lnTo>
                  <a:close/>
                </a:path>
                <a:path w="589915" h="3705225">
                  <a:moveTo>
                    <a:pt x="446709" y="1737372"/>
                  </a:moveTo>
                  <a:lnTo>
                    <a:pt x="439877" y="1731022"/>
                  </a:lnTo>
                  <a:lnTo>
                    <a:pt x="433070" y="1731022"/>
                  </a:lnTo>
                  <a:lnTo>
                    <a:pt x="426250" y="1737372"/>
                  </a:lnTo>
                  <a:lnTo>
                    <a:pt x="426250" y="1744992"/>
                  </a:lnTo>
                  <a:lnTo>
                    <a:pt x="433070" y="1751342"/>
                  </a:lnTo>
                  <a:lnTo>
                    <a:pt x="439877" y="1751342"/>
                  </a:lnTo>
                  <a:lnTo>
                    <a:pt x="446709" y="1744992"/>
                  </a:lnTo>
                  <a:lnTo>
                    <a:pt x="446709" y="1737372"/>
                  </a:lnTo>
                  <a:close/>
                </a:path>
                <a:path w="589915" h="3705225">
                  <a:moveTo>
                    <a:pt x="447103" y="3358134"/>
                  </a:moveTo>
                  <a:lnTo>
                    <a:pt x="435076" y="3301047"/>
                  </a:lnTo>
                  <a:lnTo>
                    <a:pt x="400685" y="3251454"/>
                  </a:lnTo>
                  <a:lnTo>
                    <a:pt x="397370" y="3248126"/>
                  </a:lnTo>
                  <a:lnTo>
                    <a:pt x="390728" y="3248126"/>
                  </a:lnTo>
                  <a:lnTo>
                    <a:pt x="384098" y="3254781"/>
                  </a:lnTo>
                  <a:lnTo>
                    <a:pt x="384098" y="3261449"/>
                  </a:lnTo>
                  <a:lnTo>
                    <a:pt x="387413" y="3264789"/>
                  </a:lnTo>
                  <a:lnTo>
                    <a:pt x="412877" y="3299917"/>
                  </a:lnTo>
                  <a:lnTo>
                    <a:pt x="425615" y="3339363"/>
                  </a:lnTo>
                  <a:lnTo>
                    <a:pt x="425615" y="3380244"/>
                  </a:lnTo>
                  <a:lnTo>
                    <a:pt x="412877" y="3419691"/>
                  </a:lnTo>
                  <a:lnTo>
                    <a:pt x="387413" y="3454806"/>
                  </a:lnTo>
                  <a:lnTo>
                    <a:pt x="384098" y="3458146"/>
                  </a:lnTo>
                  <a:lnTo>
                    <a:pt x="384098" y="3464814"/>
                  </a:lnTo>
                  <a:lnTo>
                    <a:pt x="390728" y="3471481"/>
                  </a:lnTo>
                  <a:lnTo>
                    <a:pt x="400685" y="3471481"/>
                  </a:lnTo>
                  <a:lnTo>
                    <a:pt x="400685" y="3468141"/>
                  </a:lnTo>
                  <a:lnTo>
                    <a:pt x="420522" y="3444392"/>
                  </a:lnTo>
                  <a:lnTo>
                    <a:pt x="435076" y="3418141"/>
                  </a:lnTo>
                  <a:lnTo>
                    <a:pt x="444042" y="3389388"/>
                  </a:lnTo>
                  <a:lnTo>
                    <a:pt x="447103" y="3358134"/>
                  </a:lnTo>
                  <a:close/>
                </a:path>
                <a:path w="589915" h="3705225">
                  <a:moveTo>
                    <a:pt x="454050" y="2856242"/>
                  </a:moveTo>
                  <a:lnTo>
                    <a:pt x="447205" y="2852432"/>
                  </a:lnTo>
                  <a:lnTo>
                    <a:pt x="440372" y="2852432"/>
                  </a:lnTo>
                  <a:lnTo>
                    <a:pt x="433527" y="2856242"/>
                  </a:lnTo>
                  <a:lnTo>
                    <a:pt x="433527" y="2866402"/>
                  </a:lnTo>
                  <a:lnTo>
                    <a:pt x="440372" y="2870212"/>
                  </a:lnTo>
                  <a:lnTo>
                    <a:pt x="447205" y="2870212"/>
                  </a:lnTo>
                  <a:lnTo>
                    <a:pt x="454050" y="2866402"/>
                  </a:lnTo>
                  <a:lnTo>
                    <a:pt x="454050" y="2856242"/>
                  </a:lnTo>
                  <a:close/>
                </a:path>
                <a:path w="589915" h="3705225">
                  <a:moveTo>
                    <a:pt x="454050" y="2679712"/>
                  </a:moveTo>
                  <a:lnTo>
                    <a:pt x="447205" y="2677172"/>
                  </a:lnTo>
                  <a:lnTo>
                    <a:pt x="440372" y="2677172"/>
                  </a:lnTo>
                  <a:lnTo>
                    <a:pt x="433527" y="2679712"/>
                  </a:lnTo>
                  <a:lnTo>
                    <a:pt x="433527" y="2689872"/>
                  </a:lnTo>
                  <a:lnTo>
                    <a:pt x="440372" y="2693682"/>
                  </a:lnTo>
                  <a:lnTo>
                    <a:pt x="447205" y="2693682"/>
                  </a:lnTo>
                  <a:lnTo>
                    <a:pt x="454050" y="2689872"/>
                  </a:lnTo>
                  <a:lnTo>
                    <a:pt x="454050" y="2679712"/>
                  </a:lnTo>
                  <a:close/>
                </a:path>
                <a:path w="589915" h="3705225">
                  <a:moveTo>
                    <a:pt x="454050" y="2508262"/>
                  </a:moveTo>
                  <a:lnTo>
                    <a:pt x="447205" y="2500642"/>
                  </a:lnTo>
                  <a:lnTo>
                    <a:pt x="440372" y="2500642"/>
                  </a:lnTo>
                  <a:lnTo>
                    <a:pt x="433527" y="2508262"/>
                  </a:lnTo>
                  <a:lnTo>
                    <a:pt x="433527" y="2514612"/>
                  </a:lnTo>
                  <a:lnTo>
                    <a:pt x="440372" y="2520962"/>
                  </a:lnTo>
                  <a:lnTo>
                    <a:pt x="447205" y="2520962"/>
                  </a:lnTo>
                  <a:lnTo>
                    <a:pt x="454050" y="2514612"/>
                  </a:lnTo>
                  <a:lnTo>
                    <a:pt x="454050" y="2508262"/>
                  </a:lnTo>
                  <a:close/>
                </a:path>
                <a:path w="589915" h="3705225">
                  <a:moveTo>
                    <a:pt x="463753" y="1882152"/>
                  </a:moveTo>
                  <a:lnTo>
                    <a:pt x="460349" y="1879612"/>
                  </a:lnTo>
                  <a:lnTo>
                    <a:pt x="450113" y="1879612"/>
                  </a:lnTo>
                  <a:lnTo>
                    <a:pt x="446709" y="1882152"/>
                  </a:lnTo>
                  <a:lnTo>
                    <a:pt x="446709" y="1892312"/>
                  </a:lnTo>
                  <a:lnTo>
                    <a:pt x="450113" y="1896122"/>
                  </a:lnTo>
                  <a:lnTo>
                    <a:pt x="460349" y="1896122"/>
                  </a:lnTo>
                  <a:lnTo>
                    <a:pt x="463753" y="1892312"/>
                  </a:lnTo>
                  <a:lnTo>
                    <a:pt x="463753" y="1882152"/>
                  </a:lnTo>
                  <a:close/>
                </a:path>
                <a:path w="589915" h="3705225">
                  <a:moveTo>
                    <a:pt x="463753" y="1710702"/>
                  </a:moveTo>
                  <a:lnTo>
                    <a:pt x="460349" y="1703082"/>
                  </a:lnTo>
                  <a:lnTo>
                    <a:pt x="450113" y="1703082"/>
                  </a:lnTo>
                  <a:lnTo>
                    <a:pt x="446709" y="1710702"/>
                  </a:lnTo>
                  <a:lnTo>
                    <a:pt x="446709" y="1717052"/>
                  </a:lnTo>
                  <a:lnTo>
                    <a:pt x="450113" y="1724672"/>
                  </a:lnTo>
                  <a:lnTo>
                    <a:pt x="460349" y="1724672"/>
                  </a:lnTo>
                  <a:lnTo>
                    <a:pt x="463753" y="1717052"/>
                  </a:lnTo>
                  <a:lnTo>
                    <a:pt x="463753" y="1710702"/>
                  </a:lnTo>
                  <a:close/>
                </a:path>
                <a:path w="589915" h="3705225">
                  <a:moveTo>
                    <a:pt x="471144" y="2828302"/>
                  </a:moveTo>
                  <a:lnTo>
                    <a:pt x="467728" y="2824492"/>
                  </a:lnTo>
                  <a:lnTo>
                    <a:pt x="457466" y="2824492"/>
                  </a:lnTo>
                  <a:lnTo>
                    <a:pt x="454050" y="2828302"/>
                  </a:lnTo>
                  <a:lnTo>
                    <a:pt x="454050" y="2838462"/>
                  </a:lnTo>
                  <a:lnTo>
                    <a:pt x="457466" y="2842272"/>
                  </a:lnTo>
                  <a:lnTo>
                    <a:pt x="467728" y="2842272"/>
                  </a:lnTo>
                  <a:lnTo>
                    <a:pt x="471144" y="2838462"/>
                  </a:lnTo>
                  <a:lnTo>
                    <a:pt x="471144" y="2828302"/>
                  </a:lnTo>
                  <a:close/>
                </a:path>
                <a:path w="589915" h="3705225">
                  <a:moveTo>
                    <a:pt x="471144" y="2653042"/>
                  </a:moveTo>
                  <a:lnTo>
                    <a:pt x="467728" y="2649232"/>
                  </a:lnTo>
                  <a:lnTo>
                    <a:pt x="457466" y="2649232"/>
                  </a:lnTo>
                  <a:lnTo>
                    <a:pt x="454050" y="2653042"/>
                  </a:lnTo>
                  <a:lnTo>
                    <a:pt x="454050" y="2663202"/>
                  </a:lnTo>
                  <a:lnTo>
                    <a:pt x="457466" y="2665742"/>
                  </a:lnTo>
                  <a:lnTo>
                    <a:pt x="467728" y="2665742"/>
                  </a:lnTo>
                  <a:lnTo>
                    <a:pt x="471144" y="2663202"/>
                  </a:lnTo>
                  <a:lnTo>
                    <a:pt x="471144" y="2653042"/>
                  </a:lnTo>
                  <a:close/>
                </a:path>
                <a:path w="589915" h="3705225">
                  <a:moveTo>
                    <a:pt x="471144" y="2480322"/>
                  </a:moveTo>
                  <a:lnTo>
                    <a:pt x="467728" y="2472702"/>
                  </a:lnTo>
                  <a:lnTo>
                    <a:pt x="457466" y="2472702"/>
                  </a:lnTo>
                  <a:lnTo>
                    <a:pt x="454050" y="2480322"/>
                  </a:lnTo>
                  <a:lnTo>
                    <a:pt x="454050" y="2486672"/>
                  </a:lnTo>
                  <a:lnTo>
                    <a:pt x="457466" y="2494292"/>
                  </a:lnTo>
                  <a:lnTo>
                    <a:pt x="467728" y="2494292"/>
                  </a:lnTo>
                  <a:lnTo>
                    <a:pt x="471144" y="2486672"/>
                  </a:lnTo>
                  <a:lnTo>
                    <a:pt x="471144" y="2480322"/>
                  </a:lnTo>
                  <a:close/>
                </a:path>
                <a:path w="589915" h="3705225">
                  <a:moveTo>
                    <a:pt x="480796" y="1910092"/>
                  </a:moveTo>
                  <a:lnTo>
                    <a:pt x="477393" y="1906282"/>
                  </a:lnTo>
                  <a:lnTo>
                    <a:pt x="467169" y="1906282"/>
                  </a:lnTo>
                  <a:lnTo>
                    <a:pt x="463753" y="1910092"/>
                  </a:lnTo>
                  <a:lnTo>
                    <a:pt x="463753" y="1920252"/>
                  </a:lnTo>
                  <a:lnTo>
                    <a:pt x="467169" y="1924062"/>
                  </a:lnTo>
                  <a:lnTo>
                    <a:pt x="477393" y="1924062"/>
                  </a:lnTo>
                  <a:lnTo>
                    <a:pt x="480796" y="1920252"/>
                  </a:lnTo>
                  <a:lnTo>
                    <a:pt x="480796" y="1910092"/>
                  </a:lnTo>
                  <a:close/>
                </a:path>
                <a:path w="589915" h="3705225">
                  <a:moveTo>
                    <a:pt x="480796" y="1737372"/>
                  </a:moveTo>
                  <a:lnTo>
                    <a:pt x="477393" y="1731022"/>
                  </a:lnTo>
                  <a:lnTo>
                    <a:pt x="467169" y="1731022"/>
                  </a:lnTo>
                  <a:lnTo>
                    <a:pt x="463753" y="1737372"/>
                  </a:lnTo>
                  <a:lnTo>
                    <a:pt x="463753" y="1744992"/>
                  </a:lnTo>
                  <a:lnTo>
                    <a:pt x="467169" y="1751342"/>
                  </a:lnTo>
                  <a:lnTo>
                    <a:pt x="477393" y="1751342"/>
                  </a:lnTo>
                  <a:lnTo>
                    <a:pt x="480796" y="1744992"/>
                  </a:lnTo>
                  <a:lnTo>
                    <a:pt x="480796" y="1737372"/>
                  </a:lnTo>
                  <a:close/>
                </a:path>
                <a:path w="589915" h="3705225">
                  <a:moveTo>
                    <a:pt x="488238" y="2856242"/>
                  </a:moveTo>
                  <a:lnTo>
                    <a:pt x="484822" y="2852432"/>
                  </a:lnTo>
                  <a:lnTo>
                    <a:pt x="474560" y="2852432"/>
                  </a:lnTo>
                  <a:lnTo>
                    <a:pt x="471144" y="2856242"/>
                  </a:lnTo>
                  <a:lnTo>
                    <a:pt x="471144" y="2866402"/>
                  </a:lnTo>
                  <a:lnTo>
                    <a:pt x="474560" y="2870212"/>
                  </a:lnTo>
                  <a:lnTo>
                    <a:pt x="484822" y="2870212"/>
                  </a:lnTo>
                  <a:lnTo>
                    <a:pt x="488238" y="2866402"/>
                  </a:lnTo>
                  <a:lnTo>
                    <a:pt x="488238" y="2856242"/>
                  </a:lnTo>
                  <a:close/>
                </a:path>
                <a:path w="589915" h="3705225">
                  <a:moveTo>
                    <a:pt x="488238" y="2679712"/>
                  </a:moveTo>
                  <a:lnTo>
                    <a:pt x="484822" y="2677172"/>
                  </a:lnTo>
                  <a:lnTo>
                    <a:pt x="474560" y="2677172"/>
                  </a:lnTo>
                  <a:lnTo>
                    <a:pt x="471144" y="2679712"/>
                  </a:lnTo>
                  <a:lnTo>
                    <a:pt x="471144" y="2689872"/>
                  </a:lnTo>
                  <a:lnTo>
                    <a:pt x="474560" y="2693682"/>
                  </a:lnTo>
                  <a:lnTo>
                    <a:pt x="484822" y="2693682"/>
                  </a:lnTo>
                  <a:lnTo>
                    <a:pt x="488238" y="2689872"/>
                  </a:lnTo>
                  <a:lnTo>
                    <a:pt x="488238" y="2679712"/>
                  </a:lnTo>
                  <a:close/>
                </a:path>
                <a:path w="589915" h="3705225">
                  <a:moveTo>
                    <a:pt x="488238" y="2508262"/>
                  </a:moveTo>
                  <a:lnTo>
                    <a:pt x="484822" y="2500642"/>
                  </a:lnTo>
                  <a:lnTo>
                    <a:pt x="474560" y="2500642"/>
                  </a:lnTo>
                  <a:lnTo>
                    <a:pt x="471144" y="2508262"/>
                  </a:lnTo>
                  <a:lnTo>
                    <a:pt x="471144" y="2514612"/>
                  </a:lnTo>
                  <a:lnTo>
                    <a:pt x="474560" y="2520962"/>
                  </a:lnTo>
                  <a:lnTo>
                    <a:pt x="484822" y="2520962"/>
                  </a:lnTo>
                  <a:lnTo>
                    <a:pt x="488238" y="2514612"/>
                  </a:lnTo>
                  <a:lnTo>
                    <a:pt x="488238" y="2508262"/>
                  </a:lnTo>
                  <a:close/>
                </a:path>
                <a:path w="589915" h="3705225">
                  <a:moveTo>
                    <a:pt x="498932" y="3336975"/>
                  </a:moveTo>
                  <a:lnTo>
                    <a:pt x="489191" y="3292144"/>
                  </a:lnTo>
                  <a:lnTo>
                    <a:pt x="469696" y="3249752"/>
                  </a:lnTo>
                  <a:lnTo>
                    <a:pt x="440474" y="3211449"/>
                  </a:lnTo>
                  <a:lnTo>
                    <a:pt x="437159" y="3208109"/>
                  </a:lnTo>
                  <a:lnTo>
                    <a:pt x="430517" y="3208109"/>
                  </a:lnTo>
                  <a:lnTo>
                    <a:pt x="424002" y="3214687"/>
                  </a:lnTo>
                  <a:lnTo>
                    <a:pt x="423887" y="3221444"/>
                  </a:lnTo>
                  <a:lnTo>
                    <a:pt x="427202" y="3224784"/>
                  </a:lnTo>
                  <a:lnTo>
                    <a:pt x="457593" y="3264928"/>
                  </a:lnTo>
                  <a:lnTo>
                    <a:pt x="475830" y="3310356"/>
                  </a:lnTo>
                  <a:lnTo>
                    <a:pt x="481914" y="3358553"/>
                  </a:lnTo>
                  <a:lnTo>
                    <a:pt x="475830" y="3407029"/>
                  </a:lnTo>
                  <a:lnTo>
                    <a:pt x="457593" y="3453282"/>
                  </a:lnTo>
                  <a:lnTo>
                    <a:pt x="427202" y="3494811"/>
                  </a:lnTo>
                  <a:lnTo>
                    <a:pt x="423887" y="3498151"/>
                  </a:lnTo>
                  <a:lnTo>
                    <a:pt x="423887" y="3501479"/>
                  </a:lnTo>
                  <a:lnTo>
                    <a:pt x="427202" y="3508146"/>
                  </a:lnTo>
                  <a:lnTo>
                    <a:pt x="440474" y="3508146"/>
                  </a:lnTo>
                  <a:lnTo>
                    <a:pt x="469696" y="3469856"/>
                  </a:lnTo>
                  <a:lnTo>
                    <a:pt x="489191" y="3427463"/>
                  </a:lnTo>
                  <a:lnTo>
                    <a:pt x="498932" y="3382632"/>
                  </a:lnTo>
                  <a:lnTo>
                    <a:pt x="498932" y="3336975"/>
                  </a:lnTo>
                  <a:close/>
                </a:path>
                <a:path w="589915" h="3705225">
                  <a:moveTo>
                    <a:pt x="545592" y="1672602"/>
                  </a:moveTo>
                  <a:lnTo>
                    <a:pt x="542074" y="1657362"/>
                  </a:lnTo>
                  <a:lnTo>
                    <a:pt x="535584" y="1648472"/>
                  </a:lnTo>
                  <a:lnTo>
                    <a:pt x="532803" y="1644662"/>
                  </a:lnTo>
                  <a:lnTo>
                    <a:pt x="528548" y="1641373"/>
                  </a:lnTo>
                  <a:lnTo>
                    <a:pt x="528548" y="1672602"/>
                  </a:lnTo>
                  <a:lnTo>
                    <a:pt x="528548" y="1783092"/>
                  </a:lnTo>
                  <a:lnTo>
                    <a:pt x="526732" y="1791982"/>
                  </a:lnTo>
                  <a:lnTo>
                    <a:pt x="521716" y="1799602"/>
                  </a:lnTo>
                  <a:lnTo>
                    <a:pt x="514146" y="1804682"/>
                  </a:lnTo>
                  <a:lnTo>
                    <a:pt x="504672" y="1807222"/>
                  </a:lnTo>
                  <a:lnTo>
                    <a:pt x="40919" y="1807222"/>
                  </a:lnTo>
                  <a:lnTo>
                    <a:pt x="31432" y="1804682"/>
                  </a:lnTo>
                  <a:lnTo>
                    <a:pt x="23863" y="1799602"/>
                  </a:lnTo>
                  <a:lnTo>
                    <a:pt x="18859" y="1791982"/>
                  </a:lnTo>
                  <a:lnTo>
                    <a:pt x="17056" y="1783092"/>
                  </a:lnTo>
                  <a:lnTo>
                    <a:pt x="17056" y="1672602"/>
                  </a:lnTo>
                  <a:lnTo>
                    <a:pt x="18859" y="1662442"/>
                  </a:lnTo>
                  <a:lnTo>
                    <a:pt x="23863" y="1654822"/>
                  </a:lnTo>
                  <a:lnTo>
                    <a:pt x="31432" y="1649742"/>
                  </a:lnTo>
                  <a:lnTo>
                    <a:pt x="40919" y="1648472"/>
                  </a:lnTo>
                  <a:lnTo>
                    <a:pt x="504672" y="1648472"/>
                  </a:lnTo>
                  <a:lnTo>
                    <a:pt x="514146" y="1649742"/>
                  </a:lnTo>
                  <a:lnTo>
                    <a:pt x="521716" y="1654822"/>
                  </a:lnTo>
                  <a:lnTo>
                    <a:pt x="526732" y="1662442"/>
                  </a:lnTo>
                  <a:lnTo>
                    <a:pt x="528548" y="1672602"/>
                  </a:lnTo>
                  <a:lnTo>
                    <a:pt x="528548" y="1641373"/>
                  </a:lnTo>
                  <a:lnTo>
                    <a:pt x="519696" y="1634502"/>
                  </a:lnTo>
                  <a:lnTo>
                    <a:pt x="504672" y="1630692"/>
                  </a:lnTo>
                  <a:lnTo>
                    <a:pt x="40919" y="1630692"/>
                  </a:lnTo>
                  <a:lnTo>
                    <a:pt x="25882" y="1634502"/>
                  </a:lnTo>
                  <a:lnTo>
                    <a:pt x="12776" y="1644662"/>
                  </a:lnTo>
                  <a:lnTo>
                    <a:pt x="3505" y="1657362"/>
                  </a:lnTo>
                  <a:lnTo>
                    <a:pt x="0" y="1672602"/>
                  </a:lnTo>
                  <a:lnTo>
                    <a:pt x="0" y="1783092"/>
                  </a:lnTo>
                  <a:lnTo>
                    <a:pt x="1219" y="1791982"/>
                  </a:lnTo>
                  <a:lnTo>
                    <a:pt x="4686" y="1800872"/>
                  </a:lnTo>
                  <a:lnTo>
                    <a:pt x="10071" y="1808492"/>
                  </a:lnTo>
                  <a:lnTo>
                    <a:pt x="17056" y="1813572"/>
                  </a:lnTo>
                  <a:lnTo>
                    <a:pt x="10071" y="1821192"/>
                  </a:lnTo>
                  <a:lnTo>
                    <a:pt x="4686" y="1830082"/>
                  </a:lnTo>
                  <a:lnTo>
                    <a:pt x="1219" y="1838972"/>
                  </a:lnTo>
                  <a:lnTo>
                    <a:pt x="0" y="1847862"/>
                  </a:lnTo>
                  <a:lnTo>
                    <a:pt x="0" y="1954542"/>
                  </a:lnTo>
                  <a:lnTo>
                    <a:pt x="3505" y="1972322"/>
                  </a:lnTo>
                  <a:lnTo>
                    <a:pt x="12776" y="1986292"/>
                  </a:lnTo>
                  <a:lnTo>
                    <a:pt x="25882" y="1996452"/>
                  </a:lnTo>
                  <a:lnTo>
                    <a:pt x="40919" y="1998992"/>
                  </a:lnTo>
                  <a:lnTo>
                    <a:pt x="262572" y="1998992"/>
                  </a:lnTo>
                  <a:lnTo>
                    <a:pt x="262572" y="2071382"/>
                  </a:lnTo>
                  <a:lnTo>
                    <a:pt x="250520" y="2076462"/>
                  </a:lnTo>
                  <a:lnTo>
                    <a:pt x="240398" y="2084082"/>
                  </a:lnTo>
                  <a:lnTo>
                    <a:pt x="232829" y="2095512"/>
                  </a:lnTo>
                  <a:lnTo>
                    <a:pt x="228473" y="2109482"/>
                  </a:lnTo>
                  <a:lnTo>
                    <a:pt x="3416" y="2109482"/>
                  </a:lnTo>
                  <a:lnTo>
                    <a:pt x="0" y="2113292"/>
                  </a:lnTo>
                  <a:lnTo>
                    <a:pt x="0" y="2123452"/>
                  </a:lnTo>
                  <a:lnTo>
                    <a:pt x="3416" y="2127262"/>
                  </a:lnTo>
                  <a:lnTo>
                    <a:pt x="228473" y="2127262"/>
                  </a:lnTo>
                  <a:lnTo>
                    <a:pt x="233946" y="2141232"/>
                  </a:lnTo>
                  <a:lnTo>
                    <a:pt x="244233" y="2153932"/>
                  </a:lnTo>
                  <a:lnTo>
                    <a:pt x="257708" y="2161552"/>
                  </a:lnTo>
                  <a:lnTo>
                    <a:pt x="272796" y="2164092"/>
                  </a:lnTo>
                  <a:lnTo>
                    <a:pt x="287870" y="2161552"/>
                  </a:lnTo>
                  <a:lnTo>
                    <a:pt x="301345" y="2153932"/>
                  </a:lnTo>
                  <a:lnTo>
                    <a:pt x="309575" y="2143772"/>
                  </a:lnTo>
                  <a:lnTo>
                    <a:pt x="311632" y="2141232"/>
                  </a:lnTo>
                  <a:lnTo>
                    <a:pt x="317119" y="2127262"/>
                  </a:lnTo>
                  <a:lnTo>
                    <a:pt x="542188" y="2127262"/>
                  </a:lnTo>
                  <a:lnTo>
                    <a:pt x="545592" y="2123452"/>
                  </a:lnTo>
                  <a:lnTo>
                    <a:pt x="545592" y="2113292"/>
                  </a:lnTo>
                  <a:lnTo>
                    <a:pt x="542188" y="2109482"/>
                  </a:lnTo>
                  <a:lnTo>
                    <a:pt x="317119" y="2109482"/>
                  </a:lnTo>
                  <a:lnTo>
                    <a:pt x="312750" y="2095512"/>
                  </a:lnTo>
                  <a:lnTo>
                    <a:pt x="308546" y="2089162"/>
                  </a:lnTo>
                  <a:lnTo>
                    <a:pt x="305181" y="2084082"/>
                  </a:lnTo>
                  <a:lnTo>
                    <a:pt x="300075" y="2080247"/>
                  </a:lnTo>
                  <a:lnTo>
                    <a:pt x="300075" y="2117102"/>
                  </a:lnTo>
                  <a:lnTo>
                    <a:pt x="297726" y="2128532"/>
                  </a:lnTo>
                  <a:lnTo>
                    <a:pt x="291541" y="2136152"/>
                  </a:lnTo>
                  <a:lnTo>
                    <a:pt x="282803" y="2142502"/>
                  </a:lnTo>
                  <a:lnTo>
                    <a:pt x="272796" y="2143772"/>
                  </a:lnTo>
                  <a:lnTo>
                    <a:pt x="262775" y="2142502"/>
                  </a:lnTo>
                  <a:lnTo>
                    <a:pt x="254038" y="2136152"/>
                  </a:lnTo>
                  <a:lnTo>
                    <a:pt x="247853" y="2128532"/>
                  </a:lnTo>
                  <a:lnTo>
                    <a:pt x="245516" y="2117102"/>
                  </a:lnTo>
                  <a:lnTo>
                    <a:pt x="247853" y="2106942"/>
                  </a:lnTo>
                  <a:lnTo>
                    <a:pt x="254038" y="2098052"/>
                  </a:lnTo>
                  <a:lnTo>
                    <a:pt x="262775" y="2091702"/>
                  </a:lnTo>
                  <a:lnTo>
                    <a:pt x="272796" y="2089162"/>
                  </a:lnTo>
                  <a:lnTo>
                    <a:pt x="282803" y="2091702"/>
                  </a:lnTo>
                  <a:lnTo>
                    <a:pt x="291541" y="2098052"/>
                  </a:lnTo>
                  <a:lnTo>
                    <a:pt x="297726" y="2106942"/>
                  </a:lnTo>
                  <a:lnTo>
                    <a:pt x="300075" y="2117102"/>
                  </a:lnTo>
                  <a:lnTo>
                    <a:pt x="300075" y="2080247"/>
                  </a:lnTo>
                  <a:lnTo>
                    <a:pt x="295059" y="2076462"/>
                  </a:lnTo>
                  <a:lnTo>
                    <a:pt x="283032" y="2071382"/>
                  </a:lnTo>
                  <a:lnTo>
                    <a:pt x="283032" y="1998992"/>
                  </a:lnTo>
                  <a:lnTo>
                    <a:pt x="504672" y="1998992"/>
                  </a:lnTo>
                  <a:lnTo>
                    <a:pt x="519696" y="1996452"/>
                  </a:lnTo>
                  <a:lnTo>
                    <a:pt x="532803" y="1986292"/>
                  </a:lnTo>
                  <a:lnTo>
                    <a:pt x="537857" y="1978672"/>
                  </a:lnTo>
                  <a:lnTo>
                    <a:pt x="542074" y="1972322"/>
                  </a:lnTo>
                  <a:lnTo>
                    <a:pt x="545592" y="1954542"/>
                  </a:lnTo>
                  <a:lnTo>
                    <a:pt x="545592" y="1847862"/>
                  </a:lnTo>
                  <a:lnTo>
                    <a:pt x="528548" y="1813572"/>
                  </a:lnTo>
                  <a:lnTo>
                    <a:pt x="528548" y="1847862"/>
                  </a:lnTo>
                  <a:lnTo>
                    <a:pt x="528548" y="1954542"/>
                  </a:lnTo>
                  <a:lnTo>
                    <a:pt x="526732" y="1964702"/>
                  </a:lnTo>
                  <a:lnTo>
                    <a:pt x="521716" y="1972322"/>
                  </a:lnTo>
                  <a:lnTo>
                    <a:pt x="514146" y="1977402"/>
                  </a:lnTo>
                  <a:lnTo>
                    <a:pt x="504672" y="1978672"/>
                  </a:lnTo>
                  <a:lnTo>
                    <a:pt x="40919" y="1978672"/>
                  </a:lnTo>
                  <a:lnTo>
                    <a:pt x="31432" y="1977402"/>
                  </a:lnTo>
                  <a:lnTo>
                    <a:pt x="23863" y="1972322"/>
                  </a:lnTo>
                  <a:lnTo>
                    <a:pt x="18859" y="1964702"/>
                  </a:lnTo>
                  <a:lnTo>
                    <a:pt x="17056" y="1954542"/>
                  </a:lnTo>
                  <a:lnTo>
                    <a:pt x="17056" y="1847862"/>
                  </a:lnTo>
                  <a:lnTo>
                    <a:pt x="18859" y="1838972"/>
                  </a:lnTo>
                  <a:lnTo>
                    <a:pt x="23863" y="1831352"/>
                  </a:lnTo>
                  <a:lnTo>
                    <a:pt x="31432" y="1826272"/>
                  </a:lnTo>
                  <a:lnTo>
                    <a:pt x="40919" y="1823732"/>
                  </a:lnTo>
                  <a:lnTo>
                    <a:pt x="504672" y="1823732"/>
                  </a:lnTo>
                  <a:lnTo>
                    <a:pt x="514146" y="1826272"/>
                  </a:lnTo>
                  <a:lnTo>
                    <a:pt x="521716" y="1831352"/>
                  </a:lnTo>
                  <a:lnTo>
                    <a:pt x="526732" y="1838972"/>
                  </a:lnTo>
                  <a:lnTo>
                    <a:pt x="528548" y="1847862"/>
                  </a:lnTo>
                  <a:lnTo>
                    <a:pt x="528548" y="1813572"/>
                  </a:lnTo>
                  <a:lnTo>
                    <a:pt x="535520" y="1808492"/>
                  </a:lnTo>
                  <a:lnTo>
                    <a:pt x="536409" y="1807222"/>
                  </a:lnTo>
                  <a:lnTo>
                    <a:pt x="540893" y="1800872"/>
                  </a:lnTo>
                  <a:lnTo>
                    <a:pt x="544360" y="1791982"/>
                  </a:lnTo>
                  <a:lnTo>
                    <a:pt x="545592" y="1783092"/>
                  </a:lnTo>
                  <a:lnTo>
                    <a:pt x="545592" y="1672602"/>
                  </a:lnTo>
                  <a:close/>
                </a:path>
                <a:path w="589915" h="3705225">
                  <a:moveTo>
                    <a:pt x="553212" y="3358134"/>
                  </a:moveTo>
                  <a:lnTo>
                    <a:pt x="548284" y="3306991"/>
                  </a:lnTo>
                  <a:lnTo>
                    <a:pt x="533730" y="3258959"/>
                  </a:lnTo>
                  <a:lnTo>
                    <a:pt x="509841" y="3214687"/>
                  </a:lnTo>
                  <a:lnTo>
                    <a:pt x="476948" y="3174771"/>
                  </a:lnTo>
                  <a:lnTo>
                    <a:pt x="473633" y="3171444"/>
                  </a:lnTo>
                  <a:lnTo>
                    <a:pt x="466991" y="3171444"/>
                  </a:lnTo>
                  <a:lnTo>
                    <a:pt x="460362" y="3178111"/>
                  </a:lnTo>
                  <a:lnTo>
                    <a:pt x="460362" y="3184779"/>
                  </a:lnTo>
                  <a:lnTo>
                    <a:pt x="463677" y="3188106"/>
                  </a:lnTo>
                  <a:lnTo>
                    <a:pt x="494665" y="3224060"/>
                  </a:lnTo>
                  <a:lnTo>
                    <a:pt x="517563" y="3265627"/>
                  </a:lnTo>
                  <a:lnTo>
                    <a:pt x="531749" y="3310940"/>
                  </a:lnTo>
                  <a:lnTo>
                    <a:pt x="536625" y="3358134"/>
                  </a:lnTo>
                  <a:lnTo>
                    <a:pt x="531749" y="3406787"/>
                  </a:lnTo>
                  <a:lnTo>
                    <a:pt x="517563" y="3452317"/>
                  </a:lnTo>
                  <a:lnTo>
                    <a:pt x="494665" y="3494100"/>
                  </a:lnTo>
                  <a:lnTo>
                    <a:pt x="463677" y="3531489"/>
                  </a:lnTo>
                  <a:lnTo>
                    <a:pt x="460362" y="3534816"/>
                  </a:lnTo>
                  <a:lnTo>
                    <a:pt x="460362" y="3541484"/>
                  </a:lnTo>
                  <a:lnTo>
                    <a:pt x="466991" y="3548151"/>
                  </a:lnTo>
                  <a:lnTo>
                    <a:pt x="476948" y="3548151"/>
                  </a:lnTo>
                  <a:lnTo>
                    <a:pt x="476948" y="3544824"/>
                  </a:lnTo>
                  <a:lnTo>
                    <a:pt x="509841" y="3504400"/>
                  </a:lnTo>
                  <a:lnTo>
                    <a:pt x="533730" y="3458984"/>
                  </a:lnTo>
                  <a:lnTo>
                    <a:pt x="548284" y="3409810"/>
                  </a:lnTo>
                  <a:lnTo>
                    <a:pt x="553212" y="3358134"/>
                  </a:lnTo>
                  <a:close/>
                </a:path>
                <a:path w="589915" h="3705225">
                  <a:moveTo>
                    <a:pt x="553212" y="2442222"/>
                  </a:moveTo>
                  <a:lnTo>
                    <a:pt x="549681" y="2426982"/>
                  </a:lnTo>
                  <a:lnTo>
                    <a:pt x="543166" y="2418092"/>
                  </a:lnTo>
                  <a:lnTo>
                    <a:pt x="540385" y="2414282"/>
                  </a:lnTo>
                  <a:lnTo>
                    <a:pt x="536117" y="2410993"/>
                  </a:lnTo>
                  <a:lnTo>
                    <a:pt x="536117" y="2442222"/>
                  </a:lnTo>
                  <a:lnTo>
                    <a:pt x="536117" y="2552712"/>
                  </a:lnTo>
                  <a:lnTo>
                    <a:pt x="534289" y="2561602"/>
                  </a:lnTo>
                  <a:lnTo>
                    <a:pt x="529272" y="2569222"/>
                  </a:lnTo>
                  <a:lnTo>
                    <a:pt x="521677" y="2574302"/>
                  </a:lnTo>
                  <a:lnTo>
                    <a:pt x="512178" y="2576842"/>
                  </a:lnTo>
                  <a:lnTo>
                    <a:pt x="47129" y="2576842"/>
                  </a:lnTo>
                  <a:lnTo>
                    <a:pt x="37617" y="2574302"/>
                  </a:lnTo>
                  <a:lnTo>
                    <a:pt x="30022" y="2569222"/>
                  </a:lnTo>
                  <a:lnTo>
                    <a:pt x="25006" y="2561602"/>
                  </a:lnTo>
                  <a:lnTo>
                    <a:pt x="23190" y="2552712"/>
                  </a:lnTo>
                  <a:lnTo>
                    <a:pt x="23190" y="2442222"/>
                  </a:lnTo>
                  <a:lnTo>
                    <a:pt x="25006" y="2433332"/>
                  </a:lnTo>
                  <a:lnTo>
                    <a:pt x="30022" y="2424442"/>
                  </a:lnTo>
                  <a:lnTo>
                    <a:pt x="37617" y="2420632"/>
                  </a:lnTo>
                  <a:lnTo>
                    <a:pt x="47129" y="2418092"/>
                  </a:lnTo>
                  <a:lnTo>
                    <a:pt x="512178" y="2418092"/>
                  </a:lnTo>
                  <a:lnTo>
                    <a:pt x="521677" y="2420632"/>
                  </a:lnTo>
                  <a:lnTo>
                    <a:pt x="529272" y="2424442"/>
                  </a:lnTo>
                  <a:lnTo>
                    <a:pt x="534289" y="2433332"/>
                  </a:lnTo>
                  <a:lnTo>
                    <a:pt x="536117" y="2442222"/>
                  </a:lnTo>
                  <a:lnTo>
                    <a:pt x="536117" y="2410993"/>
                  </a:lnTo>
                  <a:lnTo>
                    <a:pt x="527240" y="2404122"/>
                  </a:lnTo>
                  <a:lnTo>
                    <a:pt x="512178" y="2400312"/>
                  </a:lnTo>
                  <a:lnTo>
                    <a:pt x="47129" y="2400312"/>
                  </a:lnTo>
                  <a:lnTo>
                    <a:pt x="32054" y="2404122"/>
                  </a:lnTo>
                  <a:lnTo>
                    <a:pt x="18910" y="2414282"/>
                  </a:lnTo>
                  <a:lnTo>
                    <a:pt x="9613" y="2426982"/>
                  </a:lnTo>
                  <a:lnTo>
                    <a:pt x="6096" y="2442222"/>
                  </a:lnTo>
                  <a:lnTo>
                    <a:pt x="6096" y="2552712"/>
                  </a:lnTo>
                  <a:lnTo>
                    <a:pt x="7315" y="2562872"/>
                  </a:lnTo>
                  <a:lnTo>
                    <a:pt x="10795" y="2570492"/>
                  </a:lnTo>
                  <a:lnTo>
                    <a:pt x="16179" y="2578112"/>
                  </a:lnTo>
                  <a:lnTo>
                    <a:pt x="23190" y="2583192"/>
                  </a:lnTo>
                  <a:lnTo>
                    <a:pt x="16179" y="2590812"/>
                  </a:lnTo>
                  <a:lnTo>
                    <a:pt x="10795" y="2599702"/>
                  </a:lnTo>
                  <a:lnTo>
                    <a:pt x="7315" y="2608592"/>
                  </a:lnTo>
                  <a:lnTo>
                    <a:pt x="6096" y="2617482"/>
                  </a:lnTo>
                  <a:lnTo>
                    <a:pt x="6096" y="2725432"/>
                  </a:lnTo>
                  <a:lnTo>
                    <a:pt x="7315" y="2735592"/>
                  </a:lnTo>
                  <a:lnTo>
                    <a:pt x="10795" y="2744482"/>
                  </a:lnTo>
                  <a:lnTo>
                    <a:pt x="16179" y="2753372"/>
                  </a:lnTo>
                  <a:lnTo>
                    <a:pt x="23190" y="2759722"/>
                  </a:lnTo>
                  <a:lnTo>
                    <a:pt x="16179" y="2766072"/>
                  </a:lnTo>
                  <a:lnTo>
                    <a:pt x="10795" y="2773692"/>
                  </a:lnTo>
                  <a:lnTo>
                    <a:pt x="7315" y="2783852"/>
                  </a:lnTo>
                  <a:lnTo>
                    <a:pt x="6096" y="2794012"/>
                  </a:lnTo>
                  <a:lnTo>
                    <a:pt x="6096" y="2900692"/>
                  </a:lnTo>
                  <a:lnTo>
                    <a:pt x="9613" y="2917202"/>
                  </a:lnTo>
                  <a:lnTo>
                    <a:pt x="18910" y="2929902"/>
                  </a:lnTo>
                  <a:lnTo>
                    <a:pt x="32054" y="2938792"/>
                  </a:lnTo>
                  <a:lnTo>
                    <a:pt x="47129" y="2941332"/>
                  </a:lnTo>
                  <a:lnTo>
                    <a:pt x="512178" y="2941332"/>
                  </a:lnTo>
                  <a:lnTo>
                    <a:pt x="527240" y="2938792"/>
                  </a:lnTo>
                  <a:lnTo>
                    <a:pt x="540385" y="2929902"/>
                  </a:lnTo>
                  <a:lnTo>
                    <a:pt x="544093" y="2924822"/>
                  </a:lnTo>
                  <a:lnTo>
                    <a:pt x="549681" y="2917202"/>
                  </a:lnTo>
                  <a:lnTo>
                    <a:pt x="553212" y="2900692"/>
                  </a:lnTo>
                  <a:lnTo>
                    <a:pt x="553212" y="2794012"/>
                  </a:lnTo>
                  <a:lnTo>
                    <a:pt x="536117" y="2759722"/>
                  </a:lnTo>
                  <a:lnTo>
                    <a:pt x="536117" y="2794012"/>
                  </a:lnTo>
                  <a:lnTo>
                    <a:pt x="536117" y="2900692"/>
                  </a:lnTo>
                  <a:lnTo>
                    <a:pt x="534289" y="2909582"/>
                  </a:lnTo>
                  <a:lnTo>
                    <a:pt x="529272" y="2918472"/>
                  </a:lnTo>
                  <a:lnTo>
                    <a:pt x="521677" y="2922282"/>
                  </a:lnTo>
                  <a:lnTo>
                    <a:pt x="512178" y="2924822"/>
                  </a:lnTo>
                  <a:lnTo>
                    <a:pt x="47129" y="2924822"/>
                  </a:lnTo>
                  <a:lnTo>
                    <a:pt x="37617" y="2922282"/>
                  </a:lnTo>
                  <a:lnTo>
                    <a:pt x="30022" y="2918472"/>
                  </a:lnTo>
                  <a:lnTo>
                    <a:pt x="25006" y="2909582"/>
                  </a:lnTo>
                  <a:lnTo>
                    <a:pt x="23190" y="2900692"/>
                  </a:lnTo>
                  <a:lnTo>
                    <a:pt x="23190" y="2794012"/>
                  </a:lnTo>
                  <a:lnTo>
                    <a:pt x="25006" y="2783852"/>
                  </a:lnTo>
                  <a:lnTo>
                    <a:pt x="30022" y="2776232"/>
                  </a:lnTo>
                  <a:lnTo>
                    <a:pt x="37617" y="2771152"/>
                  </a:lnTo>
                  <a:lnTo>
                    <a:pt x="47129" y="2769882"/>
                  </a:lnTo>
                  <a:lnTo>
                    <a:pt x="512178" y="2769882"/>
                  </a:lnTo>
                  <a:lnTo>
                    <a:pt x="521677" y="2771152"/>
                  </a:lnTo>
                  <a:lnTo>
                    <a:pt x="529272" y="2776232"/>
                  </a:lnTo>
                  <a:lnTo>
                    <a:pt x="534289" y="2783852"/>
                  </a:lnTo>
                  <a:lnTo>
                    <a:pt x="536117" y="2794012"/>
                  </a:lnTo>
                  <a:lnTo>
                    <a:pt x="536117" y="2759722"/>
                  </a:lnTo>
                  <a:lnTo>
                    <a:pt x="543102" y="2753372"/>
                  </a:lnTo>
                  <a:lnTo>
                    <a:pt x="545414" y="2749562"/>
                  </a:lnTo>
                  <a:lnTo>
                    <a:pt x="548500" y="2744482"/>
                  </a:lnTo>
                  <a:lnTo>
                    <a:pt x="551980" y="2735592"/>
                  </a:lnTo>
                  <a:lnTo>
                    <a:pt x="553212" y="2725432"/>
                  </a:lnTo>
                  <a:lnTo>
                    <a:pt x="553212" y="2617482"/>
                  </a:lnTo>
                  <a:lnTo>
                    <a:pt x="536117" y="2583192"/>
                  </a:lnTo>
                  <a:lnTo>
                    <a:pt x="536117" y="2617482"/>
                  </a:lnTo>
                  <a:lnTo>
                    <a:pt x="536117" y="2725432"/>
                  </a:lnTo>
                  <a:lnTo>
                    <a:pt x="534289" y="2734322"/>
                  </a:lnTo>
                  <a:lnTo>
                    <a:pt x="529272" y="2741942"/>
                  </a:lnTo>
                  <a:lnTo>
                    <a:pt x="521677" y="2747022"/>
                  </a:lnTo>
                  <a:lnTo>
                    <a:pt x="512178" y="2749562"/>
                  </a:lnTo>
                  <a:lnTo>
                    <a:pt x="47129" y="2749562"/>
                  </a:lnTo>
                  <a:lnTo>
                    <a:pt x="37617" y="2747022"/>
                  </a:lnTo>
                  <a:lnTo>
                    <a:pt x="30022" y="2741942"/>
                  </a:lnTo>
                  <a:lnTo>
                    <a:pt x="25006" y="2734322"/>
                  </a:lnTo>
                  <a:lnTo>
                    <a:pt x="23190" y="2725432"/>
                  </a:lnTo>
                  <a:lnTo>
                    <a:pt x="23190" y="2617482"/>
                  </a:lnTo>
                  <a:lnTo>
                    <a:pt x="25006" y="2608592"/>
                  </a:lnTo>
                  <a:lnTo>
                    <a:pt x="30022" y="2600972"/>
                  </a:lnTo>
                  <a:lnTo>
                    <a:pt x="37617" y="2595892"/>
                  </a:lnTo>
                  <a:lnTo>
                    <a:pt x="47129" y="2593352"/>
                  </a:lnTo>
                  <a:lnTo>
                    <a:pt x="512178" y="2593352"/>
                  </a:lnTo>
                  <a:lnTo>
                    <a:pt x="521677" y="2595892"/>
                  </a:lnTo>
                  <a:lnTo>
                    <a:pt x="529272" y="2600972"/>
                  </a:lnTo>
                  <a:lnTo>
                    <a:pt x="534289" y="2608592"/>
                  </a:lnTo>
                  <a:lnTo>
                    <a:pt x="536117" y="2617482"/>
                  </a:lnTo>
                  <a:lnTo>
                    <a:pt x="536117" y="2583192"/>
                  </a:lnTo>
                  <a:lnTo>
                    <a:pt x="553212" y="2552712"/>
                  </a:lnTo>
                  <a:lnTo>
                    <a:pt x="553212" y="2442222"/>
                  </a:lnTo>
                  <a:close/>
                </a:path>
                <a:path w="589915" h="3705225">
                  <a:moveTo>
                    <a:pt x="553212" y="886714"/>
                  </a:moveTo>
                  <a:lnTo>
                    <a:pt x="546684" y="866394"/>
                  </a:lnTo>
                  <a:lnTo>
                    <a:pt x="536105" y="855345"/>
                  </a:lnTo>
                  <a:lnTo>
                    <a:pt x="536105" y="886714"/>
                  </a:lnTo>
                  <a:lnTo>
                    <a:pt x="536105" y="893064"/>
                  </a:lnTo>
                  <a:lnTo>
                    <a:pt x="536105" y="1220724"/>
                  </a:lnTo>
                  <a:lnTo>
                    <a:pt x="529158" y="1233424"/>
                  </a:lnTo>
                  <a:lnTo>
                    <a:pt x="513880" y="1247394"/>
                  </a:lnTo>
                  <a:lnTo>
                    <a:pt x="490905" y="1258824"/>
                  </a:lnTo>
                  <a:lnTo>
                    <a:pt x="460883" y="1268984"/>
                  </a:lnTo>
                  <a:lnTo>
                    <a:pt x="460883" y="1178814"/>
                  </a:lnTo>
                  <a:lnTo>
                    <a:pt x="464299" y="1178814"/>
                  </a:lnTo>
                  <a:lnTo>
                    <a:pt x="467715" y="1175004"/>
                  </a:lnTo>
                  <a:lnTo>
                    <a:pt x="474560" y="1175004"/>
                  </a:lnTo>
                  <a:lnTo>
                    <a:pt x="493788" y="1167384"/>
                  </a:lnTo>
                  <a:lnTo>
                    <a:pt x="510463" y="1159764"/>
                  </a:lnTo>
                  <a:lnTo>
                    <a:pt x="512813" y="1158494"/>
                  </a:lnTo>
                  <a:lnTo>
                    <a:pt x="524560" y="1152144"/>
                  </a:lnTo>
                  <a:lnTo>
                    <a:pt x="536105" y="1144524"/>
                  </a:lnTo>
                  <a:lnTo>
                    <a:pt x="536105" y="1114044"/>
                  </a:lnTo>
                  <a:lnTo>
                    <a:pt x="532688" y="1114044"/>
                  </a:lnTo>
                  <a:lnTo>
                    <a:pt x="532688" y="1116584"/>
                  </a:lnTo>
                  <a:lnTo>
                    <a:pt x="524459" y="1129284"/>
                  </a:lnTo>
                  <a:lnTo>
                    <a:pt x="510463" y="1140714"/>
                  </a:lnTo>
                  <a:lnTo>
                    <a:pt x="491337" y="1149604"/>
                  </a:lnTo>
                  <a:lnTo>
                    <a:pt x="467715" y="1158494"/>
                  </a:lnTo>
                  <a:lnTo>
                    <a:pt x="460883" y="1158494"/>
                  </a:lnTo>
                  <a:lnTo>
                    <a:pt x="460883" y="1068324"/>
                  </a:lnTo>
                  <a:lnTo>
                    <a:pt x="464299" y="1068324"/>
                  </a:lnTo>
                  <a:lnTo>
                    <a:pt x="467715" y="1065784"/>
                  </a:lnTo>
                  <a:lnTo>
                    <a:pt x="474560" y="1065784"/>
                  </a:lnTo>
                  <a:lnTo>
                    <a:pt x="493788" y="1058164"/>
                  </a:lnTo>
                  <a:lnTo>
                    <a:pt x="510463" y="1050544"/>
                  </a:lnTo>
                  <a:lnTo>
                    <a:pt x="515162" y="1048004"/>
                  </a:lnTo>
                  <a:lnTo>
                    <a:pt x="524560" y="1042924"/>
                  </a:lnTo>
                  <a:lnTo>
                    <a:pt x="536105" y="1034034"/>
                  </a:lnTo>
                  <a:lnTo>
                    <a:pt x="536105" y="1003554"/>
                  </a:lnTo>
                  <a:lnTo>
                    <a:pt x="532688" y="1003554"/>
                  </a:lnTo>
                  <a:lnTo>
                    <a:pt x="532688" y="1007364"/>
                  </a:lnTo>
                  <a:lnTo>
                    <a:pt x="524459" y="1018794"/>
                  </a:lnTo>
                  <a:lnTo>
                    <a:pt x="510463" y="1030224"/>
                  </a:lnTo>
                  <a:lnTo>
                    <a:pt x="491337" y="1040384"/>
                  </a:lnTo>
                  <a:lnTo>
                    <a:pt x="467715" y="1048004"/>
                  </a:lnTo>
                  <a:lnTo>
                    <a:pt x="460883" y="1048004"/>
                  </a:lnTo>
                  <a:lnTo>
                    <a:pt x="460883" y="969264"/>
                  </a:lnTo>
                  <a:lnTo>
                    <a:pt x="460883" y="959104"/>
                  </a:lnTo>
                  <a:lnTo>
                    <a:pt x="464299" y="959104"/>
                  </a:lnTo>
                  <a:lnTo>
                    <a:pt x="467715" y="955294"/>
                  </a:lnTo>
                  <a:lnTo>
                    <a:pt x="474560" y="955294"/>
                  </a:lnTo>
                  <a:lnTo>
                    <a:pt x="477977" y="951484"/>
                  </a:lnTo>
                  <a:lnTo>
                    <a:pt x="484822" y="951484"/>
                  </a:lnTo>
                  <a:lnTo>
                    <a:pt x="488238" y="948944"/>
                  </a:lnTo>
                  <a:lnTo>
                    <a:pt x="495071" y="948944"/>
                  </a:lnTo>
                  <a:lnTo>
                    <a:pt x="495071" y="945134"/>
                  </a:lnTo>
                  <a:lnTo>
                    <a:pt x="501916" y="945134"/>
                  </a:lnTo>
                  <a:lnTo>
                    <a:pt x="501916" y="941324"/>
                  </a:lnTo>
                  <a:lnTo>
                    <a:pt x="508749" y="941324"/>
                  </a:lnTo>
                  <a:lnTo>
                    <a:pt x="512178" y="938784"/>
                  </a:lnTo>
                  <a:lnTo>
                    <a:pt x="515594" y="938784"/>
                  </a:lnTo>
                  <a:lnTo>
                    <a:pt x="515594" y="934974"/>
                  </a:lnTo>
                  <a:lnTo>
                    <a:pt x="522427" y="934974"/>
                  </a:lnTo>
                  <a:lnTo>
                    <a:pt x="522427" y="931164"/>
                  </a:lnTo>
                  <a:lnTo>
                    <a:pt x="525856" y="931164"/>
                  </a:lnTo>
                  <a:lnTo>
                    <a:pt x="532688" y="924814"/>
                  </a:lnTo>
                  <a:lnTo>
                    <a:pt x="536105" y="924814"/>
                  </a:lnTo>
                  <a:lnTo>
                    <a:pt x="536105" y="893064"/>
                  </a:lnTo>
                  <a:lnTo>
                    <a:pt x="532688" y="893064"/>
                  </a:lnTo>
                  <a:lnTo>
                    <a:pt x="532688" y="900684"/>
                  </a:lnTo>
                  <a:lnTo>
                    <a:pt x="529272" y="900684"/>
                  </a:lnTo>
                  <a:lnTo>
                    <a:pt x="529272" y="904494"/>
                  </a:lnTo>
                  <a:lnTo>
                    <a:pt x="525856" y="904494"/>
                  </a:lnTo>
                  <a:lnTo>
                    <a:pt x="525856" y="907034"/>
                  </a:lnTo>
                  <a:lnTo>
                    <a:pt x="522427" y="907034"/>
                  </a:lnTo>
                  <a:lnTo>
                    <a:pt x="522427" y="910844"/>
                  </a:lnTo>
                  <a:lnTo>
                    <a:pt x="519010" y="910844"/>
                  </a:lnTo>
                  <a:lnTo>
                    <a:pt x="519010" y="914654"/>
                  </a:lnTo>
                  <a:lnTo>
                    <a:pt x="515594" y="914654"/>
                  </a:lnTo>
                  <a:lnTo>
                    <a:pt x="515594" y="917194"/>
                  </a:lnTo>
                  <a:lnTo>
                    <a:pt x="508749" y="917194"/>
                  </a:lnTo>
                  <a:lnTo>
                    <a:pt x="508749" y="921004"/>
                  </a:lnTo>
                  <a:lnTo>
                    <a:pt x="505333" y="921004"/>
                  </a:lnTo>
                  <a:lnTo>
                    <a:pt x="501916" y="924814"/>
                  </a:lnTo>
                  <a:lnTo>
                    <a:pt x="495071" y="924814"/>
                  </a:lnTo>
                  <a:lnTo>
                    <a:pt x="495071" y="927354"/>
                  </a:lnTo>
                  <a:lnTo>
                    <a:pt x="488238" y="927354"/>
                  </a:lnTo>
                  <a:lnTo>
                    <a:pt x="488238" y="931164"/>
                  </a:lnTo>
                  <a:lnTo>
                    <a:pt x="481393" y="931164"/>
                  </a:lnTo>
                  <a:lnTo>
                    <a:pt x="477977" y="934974"/>
                  </a:lnTo>
                  <a:lnTo>
                    <a:pt x="471144" y="934974"/>
                  </a:lnTo>
                  <a:lnTo>
                    <a:pt x="471144" y="938784"/>
                  </a:lnTo>
                  <a:lnTo>
                    <a:pt x="460883" y="938784"/>
                  </a:lnTo>
                  <a:lnTo>
                    <a:pt x="460883" y="924814"/>
                  </a:lnTo>
                  <a:lnTo>
                    <a:pt x="457669" y="917194"/>
                  </a:lnTo>
                  <a:lnTo>
                    <a:pt x="453186" y="909574"/>
                  </a:lnTo>
                  <a:lnTo>
                    <a:pt x="447408" y="900684"/>
                  </a:lnTo>
                  <a:lnTo>
                    <a:pt x="443788" y="896772"/>
                  </a:lnTo>
                  <a:lnTo>
                    <a:pt x="443788" y="927354"/>
                  </a:lnTo>
                  <a:lnTo>
                    <a:pt x="443788" y="934974"/>
                  </a:lnTo>
                  <a:lnTo>
                    <a:pt x="443788" y="1271524"/>
                  </a:lnTo>
                  <a:lnTo>
                    <a:pt x="440359" y="1271524"/>
                  </a:lnTo>
                  <a:lnTo>
                    <a:pt x="440359" y="1275334"/>
                  </a:lnTo>
                  <a:lnTo>
                    <a:pt x="416471" y="1295654"/>
                  </a:lnTo>
                  <a:lnTo>
                    <a:pt x="372402" y="1314704"/>
                  </a:lnTo>
                  <a:lnTo>
                    <a:pt x="311010" y="1328674"/>
                  </a:lnTo>
                  <a:lnTo>
                    <a:pt x="235191" y="1333754"/>
                  </a:lnTo>
                  <a:lnTo>
                    <a:pt x="167843" y="1329944"/>
                  </a:lnTo>
                  <a:lnTo>
                    <a:pt x="110832" y="1319784"/>
                  </a:lnTo>
                  <a:lnTo>
                    <a:pt x="66294" y="1304544"/>
                  </a:lnTo>
                  <a:lnTo>
                    <a:pt x="36372" y="1286764"/>
                  </a:lnTo>
                  <a:lnTo>
                    <a:pt x="23190" y="1268984"/>
                  </a:lnTo>
                  <a:lnTo>
                    <a:pt x="23190" y="1188974"/>
                  </a:lnTo>
                  <a:lnTo>
                    <a:pt x="26606" y="1188974"/>
                  </a:lnTo>
                  <a:lnTo>
                    <a:pt x="26606" y="1192784"/>
                  </a:lnTo>
                  <a:lnTo>
                    <a:pt x="30022" y="1192784"/>
                  </a:lnTo>
                  <a:lnTo>
                    <a:pt x="30022" y="1196594"/>
                  </a:lnTo>
                  <a:lnTo>
                    <a:pt x="62560" y="1213104"/>
                  </a:lnTo>
                  <a:lnTo>
                    <a:pt x="108242" y="1227074"/>
                  </a:lnTo>
                  <a:lnTo>
                    <a:pt x="166103" y="1237234"/>
                  </a:lnTo>
                  <a:lnTo>
                    <a:pt x="235191" y="1241044"/>
                  </a:lnTo>
                  <a:lnTo>
                    <a:pt x="303745" y="1237234"/>
                  </a:lnTo>
                  <a:lnTo>
                    <a:pt x="360438" y="1227074"/>
                  </a:lnTo>
                  <a:lnTo>
                    <a:pt x="372567" y="1223264"/>
                  </a:lnTo>
                  <a:lnTo>
                    <a:pt x="404939" y="1213104"/>
                  </a:lnTo>
                  <a:lnTo>
                    <a:pt x="436943" y="1196594"/>
                  </a:lnTo>
                  <a:lnTo>
                    <a:pt x="440359" y="1192784"/>
                  </a:lnTo>
                  <a:lnTo>
                    <a:pt x="440359" y="1188974"/>
                  </a:lnTo>
                  <a:lnTo>
                    <a:pt x="443788" y="1188974"/>
                  </a:lnTo>
                  <a:lnTo>
                    <a:pt x="443788" y="1162304"/>
                  </a:lnTo>
                  <a:lnTo>
                    <a:pt x="440359" y="1162304"/>
                  </a:lnTo>
                  <a:lnTo>
                    <a:pt x="440359" y="1164844"/>
                  </a:lnTo>
                  <a:lnTo>
                    <a:pt x="436943" y="1168654"/>
                  </a:lnTo>
                  <a:lnTo>
                    <a:pt x="436943" y="1172464"/>
                  </a:lnTo>
                  <a:lnTo>
                    <a:pt x="433527" y="1172464"/>
                  </a:lnTo>
                  <a:lnTo>
                    <a:pt x="433527" y="1175004"/>
                  </a:lnTo>
                  <a:lnTo>
                    <a:pt x="430110" y="1175004"/>
                  </a:lnTo>
                  <a:lnTo>
                    <a:pt x="430110" y="1178814"/>
                  </a:lnTo>
                  <a:lnTo>
                    <a:pt x="426681" y="1178814"/>
                  </a:lnTo>
                  <a:lnTo>
                    <a:pt x="419849" y="1186434"/>
                  </a:lnTo>
                  <a:lnTo>
                    <a:pt x="416433" y="1186434"/>
                  </a:lnTo>
                  <a:lnTo>
                    <a:pt x="413004" y="1188974"/>
                  </a:lnTo>
                  <a:lnTo>
                    <a:pt x="409587" y="1188974"/>
                  </a:lnTo>
                  <a:lnTo>
                    <a:pt x="406171" y="1192784"/>
                  </a:lnTo>
                  <a:lnTo>
                    <a:pt x="402755" y="1192784"/>
                  </a:lnTo>
                  <a:lnTo>
                    <a:pt x="399326" y="1196594"/>
                  </a:lnTo>
                  <a:lnTo>
                    <a:pt x="395909" y="1196594"/>
                  </a:lnTo>
                  <a:lnTo>
                    <a:pt x="377850" y="1202944"/>
                  </a:lnTo>
                  <a:lnTo>
                    <a:pt x="359143" y="1209294"/>
                  </a:lnTo>
                  <a:lnTo>
                    <a:pt x="339166" y="1213104"/>
                  </a:lnTo>
                  <a:lnTo>
                    <a:pt x="317258" y="1216914"/>
                  </a:lnTo>
                  <a:lnTo>
                    <a:pt x="303580" y="1216914"/>
                  </a:lnTo>
                  <a:lnTo>
                    <a:pt x="296748" y="1220724"/>
                  </a:lnTo>
                  <a:lnTo>
                    <a:pt x="265976" y="1220724"/>
                  </a:lnTo>
                  <a:lnTo>
                    <a:pt x="259130" y="1223264"/>
                  </a:lnTo>
                  <a:lnTo>
                    <a:pt x="207835" y="1223264"/>
                  </a:lnTo>
                  <a:lnTo>
                    <a:pt x="204419" y="1220724"/>
                  </a:lnTo>
                  <a:lnTo>
                    <a:pt x="170230" y="1220724"/>
                  </a:lnTo>
                  <a:lnTo>
                    <a:pt x="163385" y="1216914"/>
                  </a:lnTo>
                  <a:lnTo>
                    <a:pt x="153123" y="1216914"/>
                  </a:lnTo>
                  <a:lnTo>
                    <a:pt x="130733" y="1213104"/>
                  </a:lnTo>
                  <a:lnTo>
                    <a:pt x="109956" y="1209294"/>
                  </a:lnTo>
                  <a:lnTo>
                    <a:pt x="91097" y="1202944"/>
                  </a:lnTo>
                  <a:lnTo>
                    <a:pt x="74485" y="1196594"/>
                  </a:lnTo>
                  <a:lnTo>
                    <a:pt x="71069" y="1196594"/>
                  </a:lnTo>
                  <a:lnTo>
                    <a:pt x="67640" y="1192784"/>
                  </a:lnTo>
                  <a:lnTo>
                    <a:pt x="60807" y="1192784"/>
                  </a:lnTo>
                  <a:lnTo>
                    <a:pt x="57378" y="1188974"/>
                  </a:lnTo>
                  <a:lnTo>
                    <a:pt x="53962" y="1188974"/>
                  </a:lnTo>
                  <a:lnTo>
                    <a:pt x="53962" y="1186434"/>
                  </a:lnTo>
                  <a:lnTo>
                    <a:pt x="47129" y="1186434"/>
                  </a:lnTo>
                  <a:lnTo>
                    <a:pt x="47129" y="1182624"/>
                  </a:lnTo>
                  <a:lnTo>
                    <a:pt x="43700" y="1182624"/>
                  </a:lnTo>
                  <a:lnTo>
                    <a:pt x="43700" y="1178814"/>
                  </a:lnTo>
                  <a:lnTo>
                    <a:pt x="40284" y="1178814"/>
                  </a:lnTo>
                  <a:lnTo>
                    <a:pt x="40284" y="1175004"/>
                  </a:lnTo>
                  <a:lnTo>
                    <a:pt x="36868" y="1175004"/>
                  </a:lnTo>
                  <a:lnTo>
                    <a:pt x="30022" y="1168654"/>
                  </a:lnTo>
                  <a:lnTo>
                    <a:pt x="30022" y="1164844"/>
                  </a:lnTo>
                  <a:lnTo>
                    <a:pt x="26606" y="1164844"/>
                  </a:lnTo>
                  <a:lnTo>
                    <a:pt x="26606" y="1158494"/>
                  </a:lnTo>
                  <a:lnTo>
                    <a:pt x="23190" y="1158494"/>
                  </a:lnTo>
                  <a:lnTo>
                    <a:pt x="23190" y="1079754"/>
                  </a:lnTo>
                  <a:lnTo>
                    <a:pt x="26606" y="1079754"/>
                  </a:lnTo>
                  <a:lnTo>
                    <a:pt x="26606" y="1082294"/>
                  </a:lnTo>
                  <a:lnTo>
                    <a:pt x="30022" y="1082294"/>
                  </a:lnTo>
                  <a:lnTo>
                    <a:pt x="30022" y="1086104"/>
                  </a:lnTo>
                  <a:lnTo>
                    <a:pt x="62560" y="1103884"/>
                  </a:lnTo>
                  <a:lnTo>
                    <a:pt x="108242" y="1117854"/>
                  </a:lnTo>
                  <a:lnTo>
                    <a:pt x="166103" y="1126744"/>
                  </a:lnTo>
                  <a:lnTo>
                    <a:pt x="235191" y="1130554"/>
                  </a:lnTo>
                  <a:lnTo>
                    <a:pt x="303745" y="1126744"/>
                  </a:lnTo>
                  <a:lnTo>
                    <a:pt x="360438" y="1117854"/>
                  </a:lnTo>
                  <a:lnTo>
                    <a:pt x="372567" y="1114044"/>
                  </a:lnTo>
                  <a:lnTo>
                    <a:pt x="404939" y="1103884"/>
                  </a:lnTo>
                  <a:lnTo>
                    <a:pt x="436943" y="1086104"/>
                  </a:lnTo>
                  <a:lnTo>
                    <a:pt x="440359" y="1082294"/>
                  </a:lnTo>
                  <a:lnTo>
                    <a:pt x="440359" y="1079754"/>
                  </a:lnTo>
                  <a:lnTo>
                    <a:pt x="443788" y="1079754"/>
                  </a:lnTo>
                  <a:lnTo>
                    <a:pt x="443788" y="1051814"/>
                  </a:lnTo>
                  <a:lnTo>
                    <a:pt x="440359" y="1051814"/>
                  </a:lnTo>
                  <a:lnTo>
                    <a:pt x="440359" y="1055624"/>
                  </a:lnTo>
                  <a:lnTo>
                    <a:pt x="436943" y="1058164"/>
                  </a:lnTo>
                  <a:lnTo>
                    <a:pt x="436943" y="1061974"/>
                  </a:lnTo>
                  <a:lnTo>
                    <a:pt x="433527" y="1061974"/>
                  </a:lnTo>
                  <a:lnTo>
                    <a:pt x="433527" y="1065784"/>
                  </a:lnTo>
                  <a:lnTo>
                    <a:pt x="430110" y="1065784"/>
                  </a:lnTo>
                  <a:lnTo>
                    <a:pt x="430110" y="1068324"/>
                  </a:lnTo>
                  <a:lnTo>
                    <a:pt x="426681" y="1068324"/>
                  </a:lnTo>
                  <a:lnTo>
                    <a:pt x="419849" y="1075944"/>
                  </a:lnTo>
                  <a:lnTo>
                    <a:pt x="416433" y="1075944"/>
                  </a:lnTo>
                  <a:lnTo>
                    <a:pt x="413004" y="1079754"/>
                  </a:lnTo>
                  <a:lnTo>
                    <a:pt x="409587" y="1079754"/>
                  </a:lnTo>
                  <a:lnTo>
                    <a:pt x="406171" y="1082294"/>
                  </a:lnTo>
                  <a:lnTo>
                    <a:pt x="402755" y="1082294"/>
                  </a:lnTo>
                  <a:lnTo>
                    <a:pt x="399326" y="1086104"/>
                  </a:lnTo>
                  <a:lnTo>
                    <a:pt x="395909" y="1086104"/>
                  </a:lnTo>
                  <a:lnTo>
                    <a:pt x="377850" y="1093724"/>
                  </a:lnTo>
                  <a:lnTo>
                    <a:pt x="359143" y="1098804"/>
                  </a:lnTo>
                  <a:lnTo>
                    <a:pt x="339166" y="1103884"/>
                  </a:lnTo>
                  <a:lnTo>
                    <a:pt x="317258" y="1106424"/>
                  </a:lnTo>
                  <a:lnTo>
                    <a:pt x="303580" y="1106424"/>
                  </a:lnTo>
                  <a:lnTo>
                    <a:pt x="296748" y="1110234"/>
                  </a:lnTo>
                  <a:lnTo>
                    <a:pt x="265976" y="1110234"/>
                  </a:lnTo>
                  <a:lnTo>
                    <a:pt x="259130" y="1114044"/>
                  </a:lnTo>
                  <a:lnTo>
                    <a:pt x="207835" y="1114044"/>
                  </a:lnTo>
                  <a:lnTo>
                    <a:pt x="204419" y="1110234"/>
                  </a:lnTo>
                  <a:lnTo>
                    <a:pt x="170230" y="1110234"/>
                  </a:lnTo>
                  <a:lnTo>
                    <a:pt x="163385" y="1106424"/>
                  </a:lnTo>
                  <a:lnTo>
                    <a:pt x="153123" y="1106424"/>
                  </a:lnTo>
                  <a:lnTo>
                    <a:pt x="130733" y="1103884"/>
                  </a:lnTo>
                  <a:lnTo>
                    <a:pt x="109956" y="1098804"/>
                  </a:lnTo>
                  <a:lnTo>
                    <a:pt x="91097" y="1093724"/>
                  </a:lnTo>
                  <a:lnTo>
                    <a:pt x="74485" y="1086104"/>
                  </a:lnTo>
                  <a:lnTo>
                    <a:pt x="71069" y="1086104"/>
                  </a:lnTo>
                  <a:lnTo>
                    <a:pt x="67640" y="1082294"/>
                  </a:lnTo>
                  <a:lnTo>
                    <a:pt x="60807" y="1082294"/>
                  </a:lnTo>
                  <a:lnTo>
                    <a:pt x="57378" y="1079754"/>
                  </a:lnTo>
                  <a:lnTo>
                    <a:pt x="53962" y="1079754"/>
                  </a:lnTo>
                  <a:lnTo>
                    <a:pt x="53962" y="1075944"/>
                  </a:lnTo>
                  <a:lnTo>
                    <a:pt x="47129" y="1075944"/>
                  </a:lnTo>
                  <a:lnTo>
                    <a:pt x="47129" y="1072134"/>
                  </a:lnTo>
                  <a:lnTo>
                    <a:pt x="43700" y="1072134"/>
                  </a:lnTo>
                  <a:lnTo>
                    <a:pt x="43700" y="1068324"/>
                  </a:lnTo>
                  <a:lnTo>
                    <a:pt x="40284" y="1068324"/>
                  </a:lnTo>
                  <a:lnTo>
                    <a:pt x="40284" y="1065784"/>
                  </a:lnTo>
                  <a:lnTo>
                    <a:pt x="36868" y="1065784"/>
                  </a:lnTo>
                  <a:lnTo>
                    <a:pt x="30022" y="1058164"/>
                  </a:lnTo>
                  <a:lnTo>
                    <a:pt x="30022" y="1055624"/>
                  </a:lnTo>
                  <a:lnTo>
                    <a:pt x="26606" y="1055624"/>
                  </a:lnTo>
                  <a:lnTo>
                    <a:pt x="26606" y="1048004"/>
                  </a:lnTo>
                  <a:lnTo>
                    <a:pt x="23190" y="1048004"/>
                  </a:lnTo>
                  <a:lnTo>
                    <a:pt x="23190" y="969264"/>
                  </a:lnTo>
                  <a:lnTo>
                    <a:pt x="26606" y="969264"/>
                  </a:lnTo>
                  <a:lnTo>
                    <a:pt x="26606" y="973074"/>
                  </a:lnTo>
                  <a:lnTo>
                    <a:pt x="30022" y="973074"/>
                  </a:lnTo>
                  <a:lnTo>
                    <a:pt x="33451" y="975614"/>
                  </a:lnTo>
                  <a:lnTo>
                    <a:pt x="36868" y="975614"/>
                  </a:lnTo>
                  <a:lnTo>
                    <a:pt x="43700" y="983234"/>
                  </a:lnTo>
                  <a:lnTo>
                    <a:pt x="47129" y="983234"/>
                  </a:lnTo>
                  <a:lnTo>
                    <a:pt x="50546" y="987044"/>
                  </a:lnTo>
                  <a:lnTo>
                    <a:pt x="53962" y="987044"/>
                  </a:lnTo>
                  <a:lnTo>
                    <a:pt x="57378" y="989584"/>
                  </a:lnTo>
                  <a:lnTo>
                    <a:pt x="60807" y="989584"/>
                  </a:lnTo>
                  <a:lnTo>
                    <a:pt x="67640" y="997204"/>
                  </a:lnTo>
                  <a:lnTo>
                    <a:pt x="74485" y="997204"/>
                  </a:lnTo>
                  <a:lnTo>
                    <a:pt x="77901" y="999744"/>
                  </a:lnTo>
                  <a:lnTo>
                    <a:pt x="84734" y="999744"/>
                  </a:lnTo>
                  <a:lnTo>
                    <a:pt x="91579" y="1003554"/>
                  </a:lnTo>
                  <a:lnTo>
                    <a:pt x="98412" y="1003554"/>
                  </a:lnTo>
                  <a:lnTo>
                    <a:pt x="105257" y="1007364"/>
                  </a:lnTo>
                  <a:lnTo>
                    <a:pt x="108673" y="1007364"/>
                  </a:lnTo>
                  <a:lnTo>
                    <a:pt x="115519" y="1009904"/>
                  </a:lnTo>
                  <a:lnTo>
                    <a:pt x="129197" y="1009904"/>
                  </a:lnTo>
                  <a:lnTo>
                    <a:pt x="132613" y="1013714"/>
                  </a:lnTo>
                  <a:lnTo>
                    <a:pt x="149707" y="1013714"/>
                  </a:lnTo>
                  <a:lnTo>
                    <a:pt x="156552" y="1017524"/>
                  </a:lnTo>
                  <a:lnTo>
                    <a:pt x="183908" y="1017524"/>
                  </a:lnTo>
                  <a:lnTo>
                    <a:pt x="190741" y="1021334"/>
                  </a:lnTo>
                  <a:lnTo>
                    <a:pt x="276225" y="1021334"/>
                  </a:lnTo>
                  <a:lnTo>
                    <a:pt x="283070" y="1017524"/>
                  </a:lnTo>
                  <a:lnTo>
                    <a:pt x="313842" y="1017524"/>
                  </a:lnTo>
                  <a:lnTo>
                    <a:pt x="317258" y="1013714"/>
                  </a:lnTo>
                  <a:lnTo>
                    <a:pt x="334365" y="1013714"/>
                  </a:lnTo>
                  <a:lnTo>
                    <a:pt x="341198" y="1009904"/>
                  </a:lnTo>
                  <a:lnTo>
                    <a:pt x="351459" y="1009904"/>
                  </a:lnTo>
                  <a:lnTo>
                    <a:pt x="358292" y="1007364"/>
                  </a:lnTo>
                  <a:lnTo>
                    <a:pt x="365137" y="1007364"/>
                  </a:lnTo>
                  <a:lnTo>
                    <a:pt x="368554" y="1003554"/>
                  </a:lnTo>
                  <a:lnTo>
                    <a:pt x="378815" y="1003554"/>
                  </a:lnTo>
                  <a:lnTo>
                    <a:pt x="382231" y="999744"/>
                  </a:lnTo>
                  <a:lnTo>
                    <a:pt x="389077" y="999744"/>
                  </a:lnTo>
                  <a:lnTo>
                    <a:pt x="395909" y="997204"/>
                  </a:lnTo>
                  <a:lnTo>
                    <a:pt x="399326" y="997204"/>
                  </a:lnTo>
                  <a:lnTo>
                    <a:pt x="402755" y="993394"/>
                  </a:lnTo>
                  <a:lnTo>
                    <a:pt x="406171" y="993394"/>
                  </a:lnTo>
                  <a:lnTo>
                    <a:pt x="409587" y="989584"/>
                  </a:lnTo>
                  <a:lnTo>
                    <a:pt x="413004" y="989584"/>
                  </a:lnTo>
                  <a:lnTo>
                    <a:pt x="416433" y="987044"/>
                  </a:lnTo>
                  <a:lnTo>
                    <a:pt x="419849" y="987044"/>
                  </a:lnTo>
                  <a:lnTo>
                    <a:pt x="426681" y="979424"/>
                  </a:lnTo>
                  <a:lnTo>
                    <a:pt x="430110" y="979424"/>
                  </a:lnTo>
                  <a:lnTo>
                    <a:pt x="433527" y="975614"/>
                  </a:lnTo>
                  <a:lnTo>
                    <a:pt x="436943" y="975614"/>
                  </a:lnTo>
                  <a:lnTo>
                    <a:pt x="436943" y="973074"/>
                  </a:lnTo>
                  <a:lnTo>
                    <a:pt x="440359" y="973074"/>
                  </a:lnTo>
                  <a:lnTo>
                    <a:pt x="440359" y="969264"/>
                  </a:lnTo>
                  <a:lnTo>
                    <a:pt x="443788" y="969264"/>
                  </a:lnTo>
                  <a:lnTo>
                    <a:pt x="443788" y="934974"/>
                  </a:lnTo>
                  <a:lnTo>
                    <a:pt x="433908" y="954024"/>
                  </a:lnTo>
                  <a:lnTo>
                    <a:pt x="405815" y="971804"/>
                  </a:lnTo>
                  <a:lnTo>
                    <a:pt x="361797" y="988314"/>
                  </a:lnTo>
                  <a:lnTo>
                    <a:pt x="304152" y="999744"/>
                  </a:lnTo>
                  <a:lnTo>
                    <a:pt x="235191" y="1003554"/>
                  </a:lnTo>
                  <a:lnTo>
                    <a:pt x="165874" y="999744"/>
                  </a:lnTo>
                  <a:lnTo>
                    <a:pt x="107378" y="988314"/>
                  </a:lnTo>
                  <a:lnTo>
                    <a:pt x="62357" y="971804"/>
                  </a:lnTo>
                  <a:lnTo>
                    <a:pt x="58229" y="969264"/>
                  </a:lnTo>
                  <a:lnTo>
                    <a:pt x="33413" y="954024"/>
                  </a:lnTo>
                  <a:lnTo>
                    <a:pt x="23190" y="934974"/>
                  </a:lnTo>
                  <a:lnTo>
                    <a:pt x="30619" y="917194"/>
                  </a:lnTo>
                  <a:lnTo>
                    <a:pt x="51828" y="899414"/>
                  </a:lnTo>
                  <a:lnTo>
                    <a:pt x="85217" y="885444"/>
                  </a:lnTo>
                  <a:lnTo>
                    <a:pt x="129197" y="872744"/>
                  </a:lnTo>
                  <a:lnTo>
                    <a:pt x="149707" y="872744"/>
                  </a:lnTo>
                  <a:lnTo>
                    <a:pt x="149707" y="868934"/>
                  </a:lnTo>
                  <a:lnTo>
                    <a:pt x="170230" y="868934"/>
                  </a:lnTo>
                  <a:lnTo>
                    <a:pt x="177063" y="866394"/>
                  </a:lnTo>
                  <a:lnTo>
                    <a:pt x="289902" y="866394"/>
                  </a:lnTo>
                  <a:lnTo>
                    <a:pt x="293331" y="868934"/>
                  </a:lnTo>
                  <a:lnTo>
                    <a:pt x="317258" y="868934"/>
                  </a:lnTo>
                  <a:lnTo>
                    <a:pt x="339115" y="875284"/>
                  </a:lnTo>
                  <a:lnTo>
                    <a:pt x="358724" y="880364"/>
                  </a:lnTo>
                  <a:lnTo>
                    <a:pt x="376402" y="885444"/>
                  </a:lnTo>
                  <a:lnTo>
                    <a:pt x="392493" y="890524"/>
                  </a:lnTo>
                  <a:lnTo>
                    <a:pt x="395909" y="890524"/>
                  </a:lnTo>
                  <a:lnTo>
                    <a:pt x="399326" y="893064"/>
                  </a:lnTo>
                  <a:lnTo>
                    <a:pt x="402755" y="893064"/>
                  </a:lnTo>
                  <a:lnTo>
                    <a:pt x="406171" y="896874"/>
                  </a:lnTo>
                  <a:lnTo>
                    <a:pt x="409587" y="896874"/>
                  </a:lnTo>
                  <a:lnTo>
                    <a:pt x="413004" y="900684"/>
                  </a:lnTo>
                  <a:lnTo>
                    <a:pt x="416433" y="900684"/>
                  </a:lnTo>
                  <a:lnTo>
                    <a:pt x="419849" y="904494"/>
                  </a:lnTo>
                  <a:lnTo>
                    <a:pt x="423265" y="904494"/>
                  </a:lnTo>
                  <a:lnTo>
                    <a:pt x="423265" y="907034"/>
                  </a:lnTo>
                  <a:lnTo>
                    <a:pt x="426681" y="907034"/>
                  </a:lnTo>
                  <a:lnTo>
                    <a:pt x="436943" y="917194"/>
                  </a:lnTo>
                  <a:lnTo>
                    <a:pt x="436943" y="921004"/>
                  </a:lnTo>
                  <a:lnTo>
                    <a:pt x="440359" y="921004"/>
                  </a:lnTo>
                  <a:lnTo>
                    <a:pt x="440359" y="924814"/>
                  </a:lnTo>
                  <a:lnTo>
                    <a:pt x="443788" y="927354"/>
                  </a:lnTo>
                  <a:lnTo>
                    <a:pt x="443788" y="896772"/>
                  </a:lnTo>
                  <a:lnTo>
                    <a:pt x="440359" y="893064"/>
                  </a:lnTo>
                  <a:lnTo>
                    <a:pt x="436943" y="893064"/>
                  </a:lnTo>
                  <a:lnTo>
                    <a:pt x="433527" y="890524"/>
                  </a:lnTo>
                  <a:lnTo>
                    <a:pt x="379552" y="866394"/>
                  </a:lnTo>
                  <a:lnTo>
                    <a:pt x="321475" y="852424"/>
                  </a:lnTo>
                  <a:lnTo>
                    <a:pt x="255714" y="844804"/>
                  </a:lnTo>
                  <a:lnTo>
                    <a:pt x="211264" y="844804"/>
                  </a:lnTo>
                  <a:lnTo>
                    <a:pt x="193954" y="847344"/>
                  </a:lnTo>
                  <a:lnTo>
                    <a:pt x="163169" y="849884"/>
                  </a:lnTo>
                  <a:lnTo>
                    <a:pt x="220230" y="828294"/>
                  </a:lnTo>
                  <a:lnTo>
                    <a:pt x="268478" y="820674"/>
                  </a:lnTo>
                  <a:lnTo>
                    <a:pt x="324104" y="818134"/>
                  </a:lnTo>
                  <a:lnTo>
                    <a:pt x="393420" y="821944"/>
                  </a:lnTo>
                  <a:lnTo>
                    <a:pt x="451904" y="833374"/>
                  </a:lnTo>
                  <a:lnTo>
                    <a:pt x="496925" y="848614"/>
                  </a:lnTo>
                  <a:lnTo>
                    <a:pt x="525868" y="867664"/>
                  </a:lnTo>
                  <a:lnTo>
                    <a:pt x="536105" y="886714"/>
                  </a:lnTo>
                  <a:lnTo>
                    <a:pt x="536105" y="855345"/>
                  </a:lnTo>
                  <a:lnTo>
                    <a:pt x="527240" y="846074"/>
                  </a:lnTo>
                  <a:lnTo>
                    <a:pt x="495071" y="828294"/>
                  </a:lnTo>
                  <a:lnTo>
                    <a:pt x="462559" y="818134"/>
                  </a:lnTo>
                  <a:lnTo>
                    <a:pt x="450367" y="814324"/>
                  </a:lnTo>
                  <a:lnTo>
                    <a:pt x="393319" y="804164"/>
                  </a:lnTo>
                  <a:lnTo>
                    <a:pt x="324104" y="800354"/>
                  </a:lnTo>
                  <a:lnTo>
                    <a:pt x="266242" y="802894"/>
                  </a:lnTo>
                  <a:lnTo>
                    <a:pt x="213309" y="811784"/>
                  </a:lnTo>
                  <a:lnTo>
                    <a:pt x="167767" y="823214"/>
                  </a:lnTo>
                  <a:lnTo>
                    <a:pt x="132067" y="839724"/>
                  </a:lnTo>
                  <a:lnTo>
                    <a:pt x="108673" y="858774"/>
                  </a:lnTo>
                  <a:lnTo>
                    <a:pt x="67640" y="872744"/>
                  </a:lnTo>
                  <a:lnTo>
                    <a:pt x="36868" y="889254"/>
                  </a:lnTo>
                  <a:lnTo>
                    <a:pt x="16344" y="907034"/>
                  </a:lnTo>
                  <a:lnTo>
                    <a:pt x="6096" y="924814"/>
                  </a:lnTo>
                  <a:lnTo>
                    <a:pt x="6096" y="1271524"/>
                  </a:lnTo>
                  <a:lnTo>
                    <a:pt x="56692" y="1318514"/>
                  </a:lnTo>
                  <a:lnTo>
                    <a:pt x="105803" y="1336294"/>
                  </a:lnTo>
                  <a:lnTo>
                    <a:pt x="166395" y="1346454"/>
                  </a:lnTo>
                  <a:lnTo>
                    <a:pt x="235191" y="1350264"/>
                  </a:lnTo>
                  <a:lnTo>
                    <a:pt x="294360" y="1347724"/>
                  </a:lnTo>
                  <a:lnTo>
                    <a:pt x="347459" y="1340104"/>
                  </a:lnTo>
                  <a:lnTo>
                    <a:pt x="369989" y="1333754"/>
                  </a:lnTo>
                  <a:lnTo>
                    <a:pt x="392518" y="1327404"/>
                  </a:lnTo>
                  <a:lnTo>
                    <a:pt x="427558" y="1312164"/>
                  </a:lnTo>
                  <a:lnTo>
                    <a:pt x="450621" y="1291844"/>
                  </a:lnTo>
                  <a:lnTo>
                    <a:pt x="490207" y="1279144"/>
                  </a:lnTo>
                  <a:lnTo>
                    <a:pt x="510832" y="1268984"/>
                  </a:lnTo>
                  <a:lnTo>
                    <a:pt x="521144" y="1263904"/>
                  </a:lnTo>
                  <a:lnTo>
                    <a:pt x="542467" y="1246124"/>
                  </a:lnTo>
                  <a:lnTo>
                    <a:pt x="553212" y="1227074"/>
                  </a:lnTo>
                  <a:lnTo>
                    <a:pt x="553212" y="1144524"/>
                  </a:lnTo>
                  <a:lnTo>
                    <a:pt x="553212" y="1034034"/>
                  </a:lnTo>
                  <a:lnTo>
                    <a:pt x="553212" y="886714"/>
                  </a:lnTo>
                  <a:close/>
                </a:path>
                <a:path w="589915" h="3705225">
                  <a:moveTo>
                    <a:pt x="589775" y="500532"/>
                  </a:moveTo>
                  <a:lnTo>
                    <a:pt x="586473" y="475983"/>
                  </a:lnTo>
                  <a:lnTo>
                    <a:pt x="577011" y="453148"/>
                  </a:lnTo>
                  <a:lnTo>
                    <a:pt x="571538" y="446049"/>
                  </a:lnTo>
                  <a:lnTo>
                    <a:pt x="571538" y="500532"/>
                  </a:lnTo>
                  <a:lnTo>
                    <a:pt x="571538" y="518934"/>
                  </a:lnTo>
                  <a:lnTo>
                    <a:pt x="162953" y="518934"/>
                  </a:lnTo>
                  <a:lnTo>
                    <a:pt x="162953" y="496862"/>
                  </a:lnTo>
                  <a:lnTo>
                    <a:pt x="181419" y="448729"/>
                  </a:lnTo>
                  <a:lnTo>
                    <a:pt x="283337" y="390131"/>
                  </a:lnTo>
                  <a:lnTo>
                    <a:pt x="293484" y="383286"/>
                  </a:lnTo>
                  <a:lnTo>
                    <a:pt x="301586" y="374027"/>
                  </a:lnTo>
                  <a:lnTo>
                    <a:pt x="306946" y="362699"/>
                  </a:lnTo>
                  <a:lnTo>
                    <a:pt x="308876" y="349643"/>
                  </a:lnTo>
                  <a:lnTo>
                    <a:pt x="308876" y="309156"/>
                  </a:lnTo>
                  <a:lnTo>
                    <a:pt x="305231" y="309156"/>
                  </a:lnTo>
                  <a:lnTo>
                    <a:pt x="305231" y="305473"/>
                  </a:lnTo>
                  <a:lnTo>
                    <a:pt x="301586" y="305473"/>
                  </a:lnTo>
                  <a:lnTo>
                    <a:pt x="301586" y="301802"/>
                  </a:lnTo>
                  <a:lnTo>
                    <a:pt x="297929" y="298119"/>
                  </a:lnTo>
                  <a:lnTo>
                    <a:pt x="297929" y="294436"/>
                  </a:lnTo>
                  <a:lnTo>
                    <a:pt x="294284" y="294436"/>
                  </a:lnTo>
                  <a:lnTo>
                    <a:pt x="294284" y="290753"/>
                  </a:lnTo>
                  <a:lnTo>
                    <a:pt x="286994" y="283400"/>
                  </a:lnTo>
                  <a:lnTo>
                    <a:pt x="286994" y="316522"/>
                  </a:lnTo>
                  <a:lnTo>
                    <a:pt x="286994" y="360680"/>
                  </a:lnTo>
                  <a:lnTo>
                    <a:pt x="283337" y="368046"/>
                  </a:lnTo>
                  <a:lnTo>
                    <a:pt x="276047" y="371729"/>
                  </a:lnTo>
                  <a:lnTo>
                    <a:pt x="250507" y="386448"/>
                  </a:lnTo>
                  <a:lnTo>
                    <a:pt x="243217" y="386448"/>
                  </a:lnTo>
                  <a:lnTo>
                    <a:pt x="243217" y="390131"/>
                  </a:lnTo>
                  <a:lnTo>
                    <a:pt x="188493" y="419569"/>
                  </a:lnTo>
                  <a:lnTo>
                    <a:pt x="168770" y="433717"/>
                  </a:lnTo>
                  <a:lnTo>
                    <a:pt x="153835" y="452691"/>
                  </a:lnTo>
                  <a:lnTo>
                    <a:pt x="144373" y="474433"/>
                  </a:lnTo>
                  <a:lnTo>
                    <a:pt x="141071" y="496862"/>
                  </a:lnTo>
                  <a:lnTo>
                    <a:pt x="141071" y="518934"/>
                  </a:lnTo>
                  <a:lnTo>
                    <a:pt x="24333" y="518934"/>
                  </a:lnTo>
                  <a:lnTo>
                    <a:pt x="24333" y="504215"/>
                  </a:lnTo>
                  <a:lnTo>
                    <a:pt x="26390" y="487895"/>
                  </a:lnTo>
                  <a:lnTo>
                    <a:pt x="32537" y="472935"/>
                  </a:lnTo>
                  <a:lnTo>
                    <a:pt x="42799" y="460743"/>
                  </a:lnTo>
                  <a:lnTo>
                    <a:pt x="57162" y="452691"/>
                  </a:lnTo>
                  <a:lnTo>
                    <a:pt x="119176" y="408533"/>
                  </a:lnTo>
                  <a:lnTo>
                    <a:pt x="128752" y="403872"/>
                  </a:lnTo>
                  <a:lnTo>
                    <a:pt x="135597" y="396113"/>
                  </a:lnTo>
                  <a:lnTo>
                    <a:pt x="139700" y="386270"/>
                  </a:lnTo>
                  <a:lnTo>
                    <a:pt x="141071" y="375399"/>
                  </a:lnTo>
                  <a:lnTo>
                    <a:pt x="141071" y="338594"/>
                  </a:lnTo>
                  <a:lnTo>
                    <a:pt x="137414" y="334924"/>
                  </a:lnTo>
                  <a:lnTo>
                    <a:pt x="122542" y="321640"/>
                  </a:lnTo>
                  <a:lnTo>
                    <a:pt x="114173" y="311467"/>
                  </a:lnTo>
                  <a:lnTo>
                    <a:pt x="109207" y="299212"/>
                  </a:lnTo>
                  <a:lnTo>
                    <a:pt x="104584" y="279717"/>
                  </a:lnTo>
                  <a:lnTo>
                    <a:pt x="104584" y="272351"/>
                  </a:lnTo>
                  <a:lnTo>
                    <a:pt x="100939" y="272351"/>
                  </a:lnTo>
                  <a:lnTo>
                    <a:pt x="93637" y="264998"/>
                  </a:lnTo>
                  <a:lnTo>
                    <a:pt x="93637" y="220827"/>
                  </a:lnTo>
                  <a:lnTo>
                    <a:pt x="104584" y="209791"/>
                  </a:lnTo>
                  <a:lnTo>
                    <a:pt x="104584" y="158254"/>
                  </a:lnTo>
                  <a:lnTo>
                    <a:pt x="106464" y="145783"/>
                  </a:lnTo>
                  <a:lnTo>
                    <a:pt x="116903" y="121920"/>
                  </a:lnTo>
                  <a:lnTo>
                    <a:pt x="143065" y="98742"/>
                  </a:lnTo>
                  <a:lnTo>
                    <a:pt x="192138" y="88328"/>
                  </a:lnTo>
                  <a:lnTo>
                    <a:pt x="207937" y="89077"/>
                  </a:lnTo>
                  <a:lnTo>
                    <a:pt x="222694" y="91554"/>
                  </a:lnTo>
                  <a:lnTo>
                    <a:pt x="236778" y="96100"/>
                  </a:lnTo>
                  <a:lnTo>
                    <a:pt x="250507" y="103060"/>
                  </a:lnTo>
                  <a:lnTo>
                    <a:pt x="250507" y="150901"/>
                  </a:lnTo>
                  <a:lnTo>
                    <a:pt x="245719" y="156476"/>
                  </a:lnTo>
                  <a:lnTo>
                    <a:pt x="242303" y="162394"/>
                  </a:lnTo>
                  <a:lnTo>
                    <a:pt x="240245" y="169011"/>
                  </a:lnTo>
                  <a:lnTo>
                    <a:pt x="239560" y="176657"/>
                  </a:lnTo>
                  <a:lnTo>
                    <a:pt x="239560" y="228193"/>
                  </a:lnTo>
                  <a:lnTo>
                    <a:pt x="243217" y="228193"/>
                  </a:lnTo>
                  <a:lnTo>
                    <a:pt x="243217" y="231863"/>
                  </a:lnTo>
                  <a:lnTo>
                    <a:pt x="246862" y="239229"/>
                  </a:lnTo>
                  <a:lnTo>
                    <a:pt x="254152" y="246595"/>
                  </a:lnTo>
                  <a:lnTo>
                    <a:pt x="254152" y="250266"/>
                  </a:lnTo>
                  <a:lnTo>
                    <a:pt x="257810" y="253949"/>
                  </a:lnTo>
                  <a:lnTo>
                    <a:pt x="257810" y="264998"/>
                  </a:lnTo>
                  <a:lnTo>
                    <a:pt x="261454" y="264998"/>
                  </a:lnTo>
                  <a:lnTo>
                    <a:pt x="261454" y="272351"/>
                  </a:lnTo>
                  <a:lnTo>
                    <a:pt x="265099" y="276034"/>
                  </a:lnTo>
                  <a:lnTo>
                    <a:pt x="265099" y="279717"/>
                  </a:lnTo>
                  <a:lnTo>
                    <a:pt x="268744" y="283400"/>
                  </a:lnTo>
                  <a:lnTo>
                    <a:pt x="268744" y="287070"/>
                  </a:lnTo>
                  <a:lnTo>
                    <a:pt x="272389" y="290753"/>
                  </a:lnTo>
                  <a:lnTo>
                    <a:pt x="272389" y="294436"/>
                  </a:lnTo>
                  <a:lnTo>
                    <a:pt x="276047" y="294436"/>
                  </a:lnTo>
                  <a:lnTo>
                    <a:pt x="276047" y="301802"/>
                  </a:lnTo>
                  <a:lnTo>
                    <a:pt x="279692" y="301802"/>
                  </a:lnTo>
                  <a:lnTo>
                    <a:pt x="279692" y="305473"/>
                  </a:lnTo>
                  <a:lnTo>
                    <a:pt x="283337" y="309156"/>
                  </a:lnTo>
                  <a:lnTo>
                    <a:pt x="283337" y="312839"/>
                  </a:lnTo>
                  <a:lnTo>
                    <a:pt x="286994" y="316522"/>
                  </a:lnTo>
                  <a:lnTo>
                    <a:pt x="286994" y="283400"/>
                  </a:lnTo>
                  <a:lnTo>
                    <a:pt x="286994" y="276034"/>
                  </a:lnTo>
                  <a:lnTo>
                    <a:pt x="283337" y="276034"/>
                  </a:lnTo>
                  <a:lnTo>
                    <a:pt x="283337" y="264998"/>
                  </a:lnTo>
                  <a:lnTo>
                    <a:pt x="279692" y="264998"/>
                  </a:lnTo>
                  <a:lnTo>
                    <a:pt x="279692" y="257632"/>
                  </a:lnTo>
                  <a:lnTo>
                    <a:pt x="276047" y="257632"/>
                  </a:lnTo>
                  <a:lnTo>
                    <a:pt x="276047" y="246595"/>
                  </a:lnTo>
                  <a:lnTo>
                    <a:pt x="272389" y="246595"/>
                  </a:lnTo>
                  <a:lnTo>
                    <a:pt x="272389" y="235546"/>
                  </a:lnTo>
                  <a:lnTo>
                    <a:pt x="268744" y="231863"/>
                  </a:lnTo>
                  <a:lnTo>
                    <a:pt x="261454" y="228193"/>
                  </a:lnTo>
                  <a:lnTo>
                    <a:pt x="257810" y="220827"/>
                  </a:lnTo>
                  <a:lnTo>
                    <a:pt x="257810" y="172986"/>
                  </a:lnTo>
                  <a:lnTo>
                    <a:pt x="261454" y="165620"/>
                  </a:lnTo>
                  <a:lnTo>
                    <a:pt x="268744" y="158254"/>
                  </a:lnTo>
                  <a:lnTo>
                    <a:pt x="268871" y="91325"/>
                  </a:lnTo>
                  <a:lnTo>
                    <a:pt x="268960" y="88328"/>
                  </a:lnTo>
                  <a:lnTo>
                    <a:pt x="268973" y="87706"/>
                  </a:lnTo>
                  <a:lnTo>
                    <a:pt x="269887" y="80975"/>
                  </a:lnTo>
                  <a:lnTo>
                    <a:pt x="298500" y="35496"/>
                  </a:lnTo>
                  <a:lnTo>
                    <a:pt x="339775" y="20421"/>
                  </a:lnTo>
                  <a:lnTo>
                    <a:pt x="367245" y="18402"/>
                  </a:lnTo>
                  <a:lnTo>
                    <a:pt x="393128" y="20421"/>
                  </a:lnTo>
                  <a:lnTo>
                    <a:pt x="433946" y="35496"/>
                  </a:lnTo>
                  <a:lnTo>
                    <a:pt x="461645" y="80048"/>
                  </a:lnTo>
                  <a:lnTo>
                    <a:pt x="462368" y="91554"/>
                  </a:lnTo>
                  <a:lnTo>
                    <a:pt x="462102" y="95694"/>
                  </a:lnTo>
                  <a:lnTo>
                    <a:pt x="462102" y="158254"/>
                  </a:lnTo>
                  <a:lnTo>
                    <a:pt x="469392" y="165620"/>
                  </a:lnTo>
                  <a:lnTo>
                    <a:pt x="473036" y="172986"/>
                  </a:lnTo>
                  <a:lnTo>
                    <a:pt x="473036" y="224510"/>
                  </a:lnTo>
                  <a:lnTo>
                    <a:pt x="465747" y="231863"/>
                  </a:lnTo>
                  <a:lnTo>
                    <a:pt x="458444" y="235546"/>
                  </a:lnTo>
                  <a:lnTo>
                    <a:pt x="454799" y="235546"/>
                  </a:lnTo>
                  <a:lnTo>
                    <a:pt x="451154" y="239229"/>
                  </a:lnTo>
                  <a:lnTo>
                    <a:pt x="433717" y="284264"/>
                  </a:lnTo>
                  <a:lnTo>
                    <a:pt x="418325" y="305473"/>
                  </a:lnTo>
                  <a:lnTo>
                    <a:pt x="418325" y="309156"/>
                  </a:lnTo>
                  <a:lnTo>
                    <a:pt x="414667" y="309156"/>
                  </a:lnTo>
                  <a:lnTo>
                    <a:pt x="414667" y="349643"/>
                  </a:lnTo>
                  <a:lnTo>
                    <a:pt x="440207" y="390131"/>
                  </a:lnTo>
                  <a:lnTo>
                    <a:pt x="531406" y="437972"/>
                  </a:lnTo>
                  <a:lnTo>
                    <a:pt x="548449" y="448779"/>
                  </a:lnTo>
                  <a:lnTo>
                    <a:pt x="561047" y="463740"/>
                  </a:lnTo>
                  <a:lnTo>
                    <a:pt x="568858" y="481444"/>
                  </a:lnTo>
                  <a:lnTo>
                    <a:pt x="571538" y="500532"/>
                  </a:lnTo>
                  <a:lnTo>
                    <a:pt x="571538" y="446049"/>
                  </a:lnTo>
                  <a:lnTo>
                    <a:pt x="562076" y="433768"/>
                  </a:lnTo>
                  <a:lnTo>
                    <a:pt x="542353" y="419569"/>
                  </a:lnTo>
                  <a:lnTo>
                    <a:pt x="447509" y="375399"/>
                  </a:lnTo>
                  <a:lnTo>
                    <a:pt x="442150" y="369824"/>
                  </a:lnTo>
                  <a:lnTo>
                    <a:pt x="437476" y="363905"/>
                  </a:lnTo>
                  <a:lnTo>
                    <a:pt x="434174" y="357289"/>
                  </a:lnTo>
                  <a:lnTo>
                    <a:pt x="432917" y="349643"/>
                  </a:lnTo>
                  <a:lnTo>
                    <a:pt x="432917" y="316522"/>
                  </a:lnTo>
                  <a:lnTo>
                    <a:pt x="436562" y="316522"/>
                  </a:lnTo>
                  <a:lnTo>
                    <a:pt x="440207" y="312839"/>
                  </a:lnTo>
                  <a:lnTo>
                    <a:pt x="440207" y="309156"/>
                  </a:lnTo>
                  <a:lnTo>
                    <a:pt x="449897" y="295300"/>
                  </a:lnTo>
                  <a:lnTo>
                    <a:pt x="457542" y="281089"/>
                  </a:lnTo>
                  <a:lnTo>
                    <a:pt x="463816" y="266204"/>
                  </a:lnTo>
                  <a:lnTo>
                    <a:pt x="469392" y="250266"/>
                  </a:lnTo>
                  <a:lnTo>
                    <a:pt x="478967" y="245618"/>
                  </a:lnTo>
                  <a:lnTo>
                    <a:pt x="485813" y="237845"/>
                  </a:lnTo>
                  <a:lnTo>
                    <a:pt x="489915" y="228015"/>
                  </a:lnTo>
                  <a:lnTo>
                    <a:pt x="491286" y="217144"/>
                  </a:lnTo>
                  <a:lnTo>
                    <a:pt x="491286" y="176657"/>
                  </a:lnTo>
                  <a:lnTo>
                    <a:pt x="490664" y="169011"/>
                  </a:lnTo>
                  <a:lnTo>
                    <a:pt x="489000" y="162394"/>
                  </a:lnTo>
                  <a:lnTo>
                    <a:pt x="486664" y="156476"/>
                  </a:lnTo>
                  <a:lnTo>
                    <a:pt x="483984" y="150901"/>
                  </a:lnTo>
                  <a:lnTo>
                    <a:pt x="483870" y="96100"/>
                  </a:lnTo>
                  <a:lnTo>
                    <a:pt x="474751" y="54864"/>
                  </a:lnTo>
                  <a:lnTo>
                    <a:pt x="445744" y="18630"/>
                  </a:lnTo>
                  <a:lnTo>
                    <a:pt x="445262" y="18402"/>
                  </a:lnTo>
                  <a:lnTo>
                    <a:pt x="424243" y="8280"/>
                  </a:lnTo>
                  <a:lnTo>
                    <a:pt x="397967" y="2070"/>
                  </a:lnTo>
                  <a:lnTo>
                    <a:pt x="367245" y="0"/>
                  </a:lnTo>
                  <a:lnTo>
                    <a:pt x="336473" y="2070"/>
                  </a:lnTo>
                  <a:lnTo>
                    <a:pt x="287223" y="18630"/>
                  </a:lnTo>
                  <a:lnTo>
                    <a:pt x="259740" y="46812"/>
                  </a:lnTo>
                  <a:lnTo>
                    <a:pt x="250507" y="80975"/>
                  </a:lnTo>
                  <a:lnTo>
                    <a:pt x="236778" y="76149"/>
                  </a:lnTo>
                  <a:lnTo>
                    <a:pt x="222694" y="72694"/>
                  </a:lnTo>
                  <a:lnTo>
                    <a:pt x="207937" y="70624"/>
                  </a:lnTo>
                  <a:lnTo>
                    <a:pt x="192138" y="69926"/>
                  </a:lnTo>
                  <a:lnTo>
                    <a:pt x="131953" y="83210"/>
                  </a:lnTo>
                  <a:lnTo>
                    <a:pt x="99123" y="112712"/>
                  </a:lnTo>
                  <a:lnTo>
                    <a:pt x="85445" y="142913"/>
                  </a:lnTo>
                  <a:lnTo>
                    <a:pt x="82702" y="158254"/>
                  </a:lnTo>
                  <a:lnTo>
                    <a:pt x="82702" y="202425"/>
                  </a:lnTo>
                  <a:lnTo>
                    <a:pt x="75399" y="217144"/>
                  </a:lnTo>
                  <a:lnTo>
                    <a:pt x="75399" y="257632"/>
                  </a:lnTo>
                  <a:lnTo>
                    <a:pt x="76085" y="265861"/>
                  </a:lnTo>
                  <a:lnTo>
                    <a:pt x="78143" y="273735"/>
                  </a:lnTo>
                  <a:lnTo>
                    <a:pt x="81559" y="280924"/>
                  </a:lnTo>
                  <a:lnTo>
                    <a:pt x="86347" y="287070"/>
                  </a:lnTo>
                  <a:lnTo>
                    <a:pt x="94094" y="307657"/>
                  </a:lnTo>
                  <a:lnTo>
                    <a:pt x="104584" y="324802"/>
                  </a:lnTo>
                  <a:lnTo>
                    <a:pt x="115074" y="337794"/>
                  </a:lnTo>
                  <a:lnTo>
                    <a:pt x="122821" y="345960"/>
                  </a:lnTo>
                  <a:lnTo>
                    <a:pt x="122821" y="382765"/>
                  </a:lnTo>
                  <a:lnTo>
                    <a:pt x="119176" y="390131"/>
                  </a:lnTo>
                  <a:lnTo>
                    <a:pt x="111887" y="393801"/>
                  </a:lnTo>
                  <a:lnTo>
                    <a:pt x="46215" y="434289"/>
                  </a:lnTo>
                  <a:lnTo>
                    <a:pt x="29171" y="447281"/>
                  </a:lnTo>
                  <a:lnTo>
                    <a:pt x="16573" y="463740"/>
                  </a:lnTo>
                  <a:lnTo>
                    <a:pt x="8763" y="482942"/>
                  </a:lnTo>
                  <a:lnTo>
                    <a:pt x="6083" y="504215"/>
                  </a:lnTo>
                  <a:lnTo>
                    <a:pt x="6083" y="541020"/>
                  </a:lnTo>
                  <a:lnTo>
                    <a:pt x="589775" y="541020"/>
                  </a:lnTo>
                  <a:lnTo>
                    <a:pt x="589775" y="518934"/>
                  </a:lnTo>
                  <a:lnTo>
                    <a:pt x="589775" y="500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13804" y="1597151"/>
              <a:ext cx="451484" cy="3602990"/>
            </a:xfrm>
            <a:custGeom>
              <a:avLst/>
              <a:gdLst/>
              <a:ahLst/>
              <a:cxnLst/>
              <a:rect l="l" t="t" r="r" b="b"/>
              <a:pathLst>
                <a:path w="451484" h="3602990">
                  <a:moveTo>
                    <a:pt x="451104" y="3376422"/>
                  </a:moveTo>
                  <a:lnTo>
                    <a:pt x="446519" y="3330816"/>
                  </a:lnTo>
                  <a:lnTo>
                    <a:pt x="433374" y="3288334"/>
                  </a:lnTo>
                  <a:lnTo>
                    <a:pt x="412572" y="3249892"/>
                  </a:lnTo>
                  <a:lnTo>
                    <a:pt x="385038" y="3216402"/>
                  </a:lnTo>
                  <a:lnTo>
                    <a:pt x="351650" y="3188766"/>
                  </a:lnTo>
                  <a:lnTo>
                    <a:pt x="313347" y="3167900"/>
                  </a:lnTo>
                  <a:lnTo>
                    <a:pt x="271005" y="3154718"/>
                  </a:lnTo>
                  <a:lnTo>
                    <a:pt x="225552" y="3150108"/>
                  </a:lnTo>
                  <a:lnTo>
                    <a:pt x="180086" y="3154718"/>
                  </a:lnTo>
                  <a:lnTo>
                    <a:pt x="137744" y="3167900"/>
                  </a:lnTo>
                  <a:lnTo>
                    <a:pt x="99441" y="3188766"/>
                  </a:lnTo>
                  <a:lnTo>
                    <a:pt x="66052" y="3216402"/>
                  </a:lnTo>
                  <a:lnTo>
                    <a:pt x="38519" y="3249892"/>
                  </a:lnTo>
                  <a:lnTo>
                    <a:pt x="17716" y="3288334"/>
                  </a:lnTo>
                  <a:lnTo>
                    <a:pt x="4572" y="3330816"/>
                  </a:lnTo>
                  <a:lnTo>
                    <a:pt x="0" y="3376422"/>
                  </a:lnTo>
                  <a:lnTo>
                    <a:pt x="4572" y="3422040"/>
                  </a:lnTo>
                  <a:lnTo>
                    <a:pt x="17716" y="3464522"/>
                  </a:lnTo>
                  <a:lnTo>
                    <a:pt x="38519" y="3502964"/>
                  </a:lnTo>
                  <a:lnTo>
                    <a:pt x="66052" y="3536454"/>
                  </a:lnTo>
                  <a:lnTo>
                    <a:pt x="99441" y="3564090"/>
                  </a:lnTo>
                  <a:lnTo>
                    <a:pt x="137744" y="3584956"/>
                  </a:lnTo>
                  <a:lnTo>
                    <a:pt x="180086" y="3598138"/>
                  </a:lnTo>
                  <a:lnTo>
                    <a:pt x="225552" y="3602736"/>
                  </a:lnTo>
                  <a:lnTo>
                    <a:pt x="271005" y="3598138"/>
                  </a:lnTo>
                  <a:lnTo>
                    <a:pt x="313347" y="3584956"/>
                  </a:lnTo>
                  <a:lnTo>
                    <a:pt x="351650" y="3564090"/>
                  </a:lnTo>
                  <a:lnTo>
                    <a:pt x="385038" y="3536454"/>
                  </a:lnTo>
                  <a:lnTo>
                    <a:pt x="412572" y="3502964"/>
                  </a:lnTo>
                  <a:lnTo>
                    <a:pt x="433374" y="3464522"/>
                  </a:lnTo>
                  <a:lnTo>
                    <a:pt x="446519" y="3422040"/>
                  </a:lnTo>
                  <a:lnTo>
                    <a:pt x="451104" y="3376422"/>
                  </a:lnTo>
                  <a:close/>
                </a:path>
                <a:path w="451484" h="3602990">
                  <a:moveTo>
                    <a:pt x="451104" y="2585466"/>
                  </a:moveTo>
                  <a:lnTo>
                    <a:pt x="446519" y="2539860"/>
                  </a:lnTo>
                  <a:lnTo>
                    <a:pt x="433374" y="2497378"/>
                  </a:lnTo>
                  <a:lnTo>
                    <a:pt x="412572" y="2458936"/>
                  </a:lnTo>
                  <a:lnTo>
                    <a:pt x="385038" y="2425446"/>
                  </a:lnTo>
                  <a:lnTo>
                    <a:pt x="351650" y="2397810"/>
                  </a:lnTo>
                  <a:lnTo>
                    <a:pt x="313347" y="2376944"/>
                  </a:lnTo>
                  <a:lnTo>
                    <a:pt x="271005" y="2363762"/>
                  </a:lnTo>
                  <a:lnTo>
                    <a:pt x="225552" y="2359152"/>
                  </a:lnTo>
                  <a:lnTo>
                    <a:pt x="180086" y="2363762"/>
                  </a:lnTo>
                  <a:lnTo>
                    <a:pt x="137744" y="2376944"/>
                  </a:lnTo>
                  <a:lnTo>
                    <a:pt x="99441" y="2397810"/>
                  </a:lnTo>
                  <a:lnTo>
                    <a:pt x="66052" y="2425446"/>
                  </a:lnTo>
                  <a:lnTo>
                    <a:pt x="38519" y="2458936"/>
                  </a:lnTo>
                  <a:lnTo>
                    <a:pt x="17716" y="2497378"/>
                  </a:lnTo>
                  <a:lnTo>
                    <a:pt x="4572" y="2539860"/>
                  </a:lnTo>
                  <a:lnTo>
                    <a:pt x="0" y="2585466"/>
                  </a:lnTo>
                  <a:lnTo>
                    <a:pt x="4572" y="2631084"/>
                  </a:lnTo>
                  <a:lnTo>
                    <a:pt x="17716" y="2673566"/>
                  </a:lnTo>
                  <a:lnTo>
                    <a:pt x="38519" y="2712008"/>
                  </a:lnTo>
                  <a:lnTo>
                    <a:pt x="66052" y="2745498"/>
                  </a:lnTo>
                  <a:lnTo>
                    <a:pt x="99441" y="2773134"/>
                  </a:lnTo>
                  <a:lnTo>
                    <a:pt x="137744" y="2794000"/>
                  </a:lnTo>
                  <a:lnTo>
                    <a:pt x="180086" y="2807182"/>
                  </a:lnTo>
                  <a:lnTo>
                    <a:pt x="225552" y="2811780"/>
                  </a:lnTo>
                  <a:lnTo>
                    <a:pt x="271005" y="2807182"/>
                  </a:lnTo>
                  <a:lnTo>
                    <a:pt x="313347" y="2794000"/>
                  </a:lnTo>
                  <a:lnTo>
                    <a:pt x="351650" y="2773134"/>
                  </a:lnTo>
                  <a:lnTo>
                    <a:pt x="385038" y="2745498"/>
                  </a:lnTo>
                  <a:lnTo>
                    <a:pt x="412572" y="2712008"/>
                  </a:lnTo>
                  <a:lnTo>
                    <a:pt x="433374" y="2673566"/>
                  </a:lnTo>
                  <a:lnTo>
                    <a:pt x="446519" y="2631084"/>
                  </a:lnTo>
                  <a:lnTo>
                    <a:pt x="451104" y="2585466"/>
                  </a:lnTo>
                  <a:close/>
                </a:path>
                <a:path w="451484" h="3602990">
                  <a:moveTo>
                    <a:pt x="451104" y="1807464"/>
                  </a:moveTo>
                  <a:lnTo>
                    <a:pt x="446519" y="1762010"/>
                  </a:lnTo>
                  <a:lnTo>
                    <a:pt x="433374" y="1719668"/>
                  </a:lnTo>
                  <a:lnTo>
                    <a:pt x="412572" y="1681365"/>
                  </a:lnTo>
                  <a:lnTo>
                    <a:pt x="385038" y="1647977"/>
                  </a:lnTo>
                  <a:lnTo>
                    <a:pt x="351650" y="1620443"/>
                  </a:lnTo>
                  <a:lnTo>
                    <a:pt x="313347" y="1599641"/>
                  </a:lnTo>
                  <a:lnTo>
                    <a:pt x="271005" y="1586496"/>
                  </a:lnTo>
                  <a:lnTo>
                    <a:pt x="225552" y="1581912"/>
                  </a:lnTo>
                  <a:lnTo>
                    <a:pt x="180086" y="1586496"/>
                  </a:lnTo>
                  <a:lnTo>
                    <a:pt x="137744" y="1599641"/>
                  </a:lnTo>
                  <a:lnTo>
                    <a:pt x="99441" y="1620443"/>
                  </a:lnTo>
                  <a:lnTo>
                    <a:pt x="66052" y="1647977"/>
                  </a:lnTo>
                  <a:lnTo>
                    <a:pt x="38519" y="1681365"/>
                  </a:lnTo>
                  <a:lnTo>
                    <a:pt x="17716" y="1719668"/>
                  </a:lnTo>
                  <a:lnTo>
                    <a:pt x="4572" y="1762010"/>
                  </a:lnTo>
                  <a:lnTo>
                    <a:pt x="0" y="1807464"/>
                  </a:lnTo>
                  <a:lnTo>
                    <a:pt x="4572" y="1852930"/>
                  </a:lnTo>
                  <a:lnTo>
                    <a:pt x="17716" y="1895271"/>
                  </a:lnTo>
                  <a:lnTo>
                    <a:pt x="38519" y="1933575"/>
                  </a:lnTo>
                  <a:lnTo>
                    <a:pt x="66052" y="1966963"/>
                  </a:lnTo>
                  <a:lnTo>
                    <a:pt x="99441" y="1994496"/>
                  </a:lnTo>
                  <a:lnTo>
                    <a:pt x="137744" y="2015299"/>
                  </a:lnTo>
                  <a:lnTo>
                    <a:pt x="180086" y="2028444"/>
                  </a:lnTo>
                  <a:lnTo>
                    <a:pt x="225552" y="2033016"/>
                  </a:lnTo>
                  <a:lnTo>
                    <a:pt x="271005" y="2028444"/>
                  </a:lnTo>
                  <a:lnTo>
                    <a:pt x="313347" y="2015299"/>
                  </a:lnTo>
                  <a:lnTo>
                    <a:pt x="351650" y="1994496"/>
                  </a:lnTo>
                  <a:lnTo>
                    <a:pt x="385038" y="1966963"/>
                  </a:lnTo>
                  <a:lnTo>
                    <a:pt x="412572" y="1933575"/>
                  </a:lnTo>
                  <a:lnTo>
                    <a:pt x="433374" y="1895271"/>
                  </a:lnTo>
                  <a:lnTo>
                    <a:pt x="446519" y="1852930"/>
                  </a:lnTo>
                  <a:lnTo>
                    <a:pt x="451104" y="1807464"/>
                  </a:lnTo>
                  <a:close/>
                </a:path>
                <a:path w="451484" h="3602990">
                  <a:moveTo>
                    <a:pt x="451104" y="993648"/>
                  </a:moveTo>
                  <a:lnTo>
                    <a:pt x="446519" y="948194"/>
                  </a:lnTo>
                  <a:lnTo>
                    <a:pt x="433374" y="905852"/>
                  </a:lnTo>
                  <a:lnTo>
                    <a:pt x="412572" y="867549"/>
                  </a:lnTo>
                  <a:lnTo>
                    <a:pt x="385038" y="834161"/>
                  </a:lnTo>
                  <a:lnTo>
                    <a:pt x="351650" y="806627"/>
                  </a:lnTo>
                  <a:lnTo>
                    <a:pt x="313347" y="785825"/>
                  </a:lnTo>
                  <a:lnTo>
                    <a:pt x="271005" y="772680"/>
                  </a:lnTo>
                  <a:lnTo>
                    <a:pt x="225552" y="768096"/>
                  </a:lnTo>
                  <a:lnTo>
                    <a:pt x="180086" y="772680"/>
                  </a:lnTo>
                  <a:lnTo>
                    <a:pt x="137744" y="785825"/>
                  </a:lnTo>
                  <a:lnTo>
                    <a:pt x="99441" y="806627"/>
                  </a:lnTo>
                  <a:lnTo>
                    <a:pt x="66052" y="834161"/>
                  </a:lnTo>
                  <a:lnTo>
                    <a:pt x="38519" y="867549"/>
                  </a:lnTo>
                  <a:lnTo>
                    <a:pt x="17716" y="905852"/>
                  </a:lnTo>
                  <a:lnTo>
                    <a:pt x="4572" y="948194"/>
                  </a:lnTo>
                  <a:lnTo>
                    <a:pt x="0" y="993648"/>
                  </a:lnTo>
                  <a:lnTo>
                    <a:pt x="4572" y="1039114"/>
                  </a:lnTo>
                  <a:lnTo>
                    <a:pt x="17716" y="1081455"/>
                  </a:lnTo>
                  <a:lnTo>
                    <a:pt x="38519" y="1119759"/>
                  </a:lnTo>
                  <a:lnTo>
                    <a:pt x="66052" y="1153147"/>
                  </a:lnTo>
                  <a:lnTo>
                    <a:pt x="99441" y="1180680"/>
                  </a:lnTo>
                  <a:lnTo>
                    <a:pt x="137744" y="1201483"/>
                  </a:lnTo>
                  <a:lnTo>
                    <a:pt x="180086" y="1214628"/>
                  </a:lnTo>
                  <a:lnTo>
                    <a:pt x="225552" y="1219200"/>
                  </a:lnTo>
                  <a:lnTo>
                    <a:pt x="271005" y="1214628"/>
                  </a:lnTo>
                  <a:lnTo>
                    <a:pt x="313347" y="1201483"/>
                  </a:lnTo>
                  <a:lnTo>
                    <a:pt x="351650" y="1180680"/>
                  </a:lnTo>
                  <a:lnTo>
                    <a:pt x="385038" y="1153147"/>
                  </a:lnTo>
                  <a:lnTo>
                    <a:pt x="412572" y="1119759"/>
                  </a:lnTo>
                  <a:lnTo>
                    <a:pt x="433374" y="1081455"/>
                  </a:lnTo>
                  <a:lnTo>
                    <a:pt x="446519" y="1039114"/>
                  </a:lnTo>
                  <a:lnTo>
                    <a:pt x="451104" y="993648"/>
                  </a:lnTo>
                  <a:close/>
                </a:path>
                <a:path w="451484" h="3602990">
                  <a:moveTo>
                    <a:pt x="451104" y="225552"/>
                  </a:moveTo>
                  <a:lnTo>
                    <a:pt x="446519" y="180098"/>
                  </a:lnTo>
                  <a:lnTo>
                    <a:pt x="433374" y="137756"/>
                  </a:lnTo>
                  <a:lnTo>
                    <a:pt x="412572" y="99453"/>
                  </a:lnTo>
                  <a:lnTo>
                    <a:pt x="385038" y="66065"/>
                  </a:lnTo>
                  <a:lnTo>
                    <a:pt x="351650" y="38531"/>
                  </a:lnTo>
                  <a:lnTo>
                    <a:pt x="313347" y="17729"/>
                  </a:lnTo>
                  <a:lnTo>
                    <a:pt x="271005" y="4584"/>
                  </a:lnTo>
                  <a:lnTo>
                    <a:pt x="225552" y="0"/>
                  </a:lnTo>
                  <a:lnTo>
                    <a:pt x="180086" y="4584"/>
                  </a:lnTo>
                  <a:lnTo>
                    <a:pt x="137744" y="17729"/>
                  </a:lnTo>
                  <a:lnTo>
                    <a:pt x="99441" y="38531"/>
                  </a:lnTo>
                  <a:lnTo>
                    <a:pt x="66052" y="66065"/>
                  </a:lnTo>
                  <a:lnTo>
                    <a:pt x="38519" y="99453"/>
                  </a:lnTo>
                  <a:lnTo>
                    <a:pt x="17716" y="137756"/>
                  </a:lnTo>
                  <a:lnTo>
                    <a:pt x="4572" y="180098"/>
                  </a:lnTo>
                  <a:lnTo>
                    <a:pt x="0" y="225552"/>
                  </a:lnTo>
                  <a:lnTo>
                    <a:pt x="4572" y="271018"/>
                  </a:lnTo>
                  <a:lnTo>
                    <a:pt x="17716" y="313359"/>
                  </a:lnTo>
                  <a:lnTo>
                    <a:pt x="38519" y="351663"/>
                  </a:lnTo>
                  <a:lnTo>
                    <a:pt x="66052" y="385051"/>
                  </a:lnTo>
                  <a:lnTo>
                    <a:pt x="99441" y="412584"/>
                  </a:lnTo>
                  <a:lnTo>
                    <a:pt x="137744" y="433387"/>
                  </a:lnTo>
                  <a:lnTo>
                    <a:pt x="180086" y="446532"/>
                  </a:lnTo>
                  <a:lnTo>
                    <a:pt x="225552" y="451104"/>
                  </a:lnTo>
                  <a:lnTo>
                    <a:pt x="271005" y="446532"/>
                  </a:lnTo>
                  <a:lnTo>
                    <a:pt x="313347" y="433387"/>
                  </a:lnTo>
                  <a:lnTo>
                    <a:pt x="351650" y="412584"/>
                  </a:lnTo>
                  <a:lnTo>
                    <a:pt x="385038" y="385051"/>
                  </a:lnTo>
                  <a:lnTo>
                    <a:pt x="412572" y="351663"/>
                  </a:lnTo>
                  <a:lnTo>
                    <a:pt x="433374" y="313359"/>
                  </a:lnTo>
                  <a:lnTo>
                    <a:pt x="446519" y="271018"/>
                  </a:lnTo>
                  <a:lnTo>
                    <a:pt x="451104" y="225552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58571" y="1572628"/>
              <a:ext cx="546100" cy="3630929"/>
            </a:xfrm>
            <a:custGeom>
              <a:avLst/>
              <a:gdLst/>
              <a:ahLst/>
              <a:cxnLst/>
              <a:rect l="l" t="t" r="r" b="b"/>
              <a:pathLst>
                <a:path w="546100" h="3630929">
                  <a:moveTo>
                    <a:pt x="109131" y="2622143"/>
                  </a:moveTo>
                  <a:lnTo>
                    <a:pt x="102311" y="2618689"/>
                  </a:lnTo>
                  <a:lnTo>
                    <a:pt x="34112" y="2618689"/>
                  </a:lnTo>
                  <a:lnTo>
                    <a:pt x="61391" y="2591117"/>
                  </a:lnTo>
                  <a:lnTo>
                    <a:pt x="61391" y="2584221"/>
                  </a:lnTo>
                  <a:lnTo>
                    <a:pt x="54571" y="2577325"/>
                  </a:lnTo>
                  <a:lnTo>
                    <a:pt x="47752" y="2577325"/>
                  </a:lnTo>
                  <a:lnTo>
                    <a:pt x="12" y="2625585"/>
                  </a:lnTo>
                  <a:lnTo>
                    <a:pt x="12" y="2632481"/>
                  </a:lnTo>
                  <a:lnTo>
                    <a:pt x="47752" y="2680754"/>
                  </a:lnTo>
                  <a:lnTo>
                    <a:pt x="51168" y="2680754"/>
                  </a:lnTo>
                  <a:lnTo>
                    <a:pt x="54571" y="2677312"/>
                  </a:lnTo>
                  <a:lnTo>
                    <a:pt x="57988" y="2677312"/>
                  </a:lnTo>
                  <a:lnTo>
                    <a:pt x="61391" y="2673858"/>
                  </a:lnTo>
                  <a:lnTo>
                    <a:pt x="61391" y="2666962"/>
                  </a:lnTo>
                  <a:lnTo>
                    <a:pt x="34112" y="2639377"/>
                  </a:lnTo>
                  <a:lnTo>
                    <a:pt x="102311" y="2639377"/>
                  </a:lnTo>
                  <a:lnTo>
                    <a:pt x="109131" y="2635935"/>
                  </a:lnTo>
                  <a:lnTo>
                    <a:pt x="109131" y="2622143"/>
                  </a:lnTo>
                  <a:close/>
                </a:path>
                <a:path w="546100" h="3630929">
                  <a:moveTo>
                    <a:pt x="139814" y="1887347"/>
                  </a:moveTo>
                  <a:lnTo>
                    <a:pt x="132994" y="1883905"/>
                  </a:lnTo>
                  <a:lnTo>
                    <a:pt x="68211" y="1883905"/>
                  </a:lnTo>
                  <a:lnTo>
                    <a:pt x="51739" y="1886966"/>
                  </a:lnTo>
                  <a:lnTo>
                    <a:pt x="38798" y="1895500"/>
                  </a:lnTo>
                  <a:lnTo>
                    <a:pt x="30327" y="1908556"/>
                  </a:lnTo>
                  <a:lnTo>
                    <a:pt x="27292" y="1925129"/>
                  </a:lnTo>
                  <a:lnTo>
                    <a:pt x="27292" y="1956054"/>
                  </a:lnTo>
                  <a:lnTo>
                    <a:pt x="15824" y="1962442"/>
                  </a:lnTo>
                  <a:lnTo>
                    <a:pt x="7251" y="1971090"/>
                  </a:lnTo>
                  <a:lnTo>
                    <a:pt x="1866" y="1981669"/>
                  </a:lnTo>
                  <a:lnTo>
                    <a:pt x="12" y="1993849"/>
                  </a:lnTo>
                  <a:lnTo>
                    <a:pt x="2997" y="2007920"/>
                  </a:lnTo>
                  <a:lnTo>
                    <a:pt x="11087" y="2018753"/>
                  </a:lnTo>
                  <a:lnTo>
                    <a:pt x="23025" y="2025738"/>
                  </a:lnTo>
                  <a:lnTo>
                    <a:pt x="37515" y="2028202"/>
                  </a:lnTo>
                  <a:lnTo>
                    <a:pt x="52006" y="2025738"/>
                  </a:lnTo>
                  <a:lnTo>
                    <a:pt x="63944" y="2018753"/>
                  </a:lnTo>
                  <a:lnTo>
                    <a:pt x="69723" y="2011019"/>
                  </a:lnTo>
                  <a:lnTo>
                    <a:pt x="72047" y="2007920"/>
                  </a:lnTo>
                  <a:lnTo>
                    <a:pt x="75031" y="1993849"/>
                  </a:lnTo>
                  <a:lnTo>
                    <a:pt x="72682" y="1981669"/>
                  </a:lnTo>
                  <a:lnTo>
                    <a:pt x="69761" y="1976666"/>
                  </a:lnTo>
                  <a:lnTo>
                    <a:pt x="66497" y="1971090"/>
                  </a:lnTo>
                  <a:lnTo>
                    <a:pt x="57759" y="1962442"/>
                  </a:lnTo>
                  <a:lnTo>
                    <a:pt x="54571" y="1960410"/>
                  </a:lnTo>
                  <a:lnTo>
                    <a:pt x="54571" y="1983536"/>
                  </a:lnTo>
                  <a:lnTo>
                    <a:pt x="54571" y="2000719"/>
                  </a:lnTo>
                  <a:lnTo>
                    <a:pt x="47752" y="2011019"/>
                  </a:lnTo>
                  <a:lnTo>
                    <a:pt x="27292" y="2011019"/>
                  </a:lnTo>
                  <a:lnTo>
                    <a:pt x="20472" y="2000719"/>
                  </a:lnTo>
                  <a:lnTo>
                    <a:pt x="20472" y="1983536"/>
                  </a:lnTo>
                  <a:lnTo>
                    <a:pt x="27292" y="1976666"/>
                  </a:lnTo>
                  <a:lnTo>
                    <a:pt x="47752" y="1976666"/>
                  </a:lnTo>
                  <a:lnTo>
                    <a:pt x="54571" y="1983536"/>
                  </a:lnTo>
                  <a:lnTo>
                    <a:pt x="54571" y="1960410"/>
                  </a:lnTo>
                  <a:lnTo>
                    <a:pt x="47752" y="1956054"/>
                  </a:lnTo>
                  <a:lnTo>
                    <a:pt x="47752" y="1925129"/>
                  </a:lnTo>
                  <a:lnTo>
                    <a:pt x="49504" y="1916112"/>
                  </a:lnTo>
                  <a:lnTo>
                    <a:pt x="54140" y="1909673"/>
                  </a:lnTo>
                  <a:lnTo>
                    <a:pt x="60693" y="1905812"/>
                  </a:lnTo>
                  <a:lnTo>
                    <a:pt x="68211" y="1904517"/>
                  </a:lnTo>
                  <a:lnTo>
                    <a:pt x="132994" y="1904517"/>
                  </a:lnTo>
                  <a:lnTo>
                    <a:pt x="139814" y="1897646"/>
                  </a:lnTo>
                  <a:lnTo>
                    <a:pt x="139814" y="1887347"/>
                  </a:lnTo>
                  <a:close/>
                </a:path>
                <a:path w="546100" h="3630929">
                  <a:moveTo>
                    <a:pt x="139814" y="1828939"/>
                  </a:moveTo>
                  <a:lnTo>
                    <a:pt x="132994" y="1822069"/>
                  </a:lnTo>
                  <a:lnTo>
                    <a:pt x="71615" y="1822069"/>
                  </a:lnTo>
                  <a:lnTo>
                    <a:pt x="68630" y="1815198"/>
                  </a:lnTo>
                  <a:lnTo>
                    <a:pt x="67246" y="1811985"/>
                  </a:lnTo>
                  <a:lnTo>
                    <a:pt x="59677" y="1803184"/>
                  </a:lnTo>
                  <a:lnTo>
                    <a:pt x="54571" y="1800047"/>
                  </a:lnTo>
                  <a:lnTo>
                    <a:pt x="54571" y="1825510"/>
                  </a:lnTo>
                  <a:lnTo>
                    <a:pt x="54571" y="1842681"/>
                  </a:lnTo>
                  <a:lnTo>
                    <a:pt x="47752" y="1849551"/>
                  </a:lnTo>
                  <a:lnTo>
                    <a:pt x="27292" y="1849551"/>
                  </a:lnTo>
                  <a:lnTo>
                    <a:pt x="20472" y="1842681"/>
                  </a:lnTo>
                  <a:lnTo>
                    <a:pt x="20472" y="1825510"/>
                  </a:lnTo>
                  <a:lnTo>
                    <a:pt x="27292" y="1815198"/>
                  </a:lnTo>
                  <a:lnTo>
                    <a:pt x="47752" y="1815198"/>
                  </a:lnTo>
                  <a:lnTo>
                    <a:pt x="54571" y="1825510"/>
                  </a:lnTo>
                  <a:lnTo>
                    <a:pt x="54571" y="1800047"/>
                  </a:lnTo>
                  <a:lnTo>
                    <a:pt x="49555" y="1796948"/>
                  </a:lnTo>
                  <a:lnTo>
                    <a:pt x="37515" y="1794586"/>
                  </a:lnTo>
                  <a:lnTo>
                    <a:pt x="23025" y="1797596"/>
                  </a:lnTo>
                  <a:lnTo>
                    <a:pt x="11087" y="1805762"/>
                  </a:lnTo>
                  <a:lnTo>
                    <a:pt x="2997" y="1817789"/>
                  </a:lnTo>
                  <a:lnTo>
                    <a:pt x="12" y="1832381"/>
                  </a:lnTo>
                  <a:lnTo>
                    <a:pt x="2997" y="1846986"/>
                  </a:lnTo>
                  <a:lnTo>
                    <a:pt x="11087" y="1859000"/>
                  </a:lnTo>
                  <a:lnTo>
                    <a:pt x="23025" y="1867166"/>
                  </a:lnTo>
                  <a:lnTo>
                    <a:pt x="37515" y="1870163"/>
                  </a:lnTo>
                  <a:lnTo>
                    <a:pt x="49555" y="1868284"/>
                  </a:lnTo>
                  <a:lnTo>
                    <a:pt x="59677" y="1862874"/>
                  </a:lnTo>
                  <a:lnTo>
                    <a:pt x="67246" y="1854225"/>
                  </a:lnTo>
                  <a:lnTo>
                    <a:pt x="69011" y="1849551"/>
                  </a:lnTo>
                  <a:lnTo>
                    <a:pt x="71615" y="1842681"/>
                  </a:lnTo>
                  <a:lnTo>
                    <a:pt x="132994" y="1842681"/>
                  </a:lnTo>
                  <a:lnTo>
                    <a:pt x="139814" y="1839252"/>
                  </a:lnTo>
                  <a:lnTo>
                    <a:pt x="139814" y="1828939"/>
                  </a:lnTo>
                  <a:close/>
                </a:path>
                <a:path w="546100" h="3630929">
                  <a:moveTo>
                    <a:pt x="139814" y="1767103"/>
                  </a:moveTo>
                  <a:lnTo>
                    <a:pt x="132994" y="1763674"/>
                  </a:lnTo>
                  <a:lnTo>
                    <a:pt x="68211" y="1763674"/>
                  </a:lnTo>
                  <a:lnTo>
                    <a:pt x="59258" y="1761909"/>
                  </a:lnTo>
                  <a:lnTo>
                    <a:pt x="52857" y="1757235"/>
                  </a:lnTo>
                  <a:lnTo>
                    <a:pt x="49022" y="1750631"/>
                  </a:lnTo>
                  <a:lnTo>
                    <a:pt x="47752" y="1743049"/>
                  </a:lnTo>
                  <a:lnTo>
                    <a:pt x="47752" y="1708696"/>
                  </a:lnTo>
                  <a:lnTo>
                    <a:pt x="57759" y="1704301"/>
                  </a:lnTo>
                  <a:lnTo>
                    <a:pt x="66497" y="1696681"/>
                  </a:lnTo>
                  <a:lnTo>
                    <a:pt x="69621" y="1691525"/>
                  </a:lnTo>
                  <a:lnTo>
                    <a:pt x="72682" y="1686483"/>
                  </a:lnTo>
                  <a:lnTo>
                    <a:pt x="75031" y="1674342"/>
                  </a:lnTo>
                  <a:lnTo>
                    <a:pt x="72047" y="1659750"/>
                  </a:lnTo>
                  <a:lnTo>
                    <a:pt x="70307" y="1657172"/>
                  </a:lnTo>
                  <a:lnTo>
                    <a:pt x="63944" y="1647723"/>
                  </a:lnTo>
                  <a:lnTo>
                    <a:pt x="54571" y="1641322"/>
                  </a:lnTo>
                  <a:lnTo>
                    <a:pt x="54571" y="1664042"/>
                  </a:lnTo>
                  <a:lnTo>
                    <a:pt x="54571" y="1684655"/>
                  </a:lnTo>
                  <a:lnTo>
                    <a:pt x="47752" y="1691525"/>
                  </a:lnTo>
                  <a:lnTo>
                    <a:pt x="27292" y="1691525"/>
                  </a:lnTo>
                  <a:lnTo>
                    <a:pt x="20472" y="1684655"/>
                  </a:lnTo>
                  <a:lnTo>
                    <a:pt x="20472" y="1664042"/>
                  </a:lnTo>
                  <a:lnTo>
                    <a:pt x="27292" y="1657172"/>
                  </a:lnTo>
                  <a:lnTo>
                    <a:pt x="47752" y="1657172"/>
                  </a:lnTo>
                  <a:lnTo>
                    <a:pt x="54571" y="1664042"/>
                  </a:lnTo>
                  <a:lnTo>
                    <a:pt x="54571" y="1641322"/>
                  </a:lnTo>
                  <a:lnTo>
                    <a:pt x="52006" y="1639570"/>
                  </a:lnTo>
                  <a:lnTo>
                    <a:pt x="37515" y="1636560"/>
                  </a:lnTo>
                  <a:lnTo>
                    <a:pt x="23025" y="1639570"/>
                  </a:lnTo>
                  <a:lnTo>
                    <a:pt x="11087" y="1647723"/>
                  </a:lnTo>
                  <a:lnTo>
                    <a:pt x="2997" y="1659750"/>
                  </a:lnTo>
                  <a:lnTo>
                    <a:pt x="12" y="1674342"/>
                  </a:lnTo>
                  <a:lnTo>
                    <a:pt x="1866" y="1686483"/>
                  </a:lnTo>
                  <a:lnTo>
                    <a:pt x="7251" y="1696681"/>
                  </a:lnTo>
                  <a:lnTo>
                    <a:pt x="15824" y="1704301"/>
                  </a:lnTo>
                  <a:lnTo>
                    <a:pt x="27292" y="1708696"/>
                  </a:lnTo>
                  <a:lnTo>
                    <a:pt x="27292" y="1743049"/>
                  </a:lnTo>
                  <a:lnTo>
                    <a:pt x="30327" y="1759648"/>
                  </a:lnTo>
                  <a:lnTo>
                    <a:pt x="38798" y="1772691"/>
                  </a:lnTo>
                  <a:lnTo>
                    <a:pt x="51739" y="1781225"/>
                  </a:lnTo>
                  <a:lnTo>
                    <a:pt x="68211" y="1784286"/>
                  </a:lnTo>
                  <a:lnTo>
                    <a:pt x="132994" y="1784286"/>
                  </a:lnTo>
                  <a:lnTo>
                    <a:pt x="139814" y="1777415"/>
                  </a:lnTo>
                  <a:lnTo>
                    <a:pt x="139814" y="1767103"/>
                  </a:lnTo>
                  <a:close/>
                </a:path>
                <a:path w="546100" h="3630929">
                  <a:moveTo>
                    <a:pt x="160286" y="2749727"/>
                  </a:moveTo>
                  <a:lnTo>
                    <a:pt x="153466" y="2742831"/>
                  </a:lnTo>
                  <a:lnTo>
                    <a:pt x="146634" y="2742831"/>
                  </a:lnTo>
                  <a:lnTo>
                    <a:pt x="143230" y="2746273"/>
                  </a:lnTo>
                  <a:lnTo>
                    <a:pt x="95491" y="2791091"/>
                  </a:lnTo>
                  <a:lnTo>
                    <a:pt x="95491" y="2753169"/>
                  </a:lnTo>
                  <a:lnTo>
                    <a:pt x="92087" y="2749727"/>
                  </a:lnTo>
                  <a:lnTo>
                    <a:pt x="81851" y="2749727"/>
                  </a:lnTo>
                  <a:lnTo>
                    <a:pt x="78435" y="2753169"/>
                  </a:lnTo>
                  <a:lnTo>
                    <a:pt x="78435" y="2822130"/>
                  </a:lnTo>
                  <a:lnTo>
                    <a:pt x="81851" y="2825572"/>
                  </a:lnTo>
                  <a:lnTo>
                    <a:pt x="150050" y="2825572"/>
                  </a:lnTo>
                  <a:lnTo>
                    <a:pt x="153466" y="2822130"/>
                  </a:lnTo>
                  <a:lnTo>
                    <a:pt x="153466" y="2811780"/>
                  </a:lnTo>
                  <a:lnTo>
                    <a:pt x="150050" y="2804884"/>
                  </a:lnTo>
                  <a:lnTo>
                    <a:pt x="112534" y="2804884"/>
                  </a:lnTo>
                  <a:lnTo>
                    <a:pt x="126174" y="2791091"/>
                  </a:lnTo>
                  <a:lnTo>
                    <a:pt x="160286" y="2756611"/>
                  </a:lnTo>
                  <a:lnTo>
                    <a:pt x="160286" y="2749727"/>
                  </a:lnTo>
                  <a:close/>
                </a:path>
                <a:path w="546100" h="3630929">
                  <a:moveTo>
                    <a:pt x="160286" y="2501455"/>
                  </a:moveTo>
                  <a:lnTo>
                    <a:pt x="156870" y="2498013"/>
                  </a:lnTo>
                  <a:lnTo>
                    <a:pt x="128358" y="2466975"/>
                  </a:lnTo>
                  <a:lnTo>
                    <a:pt x="112534" y="2449741"/>
                  </a:lnTo>
                  <a:lnTo>
                    <a:pt x="150050" y="2449741"/>
                  </a:lnTo>
                  <a:lnTo>
                    <a:pt x="153466" y="2446299"/>
                  </a:lnTo>
                  <a:lnTo>
                    <a:pt x="153466" y="2435949"/>
                  </a:lnTo>
                  <a:lnTo>
                    <a:pt x="150050" y="2432507"/>
                  </a:lnTo>
                  <a:lnTo>
                    <a:pt x="81851" y="2432507"/>
                  </a:lnTo>
                  <a:lnTo>
                    <a:pt x="78435" y="2435949"/>
                  </a:lnTo>
                  <a:lnTo>
                    <a:pt x="78435" y="2504910"/>
                  </a:lnTo>
                  <a:lnTo>
                    <a:pt x="81851" y="2508351"/>
                  </a:lnTo>
                  <a:lnTo>
                    <a:pt x="92087" y="2508351"/>
                  </a:lnTo>
                  <a:lnTo>
                    <a:pt x="95491" y="2504910"/>
                  </a:lnTo>
                  <a:lnTo>
                    <a:pt x="95491" y="2466975"/>
                  </a:lnTo>
                  <a:lnTo>
                    <a:pt x="143230" y="2511806"/>
                  </a:lnTo>
                  <a:lnTo>
                    <a:pt x="146634" y="2515247"/>
                  </a:lnTo>
                  <a:lnTo>
                    <a:pt x="153466" y="2515247"/>
                  </a:lnTo>
                  <a:lnTo>
                    <a:pt x="153466" y="2511806"/>
                  </a:lnTo>
                  <a:lnTo>
                    <a:pt x="156870" y="2511806"/>
                  </a:lnTo>
                  <a:lnTo>
                    <a:pt x="160286" y="2508351"/>
                  </a:lnTo>
                  <a:lnTo>
                    <a:pt x="160286" y="2501455"/>
                  </a:lnTo>
                  <a:close/>
                </a:path>
                <a:path w="546100" h="3630929">
                  <a:moveTo>
                    <a:pt x="173520" y="3428631"/>
                  </a:moveTo>
                  <a:lnTo>
                    <a:pt x="75336" y="3428631"/>
                  </a:lnTo>
                  <a:lnTo>
                    <a:pt x="75336" y="3442601"/>
                  </a:lnTo>
                  <a:lnTo>
                    <a:pt x="75336" y="3507371"/>
                  </a:lnTo>
                  <a:lnTo>
                    <a:pt x="75336" y="3525151"/>
                  </a:lnTo>
                  <a:lnTo>
                    <a:pt x="173520" y="3525151"/>
                  </a:lnTo>
                  <a:lnTo>
                    <a:pt x="173520" y="3507371"/>
                  </a:lnTo>
                  <a:lnTo>
                    <a:pt x="92100" y="3507371"/>
                  </a:lnTo>
                  <a:lnTo>
                    <a:pt x="92100" y="3442601"/>
                  </a:lnTo>
                  <a:lnTo>
                    <a:pt x="156756" y="3442601"/>
                  </a:lnTo>
                  <a:lnTo>
                    <a:pt x="156756" y="3507117"/>
                  </a:lnTo>
                  <a:lnTo>
                    <a:pt x="173520" y="3507117"/>
                  </a:lnTo>
                  <a:lnTo>
                    <a:pt x="173520" y="3442601"/>
                  </a:lnTo>
                  <a:lnTo>
                    <a:pt x="173520" y="3428631"/>
                  </a:lnTo>
                  <a:close/>
                </a:path>
                <a:path w="546100" h="3630929">
                  <a:moveTo>
                    <a:pt x="177101" y="1118984"/>
                  </a:moveTo>
                  <a:lnTo>
                    <a:pt x="170256" y="1115542"/>
                  </a:lnTo>
                  <a:lnTo>
                    <a:pt x="160007" y="1115542"/>
                  </a:lnTo>
                  <a:lnTo>
                    <a:pt x="153174" y="1118984"/>
                  </a:lnTo>
                  <a:lnTo>
                    <a:pt x="153174" y="1132776"/>
                  </a:lnTo>
                  <a:lnTo>
                    <a:pt x="160007" y="1139672"/>
                  </a:lnTo>
                  <a:lnTo>
                    <a:pt x="170256" y="1139672"/>
                  </a:lnTo>
                  <a:lnTo>
                    <a:pt x="177101" y="1132776"/>
                  </a:lnTo>
                  <a:lnTo>
                    <a:pt x="177101" y="1118984"/>
                  </a:lnTo>
                  <a:close/>
                </a:path>
                <a:path w="546100" h="3630929">
                  <a:moveTo>
                    <a:pt x="177101" y="994854"/>
                  </a:moveTo>
                  <a:lnTo>
                    <a:pt x="170256" y="987958"/>
                  </a:lnTo>
                  <a:lnTo>
                    <a:pt x="160007" y="987958"/>
                  </a:lnTo>
                  <a:lnTo>
                    <a:pt x="153174" y="994854"/>
                  </a:lnTo>
                  <a:lnTo>
                    <a:pt x="153174" y="1008646"/>
                  </a:lnTo>
                  <a:lnTo>
                    <a:pt x="160007" y="1012088"/>
                  </a:lnTo>
                  <a:lnTo>
                    <a:pt x="170256" y="1012088"/>
                  </a:lnTo>
                  <a:lnTo>
                    <a:pt x="177101" y="1008646"/>
                  </a:lnTo>
                  <a:lnTo>
                    <a:pt x="177101" y="994854"/>
                  </a:lnTo>
                  <a:close/>
                </a:path>
                <a:path w="546100" h="3630929">
                  <a:moveTo>
                    <a:pt x="177101" y="867283"/>
                  </a:moveTo>
                  <a:lnTo>
                    <a:pt x="170256" y="863828"/>
                  </a:lnTo>
                  <a:lnTo>
                    <a:pt x="160007" y="863828"/>
                  </a:lnTo>
                  <a:lnTo>
                    <a:pt x="153174" y="867283"/>
                  </a:lnTo>
                  <a:lnTo>
                    <a:pt x="153174" y="881075"/>
                  </a:lnTo>
                  <a:lnTo>
                    <a:pt x="160007" y="887971"/>
                  </a:lnTo>
                  <a:lnTo>
                    <a:pt x="170256" y="887971"/>
                  </a:lnTo>
                  <a:lnTo>
                    <a:pt x="177101" y="881075"/>
                  </a:lnTo>
                  <a:lnTo>
                    <a:pt x="177101" y="867283"/>
                  </a:lnTo>
                  <a:close/>
                </a:path>
                <a:path w="546100" h="3630929">
                  <a:moveTo>
                    <a:pt x="204660" y="3556152"/>
                  </a:moveTo>
                  <a:lnTo>
                    <a:pt x="187896" y="3556152"/>
                  </a:lnTo>
                  <a:lnTo>
                    <a:pt x="187896" y="3613556"/>
                  </a:lnTo>
                  <a:lnTo>
                    <a:pt x="204660" y="3613556"/>
                  </a:lnTo>
                  <a:lnTo>
                    <a:pt x="204660" y="3556152"/>
                  </a:lnTo>
                  <a:close/>
                </a:path>
                <a:path w="546100" h="3630929">
                  <a:moveTo>
                    <a:pt x="282905" y="147434"/>
                  </a:moveTo>
                  <a:lnTo>
                    <a:pt x="262699" y="147434"/>
                  </a:lnTo>
                  <a:lnTo>
                    <a:pt x="262699" y="236969"/>
                  </a:lnTo>
                  <a:lnTo>
                    <a:pt x="282905" y="236969"/>
                  </a:lnTo>
                  <a:lnTo>
                    <a:pt x="282905" y="147434"/>
                  </a:lnTo>
                  <a:close/>
                </a:path>
                <a:path w="546100" h="3630929">
                  <a:moveTo>
                    <a:pt x="289852" y="1808327"/>
                  </a:moveTo>
                  <a:lnTo>
                    <a:pt x="283044" y="1801456"/>
                  </a:lnTo>
                  <a:lnTo>
                    <a:pt x="276212" y="1801456"/>
                  </a:lnTo>
                  <a:lnTo>
                    <a:pt x="269392" y="1798027"/>
                  </a:lnTo>
                  <a:lnTo>
                    <a:pt x="259168" y="1801456"/>
                  </a:lnTo>
                  <a:lnTo>
                    <a:pt x="259168" y="1808327"/>
                  </a:lnTo>
                  <a:lnTo>
                    <a:pt x="255765" y="1818640"/>
                  </a:lnTo>
                  <a:lnTo>
                    <a:pt x="255765" y="1825510"/>
                  </a:lnTo>
                  <a:lnTo>
                    <a:pt x="262572" y="1828939"/>
                  </a:lnTo>
                  <a:lnTo>
                    <a:pt x="265988" y="1832381"/>
                  </a:lnTo>
                  <a:lnTo>
                    <a:pt x="265988" y="1859864"/>
                  </a:lnTo>
                  <a:lnTo>
                    <a:pt x="269392" y="1866734"/>
                  </a:lnTo>
                  <a:lnTo>
                    <a:pt x="276212" y="1863293"/>
                  </a:lnTo>
                  <a:lnTo>
                    <a:pt x="279628" y="1859864"/>
                  </a:lnTo>
                  <a:lnTo>
                    <a:pt x="283044" y="1859864"/>
                  </a:lnTo>
                  <a:lnTo>
                    <a:pt x="279628" y="1856422"/>
                  </a:lnTo>
                  <a:lnTo>
                    <a:pt x="279628" y="1832381"/>
                  </a:lnTo>
                  <a:lnTo>
                    <a:pt x="283044" y="1832381"/>
                  </a:lnTo>
                  <a:lnTo>
                    <a:pt x="283044" y="1828939"/>
                  </a:lnTo>
                  <a:lnTo>
                    <a:pt x="289852" y="1822069"/>
                  </a:lnTo>
                  <a:lnTo>
                    <a:pt x="289852" y="1808327"/>
                  </a:lnTo>
                  <a:close/>
                </a:path>
                <a:path w="546100" h="3630929">
                  <a:moveTo>
                    <a:pt x="318414" y="3428631"/>
                  </a:moveTo>
                  <a:lnTo>
                    <a:pt x="222618" y="3428631"/>
                  </a:lnTo>
                  <a:lnTo>
                    <a:pt x="222618" y="3442601"/>
                  </a:lnTo>
                  <a:lnTo>
                    <a:pt x="222618" y="3507371"/>
                  </a:lnTo>
                  <a:lnTo>
                    <a:pt x="222618" y="3525151"/>
                  </a:lnTo>
                  <a:lnTo>
                    <a:pt x="318414" y="3525151"/>
                  </a:lnTo>
                  <a:lnTo>
                    <a:pt x="318414" y="3507371"/>
                  </a:lnTo>
                  <a:lnTo>
                    <a:pt x="239382" y="3507371"/>
                  </a:lnTo>
                  <a:lnTo>
                    <a:pt x="239382" y="3442601"/>
                  </a:lnTo>
                  <a:lnTo>
                    <a:pt x="301650" y="3442601"/>
                  </a:lnTo>
                  <a:lnTo>
                    <a:pt x="301650" y="3507117"/>
                  </a:lnTo>
                  <a:lnTo>
                    <a:pt x="318414" y="3507117"/>
                  </a:lnTo>
                  <a:lnTo>
                    <a:pt x="318414" y="3442601"/>
                  </a:lnTo>
                  <a:lnTo>
                    <a:pt x="318414" y="3428631"/>
                  </a:lnTo>
                  <a:close/>
                </a:path>
                <a:path w="546100" h="3630929">
                  <a:moveTo>
                    <a:pt x="323964" y="2849715"/>
                  </a:moveTo>
                  <a:lnTo>
                    <a:pt x="317144" y="2842818"/>
                  </a:lnTo>
                  <a:lnTo>
                    <a:pt x="310311" y="2842818"/>
                  </a:lnTo>
                  <a:lnTo>
                    <a:pt x="283044" y="2870403"/>
                  </a:lnTo>
                  <a:lnTo>
                    <a:pt x="283044" y="2801442"/>
                  </a:lnTo>
                  <a:lnTo>
                    <a:pt x="279628" y="2794546"/>
                  </a:lnTo>
                  <a:lnTo>
                    <a:pt x="265988" y="2794546"/>
                  </a:lnTo>
                  <a:lnTo>
                    <a:pt x="262585" y="2801442"/>
                  </a:lnTo>
                  <a:lnTo>
                    <a:pt x="262585" y="2870403"/>
                  </a:lnTo>
                  <a:lnTo>
                    <a:pt x="235305" y="2842818"/>
                  </a:lnTo>
                  <a:lnTo>
                    <a:pt x="228485" y="2842818"/>
                  </a:lnTo>
                  <a:lnTo>
                    <a:pt x="221665" y="2849715"/>
                  </a:lnTo>
                  <a:lnTo>
                    <a:pt x="221665" y="2856611"/>
                  </a:lnTo>
                  <a:lnTo>
                    <a:pt x="265988" y="2901429"/>
                  </a:lnTo>
                  <a:lnTo>
                    <a:pt x="265988" y="2904883"/>
                  </a:lnTo>
                  <a:lnTo>
                    <a:pt x="276212" y="2904883"/>
                  </a:lnTo>
                  <a:lnTo>
                    <a:pt x="310311" y="2870403"/>
                  </a:lnTo>
                  <a:lnTo>
                    <a:pt x="323964" y="2856611"/>
                  </a:lnTo>
                  <a:lnTo>
                    <a:pt x="323964" y="2849715"/>
                  </a:lnTo>
                  <a:close/>
                </a:path>
                <a:path w="546100" h="3630929">
                  <a:moveTo>
                    <a:pt x="323964" y="2401468"/>
                  </a:moveTo>
                  <a:lnTo>
                    <a:pt x="310311" y="2387676"/>
                  </a:lnTo>
                  <a:lnTo>
                    <a:pt x="276212" y="2353195"/>
                  </a:lnTo>
                  <a:lnTo>
                    <a:pt x="269405" y="2353195"/>
                  </a:lnTo>
                  <a:lnTo>
                    <a:pt x="221665" y="2401468"/>
                  </a:lnTo>
                  <a:lnTo>
                    <a:pt x="221665" y="2408364"/>
                  </a:lnTo>
                  <a:lnTo>
                    <a:pt x="228485" y="2415260"/>
                  </a:lnTo>
                  <a:lnTo>
                    <a:pt x="235305" y="2415260"/>
                  </a:lnTo>
                  <a:lnTo>
                    <a:pt x="262585" y="2387676"/>
                  </a:lnTo>
                  <a:lnTo>
                    <a:pt x="262585" y="2456637"/>
                  </a:lnTo>
                  <a:lnTo>
                    <a:pt x="265988" y="2463533"/>
                  </a:lnTo>
                  <a:lnTo>
                    <a:pt x="279628" y="2463533"/>
                  </a:lnTo>
                  <a:lnTo>
                    <a:pt x="283044" y="2456637"/>
                  </a:lnTo>
                  <a:lnTo>
                    <a:pt x="283044" y="2387676"/>
                  </a:lnTo>
                  <a:lnTo>
                    <a:pt x="310311" y="2415260"/>
                  </a:lnTo>
                  <a:lnTo>
                    <a:pt x="313728" y="2415260"/>
                  </a:lnTo>
                  <a:lnTo>
                    <a:pt x="317144" y="2411806"/>
                  </a:lnTo>
                  <a:lnTo>
                    <a:pt x="320548" y="2411806"/>
                  </a:lnTo>
                  <a:lnTo>
                    <a:pt x="323964" y="2408364"/>
                  </a:lnTo>
                  <a:lnTo>
                    <a:pt x="323964" y="2401468"/>
                  </a:lnTo>
                  <a:close/>
                </a:path>
                <a:path w="546100" h="3630929">
                  <a:moveTo>
                    <a:pt x="343522" y="0"/>
                  </a:moveTo>
                  <a:lnTo>
                    <a:pt x="327647" y="0"/>
                  </a:lnTo>
                  <a:lnTo>
                    <a:pt x="327647" y="17780"/>
                  </a:lnTo>
                  <a:lnTo>
                    <a:pt x="327647" y="127000"/>
                  </a:lnTo>
                  <a:lnTo>
                    <a:pt x="217957" y="127000"/>
                  </a:lnTo>
                  <a:lnTo>
                    <a:pt x="217957" y="17780"/>
                  </a:lnTo>
                  <a:lnTo>
                    <a:pt x="327647" y="17780"/>
                  </a:lnTo>
                  <a:lnTo>
                    <a:pt x="327647" y="0"/>
                  </a:lnTo>
                  <a:lnTo>
                    <a:pt x="200634" y="0"/>
                  </a:lnTo>
                  <a:lnTo>
                    <a:pt x="200634" y="17780"/>
                  </a:lnTo>
                  <a:lnTo>
                    <a:pt x="200634" y="127000"/>
                  </a:lnTo>
                  <a:lnTo>
                    <a:pt x="200634" y="147320"/>
                  </a:lnTo>
                  <a:lnTo>
                    <a:pt x="343522" y="147320"/>
                  </a:lnTo>
                  <a:lnTo>
                    <a:pt x="343522" y="127215"/>
                  </a:lnTo>
                  <a:lnTo>
                    <a:pt x="343522" y="127000"/>
                  </a:lnTo>
                  <a:lnTo>
                    <a:pt x="343522" y="17780"/>
                  </a:lnTo>
                  <a:lnTo>
                    <a:pt x="343522" y="17475"/>
                  </a:lnTo>
                  <a:lnTo>
                    <a:pt x="343522" y="0"/>
                  </a:lnTo>
                  <a:close/>
                </a:path>
                <a:path w="546100" h="3630929">
                  <a:moveTo>
                    <a:pt x="351942" y="3556152"/>
                  </a:moveTo>
                  <a:lnTo>
                    <a:pt x="335178" y="3556152"/>
                  </a:lnTo>
                  <a:lnTo>
                    <a:pt x="335178" y="3613556"/>
                  </a:lnTo>
                  <a:lnTo>
                    <a:pt x="351942" y="3613556"/>
                  </a:lnTo>
                  <a:lnTo>
                    <a:pt x="351942" y="3556152"/>
                  </a:lnTo>
                  <a:close/>
                </a:path>
                <a:path w="546100" h="3630929">
                  <a:moveTo>
                    <a:pt x="381927" y="1773974"/>
                  </a:moveTo>
                  <a:lnTo>
                    <a:pt x="380644" y="1767103"/>
                  </a:lnTo>
                  <a:lnTo>
                    <a:pt x="380060" y="1763890"/>
                  </a:lnTo>
                  <a:lnTo>
                    <a:pt x="374675" y="1755089"/>
                  </a:lnTo>
                  <a:lnTo>
                    <a:pt x="366090" y="1748853"/>
                  </a:lnTo>
                  <a:lnTo>
                    <a:pt x="361467" y="1747901"/>
                  </a:lnTo>
                  <a:lnTo>
                    <a:pt x="361467" y="1770545"/>
                  </a:lnTo>
                  <a:lnTo>
                    <a:pt x="361467" y="1887347"/>
                  </a:lnTo>
                  <a:lnTo>
                    <a:pt x="358051" y="1890776"/>
                  </a:lnTo>
                  <a:lnTo>
                    <a:pt x="187566" y="1890776"/>
                  </a:lnTo>
                  <a:lnTo>
                    <a:pt x="184150" y="1887347"/>
                  </a:lnTo>
                  <a:lnTo>
                    <a:pt x="184150" y="1770545"/>
                  </a:lnTo>
                  <a:lnTo>
                    <a:pt x="187566" y="1767103"/>
                  </a:lnTo>
                  <a:lnTo>
                    <a:pt x="358051" y="1767103"/>
                  </a:lnTo>
                  <a:lnTo>
                    <a:pt x="361467" y="1770545"/>
                  </a:lnTo>
                  <a:lnTo>
                    <a:pt x="361467" y="1747901"/>
                  </a:lnTo>
                  <a:lnTo>
                    <a:pt x="354647" y="1746491"/>
                  </a:lnTo>
                  <a:lnTo>
                    <a:pt x="354647" y="1708696"/>
                  </a:lnTo>
                  <a:lnTo>
                    <a:pt x="348094" y="1676984"/>
                  </a:lnTo>
                  <a:lnTo>
                    <a:pt x="330352" y="1650733"/>
                  </a:lnTo>
                  <a:lnTo>
                    <a:pt x="324713" y="1646859"/>
                  </a:lnTo>
                  <a:lnTo>
                    <a:pt x="304292" y="1632851"/>
                  </a:lnTo>
                  <a:lnTo>
                    <a:pt x="272808" y="1626247"/>
                  </a:lnTo>
                  <a:lnTo>
                    <a:pt x="241312" y="1632851"/>
                  </a:lnTo>
                  <a:lnTo>
                    <a:pt x="215252" y="1650733"/>
                  </a:lnTo>
                  <a:lnTo>
                    <a:pt x="197510" y="1676984"/>
                  </a:lnTo>
                  <a:lnTo>
                    <a:pt x="190969" y="1708696"/>
                  </a:lnTo>
                  <a:lnTo>
                    <a:pt x="190969" y="1712137"/>
                  </a:lnTo>
                  <a:lnTo>
                    <a:pt x="197789" y="1719008"/>
                  </a:lnTo>
                  <a:lnTo>
                    <a:pt x="208013" y="1719008"/>
                  </a:lnTo>
                  <a:lnTo>
                    <a:pt x="211429" y="1712137"/>
                  </a:lnTo>
                  <a:lnTo>
                    <a:pt x="211429" y="1708696"/>
                  </a:lnTo>
                  <a:lnTo>
                    <a:pt x="216217" y="1684540"/>
                  </a:lnTo>
                  <a:lnTo>
                    <a:pt x="229323" y="1664893"/>
                  </a:lnTo>
                  <a:lnTo>
                    <a:pt x="248831" y="1651698"/>
                  </a:lnTo>
                  <a:lnTo>
                    <a:pt x="272808" y="1646859"/>
                  </a:lnTo>
                  <a:lnTo>
                    <a:pt x="296773" y="1651698"/>
                  </a:lnTo>
                  <a:lnTo>
                    <a:pt x="316280" y="1664893"/>
                  </a:lnTo>
                  <a:lnTo>
                    <a:pt x="329387" y="1684540"/>
                  </a:lnTo>
                  <a:lnTo>
                    <a:pt x="334187" y="1708696"/>
                  </a:lnTo>
                  <a:lnTo>
                    <a:pt x="334187" y="1746491"/>
                  </a:lnTo>
                  <a:lnTo>
                    <a:pt x="190969" y="1746491"/>
                  </a:lnTo>
                  <a:lnTo>
                    <a:pt x="179501" y="1748853"/>
                  </a:lnTo>
                  <a:lnTo>
                    <a:pt x="170929" y="1755089"/>
                  </a:lnTo>
                  <a:lnTo>
                    <a:pt x="165544" y="1763890"/>
                  </a:lnTo>
                  <a:lnTo>
                    <a:pt x="163690" y="1773974"/>
                  </a:lnTo>
                  <a:lnTo>
                    <a:pt x="163690" y="1883905"/>
                  </a:lnTo>
                  <a:lnTo>
                    <a:pt x="165544" y="1894001"/>
                  </a:lnTo>
                  <a:lnTo>
                    <a:pt x="170929" y="1902802"/>
                  </a:lnTo>
                  <a:lnTo>
                    <a:pt x="179501" y="1909025"/>
                  </a:lnTo>
                  <a:lnTo>
                    <a:pt x="190969" y="1911388"/>
                  </a:lnTo>
                  <a:lnTo>
                    <a:pt x="354647" y="1911388"/>
                  </a:lnTo>
                  <a:lnTo>
                    <a:pt x="366090" y="1909025"/>
                  </a:lnTo>
                  <a:lnTo>
                    <a:pt x="374675" y="1902802"/>
                  </a:lnTo>
                  <a:lnTo>
                    <a:pt x="380060" y="1894001"/>
                  </a:lnTo>
                  <a:lnTo>
                    <a:pt x="380644" y="1890776"/>
                  </a:lnTo>
                  <a:lnTo>
                    <a:pt x="381927" y="1883905"/>
                  </a:lnTo>
                  <a:lnTo>
                    <a:pt x="381927" y="1773974"/>
                  </a:lnTo>
                  <a:close/>
                </a:path>
                <a:path w="546100" h="3630929">
                  <a:moveTo>
                    <a:pt x="402691" y="1122438"/>
                  </a:moveTo>
                  <a:lnTo>
                    <a:pt x="399275" y="1115542"/>
                  </a:lnTo>
                  <a:lnTo>
                    <a:pt x="262547" y="1115542"/>
                  </a:lnTo>
                  <a:lnTo>
                    <a:pt x="259130" y="1122438"/>
                  </a:lnTo>
                  <a:lnTo>
                    <a:pt x="259130" y="1132776"/>
                  </a:lnTo>
                  <a:lnTo>
                    <a:pt x="262547" y="1136230"/>
                  </a:lnTo>
                  <a:lnTo>
                    <a:pt x="399275" y="1136230"/>
                  </a:lnTo>
                  <a:lnTo>
                    <a:pt x="402691" y="1132776"/>
                  </a:lnTo>
                  <a:lnTo>
                    <a:pt x="402691" y="1122438"/>
                  </a:lnTo>
                  <a:close/>
                </a:path>
                <a:path w="546100" h="3630929">
                  <a:moveTo>
                    <a:pt x="402691" y="994854"/>
                  </a:moveTo>
                  <a:lnTo>
                    <a:pt x="399275" y="991400"/>
                  </a:lnTo>
                  <a:lnTo>
                    <a:pt x="262547" y="991400"/>
                  </a:lnTo>
                  <a:lnTo>
                    <a:pt x="259130" y="994854"/>
                  </a:lnTo>
                  <a:lnTo>
                    <a:pt x="259130" y="1005192"/>
                  </a:lnTo>
                  <a:lnTo>
                    <a:pt x="262547" y="1012088"/>
                  </a:lnTo>
                  <a:lnTo>
                    <a:pt x="399275" y="1012088"/>
                  </a:lnTo>
                  <a:lnTo>
                    <a:pt x="402691" y="1005192"/>
                  </a:lnTo>
                  <a:lnTo>
                    <a:pt x="402691" y="994854"/>
                  </a:lnTo>
                  <a:close/>
                </a:path>
                <a:path w="546100" h="3630929">
                  <a:moveTo>
                    <a:pt x="402691" y="870724"/>
                  </a:moveTo>
                  <a:lnTo>
                    <a:pt x="399275" y="863828"/>
                  </a:lnTo>
                  <a:lnTo>
                    <a:pt x="262547" y="863828"/>
                  </a:lnTo>
                  <a:lnTo>
                    <a:pt x="259130" y="870724"/>
                  </a:lnTo>
                  <a:lnTo>
                    <a:pt x="259130" y="881075"/>
                  </a:lnTo>
                  <a:lnTo>
                    <a:pt x="262547" y="884516"/>
                  </a:lnTo>
                  <a:lnTo>
                    <a:pt x="399275" y="884516"/>
                  </a:lnTo>
                  <a:lnTo>
                    <a:pt x="402691" y="881075"/>
                  </a:lnTo>
                  <a:lnTo>
                    <a:pt x="402691" y="870724"/>
                  </a:lnTo>
                  <a:close/>
                </a:path>
                <a:path w="546100" h="3630929">
                  <a:moveTo>
                    <a:pt x="408203" y="2619476"/>
                  </a:moveTo>
                  <a:lnTo>
                    <a:pt x="401993" y="2591117"/>
                  </a:lnTo>
                  <a:lnTo>
                    <a:pt x="398983" y="2577325"/>
                  </a:lnTo>
                  <a:lnTo>
                    <a:pt x="394652" y="2570416"/>
                  </a:lnTo>
                  <a:lnTo>
                    <a:pt x="387032" y="2558275"/>
                  </a:lnTo>
                  <a:lnTo>
                    <a:pt x="387032" y="2629039"/>
                  </a:lnTo>
                  <a:lnTo>
                    <a:pt x="385762" y="2648331"/>
                  </a:lnTo>
                  <a:lnTo>
                    <a:pt x="381927" y="2666962"/>
                  </a:lnTo>
                  <a:lnTo>
                    <a:pt x="371690" y="2666962"/>
                  </a:lnTo>
                  <a:lnTo>
                    <a:pt x="371690" y="2687650"/>
                  </a:lnTo>
                  <a:lnTo>
                    <a:pt x="362737" y="2701937"/>
                  </a:lnTo>
                  <a:lnTo>
                    <a:pt x="351231" y="2713952"/>
                  </a:lnTo>
                  <a:lnTo>
                    <a:pt x="337159" y="2724035"/>
                  </a:lnTo>
                  <a:lnTo>
                    <a:pt x="320548" y="2732481"/>
                  </a:lnTo>
                  <a:lnTo>
                    <a:pt x="327634" y="2723540"/>
                  </a:lnTo>
                  <a:lnTo>
                    <a:pt x="333756" y="2712656"/>
                  </a:lnTo>
                  <a:lnTo>
                    <a:pt x="339242" y="2700477"/>
                  </a:lnTo>
                  <a:lnTo>
                    <a:pt x="344411" y="2687650"/>
                  </a:lnTo>
                  <a:lnTo>
                    <a:pt x="371690" y="2687650"/>
                  </a:lnTo>
                  <a:lnTo>
                    <a:pt x="371690" y="2666962"/>
                  </a:lnTo>
                  <a:lnTo>
                    <a:pt x="351243" y="2666962"/>
                  </a:lnTo>
                  <a:lnTo>
                    <a:pt x="351764" y="2656675"/>
                  </a:lnTo>
                  <a:lnTo>
                    <a:pt x="352945" y="2646705"/>
                  </a:lnTo>
                  <a:lnTo>
                    <a:pt x="354114" y="2637396"/>
                  </a:lnTo>
                  <a:lnTo>
                    <a:pt x="354647" y="2629039"/>
                  </a:lnTo>
                  <a:lnTo>
                    <a:pt x="354571" y="2618752"/>
                  </a:lnTo>
                  <a:lnTo>
                    <a:pt x="354215" y="2610078"/>
                  </a:lnTo>
                  <a:lnTo>
                    <a:pt x="353199" y="2600922"/>
                  </a:lnTo>
                  <a:lnTo>
                    <a:pt x="351243" y="2591117"/>
                  </a:lnTo>
                  <a:lnTo>
                    <a:pt x="381927" y="2591117"/>
                  </a:lnTo>
                  <a:lnTo>
                    <a:pt x="385762" y="2609761"/>
                  </a:lnTo>
                  <a:lnTo>
                    <a:pt x="387032" y="2629039"/>
                  </a:lnTo>
                  <a:lnTo>
                    <a:pt x="387032" y="2558275"/>
                  </a:lnTo>
                  <a:lnTo>
                    <a:pt x="376859" y="2542044"/>
                  </a:lnTo>
                  <a:lnTo>
                    <a:pt x="371690" y="2537269"/>
                  </a:lnTo>
                  <a:lnTo>
                    <a:pt x="371690" y="2570416"/>
                  </a:lnTo>
                  <a:lnTo>
                    <a:pt x="347827" y="2570416"/>
                  </a:lnTo>
                  <a:lnTo>
                    <a:pt x="343293" y="2562123"/>
                  </a:lnTo>
                  <a:lnTo>
                    <a:pt x="339725" y="2553182"/>
                  </a:lnTo>
                  <a:lnTo>
                    <a:pt x="336765" y="2544127"/>
                  </a:lnTo>
                  <a:lnTo>
                    <a:pt x="334187" y="2535936"/>
                  </a:lnTo>
                  <a:lnTo>
                    <a:pt x="334124" y="2618752"/>
                  </a:lnTo>
                  <a:lnTo>
                    <a:pt x="334073" y="2638615"/>
                  </a:lnTo>
                  <a:lnTo>
                    <a:pt x="333756" y="2646705"/>
                  </a:lnTo>
                  <a:lnTo>
                    <a:pt x="332740" y="2656675"/>
                  </a:lnTo>
                  <a:lnTo>
                    <a:pt x="330784" y="2666962"/>
                  </a:lnTo>
                  <a:lnTo>
                    <a:pt x="323964" y="2666962"/>
                  </a:lnTo>
                  <a:lnTo>
                    <a:pt x="323964" y="2687650"/>
                  </a:lnTo>
                  <a:lnTo>
                    <a:pt x="315645" y="2706954"/>
                  </a:lnTo>
                  <a:lnTo>
                    <a:pt x="306057" y="2723007"/>
                  </a:lnTo>
                  <a:lnTo>
                    <a:pt x="295186" y="2735186"/>
                  </a:lnTo>
                  <a:lnTo>
                    <a:pt x="283044" y="2742831"/>
                  </a:lnTo>
                  <a:lnTo>
                    <a:pt x="283044" y="2687650"/>
                  </a:lnTo>
                  <a:lnTo>
                    <a:pt x="323964" y="2687650"/>
                  </a:lnTo>
                  <a:lnTo>
                    <a:pt x="323964" y="2666962"/>
                  </a:lnTo>
                  <a:lnTo>
                    <a:pt x="283044" y="2666962"/>
                  </a:lnTo>
                  <a:lnTo>
                    <a:pt x="283044" y="2591117"/>
                  </a:lnTo>
                  <a:lnTo>
                    <a:pt x="330784" y="2591117"/>
                  </a:lnTo>
                  <a:lnTo>
                    <a:pt x="332740" y="2599474"/>
                  </a:lnTo>
                  <a:lnTo>
                    <a:pt x="333756" y="2608783"/>
                  </a:lnTo>
                  <a:lnTo>
                    <a:pt x="334124" y="2618752"/>
                  </a:lnTo>
                  <a:lnTo>
                    <a:pt x="334124" y="2535872"/>
                  </a:lnTo>
                  <a:lnTo>
                    <a:pt x="323964" y="2525598"/>
                  </a:lnTo>
                  <a:lnTo>
                    <a:pt x="323964" y="2570416"/>
                  </a:lnTo>
                  <a:lnTo>
                    <a:pt x="283044" y="2570416"/>
                  </a:lnTo>
                  <a:lnTo>
                    <a:pt x="283044" y="2515247"/>
                  </a:lnTo>
                  <a:lnTo>
                    <a:pt x="295186" y="2522905"/>
                  </a:lnTo>
                  <a:lnTo>
                    <a:pt x="306057" y="2535085"/>
                  </a:lnTo>
                  <a:lnTo>
                    <a:pt x="315645" y="2551138"/>
                  </a:lnTo>
                  <a:lnTo>
                    <a:pt x="323964" y="2570416"/>
                  </a:lnTo>
                  <a:lnTo>
                    <a:pt x="323964" y="2525598"/>
                  </a:lnTo>
                  <a:lnTo>
                    <a:pt x="338607" y="2534056"/>
                  </a:lnTo>
                  <a:lnTo>
                    <a:pt x="351650" y="2544127"/>
                  </a:lnTo>
                  <a:lnTo>
                    <a:pt x="362788" y="2556141"/>
                  </a:lnTo>
                  <a:lnTo>
                    <a:pt x="371690" y="2570416"/>
                  </a:lnTo>
                  <a:lnTo>
                    <a:pt x="371690" y="2537269"/>
                  </a:lnTo>
                  <a:lnTo>
                    <a:pt x="312178" y="2497315"/>
                  </a:lnTo>
                  <a:lnTo>
                    <a:pt x="272808" y="2491117"/>
                  </a:lnTo>
                  <a:lnTo>
                    <a:pt x="262585" y="2491638"/>
                  </a:lnTo>
                  <a:lnTo>
                    <a:pt x="262585" y="2515247"/>
                  </a:lnTo>
                  <a:lnTo>
                    <a:pt x="262585" y="2570416"/>
                  </a:lnTo>
                  <a:lnTo>
                    <a:pt x="262585" y="2591117"/>
                  </a:lnTo>
                  <a:lnTo>
                    <a:pt x="262585" y="2666962"/>
                  </a:lnTo>
                  <a:lnTo>
                    <a:pt x="262585" y="2687650"/>
                  </a:lnTo>
                  <a:lnTo>
                    <a:pt x="262585" y="2742831"/>
                  </a:lnTo>
                  <a:lnTo>
                    <a:pt x="252323" y="2735935"/>
                  </a:lnTo>
                  <a:lnTo>
                    <a:pt x="250482" y="2734703"/>
                  </a:lnTo>
                  <a:lnTo>
                    <a:pt x="239979" y="2721711"/>
                  </a:lnTo>
                  <a:lnTo>
                    <a:pt x="231406" y="2705493"/>
                  </a:lnTo>
                  <a:lnTo>
                    <a:pt x="225069" y="2687650"/>
                  </a:lnTo>
                  <a:lnTo>
                    <a:pt x="225069" y="2735935"/>
                  </a:lnTo>
                  <a:lnTo>
                    <a:pt x="209880" y="2726944"/>
                  </a:lnTo>
                  <a:lnTo>
                    <a:pt x="195656" y="2715679"/>
                  </a:lnTo>
                  <a:lnTo>
                    <a:pt x="183349" y="2702483"/>
                  </a:lnTo>
                  <a:lnTo>
                    <a:pt x="173926" y="2687650"/>
                  </a:lnTo>
                  <a:lnTo>
                    <a:pt x="201206" y="2687650"/>
                  </a:lnTo>
                  <a:lnTo>
                    <a:pt x="206362" y="2700540"/>
                  </a:lnTo>
                  <a:lnTo>
                    <a:pt x="211848" y="2713088"/>
                  </a:lnTo>
                  <a:lnTo>
                    <a:pt x="217982" y="2725001"/>
                  </a:lnTo>
                  <a:lnTo>
                    <a:pt x="225069" y="2735935"/>
                  </a:lnTo>
                  <a:lnTo>
                    <a:pt x="225069" y="2687650"/>
                  </a:lnTo>
                  <a:lnTo>
                    <a:pt x="262585" y="2687650"/>
                  </a:lnTo>
                  <a:lnTo>
                    <a:pt x="262585" y="2666962"/>
                  </a:lnTo>
                  <a:lnTo>
                    <a:pt x="218249" y="2666962"/>
                  </a:lnTo>
                  <a:lnTo>
                    <a:pt x="215747" y="2656675"/>
                  </a:lnTo>
                  <a:lnTo>
                    <a:pt x="213563" y="2646705"/>
                  </a:lnTo>
                  <a:lnTo>
                    <a:pt x="212013" y="2637396"/>
                  </a:lnTo>
                  <a:lnTo>
                    <a:pt x="211429" y="2629039"/>
                  </a:lnTo>
                  <a:lnTo>
                    <a:pt x="211963" y="2618752"/>
                  </a:lnTo>
                  <a:lnTo>
                    <a:pt x="213131" y="2608783"/>
                  </a:lnTo>
                  <a:lnTo>
                    <a:pt x="214299" y="2599474"/>
                  </a:lnTo>
                  <a:lnTo>
                    <a:pt x="214845" y="2591117"/>
                  </a:lnTo>
                  <a:lnTo>
                    <a:pt x="262585" y="2591117"/>
                  </a:lnTo>
                  <a:lnTo>
                    <a:pt x="262585" y="2570416"/>
                  </a:lnTo>
                  <a:lnTo>
                    <a:pt x="221665" y="2570416"/>
                  </a:lnTo>
                  <a:lnTo>
                    <a:pt x="229971" y="2551138"/>
                  </a:lnTo>
                  <a:lnTo>
                    <a:pt x="239560" y="2535085"/>
                  </a:lnTo>
                  <a:lnTo>
                    <a:pt x="248018" y="2525598"/>
                  </a:lnTo>
                  <a:lnTo>
                    <a:pt x="250431" y="2522905"/>
                  </a:lnTo>
                  <a:lnTo>
                    <a:pt x="262585" y="2515247"/>
                  </a:lnTo>
                  <a:lnTo>
                    <a:pt x="262585" y="2491638"/>
                  </a:lnTo>
                  <a:lnTo>
                    <a:pt x="260019" y="2491765"/>
                  </a:lnTo>
                  <a:lnTo>
                    <a:pt x="247230" y="2493708"/>
                  </a:lnTo>
                  <a:lnTo>
                    <a:pt x="234442" y="2496934"/>
                  </a:lnTo>
                  <a:lnTo>
                    <a:pt x="221665" y="2501455"/>
                  </a:lnTo>
                  <a:lnTo>
                    <a:pt x="221665" y="2525598"/>
                  </a:lnTo>
                  <a:lnTo>
                    <a:pt x="218249" y="2529040"/>
                  </a:lnTo>
                  <a:lnTo>
                    <a:pt x="218249" y="2532494"/>
                  </a:lnTo>
                  <a:lnTo>
                    <a:pt x="214845" y="2535936"/>
                  </a:lnTo>
                  <a:lnTo>
                    <a:pt x="210299" y="2544241"/>
                  </a:lnTo>
                  <a:lnTo>
                    <a:pt x="206730" y="2553182"/>
                  </a:lnTo>
                  <a:lnTo>
                    <a:pt x="203809" y="2562123"/>
                  </a:lnTo>
                  <a:lnTo>
                    <a:pt x="201206" y="2570416"/>
                  </a:lnTo>
                  <a:lnTo>
                    <a:pt x="197789" y="2570416"/>
                  </a:lnTo>
                  <a:lnTo>
                    <a:pt x="197789" y="2666962"/>
                  </a:lnTo>
                  <a:lnTo>
                    <a:pt x="163690" y="2666962"/>
                  </a:lnTo>
                  <a:lnTo>
                    <a:pt x="159842" y="2648331"/>
                  </a:lnTo>
                  <a:lnTo>
                    <a:pt x="158572" y="2629039"/>
                  </a:lnTo>
                  <a:lnTo>
                    <a:pt x="159842" y="2609761"/>
                  </a:lnTo>
                  <a:lnTo>
                    <a:pt x="163690" y="2591117"/>
                  </a:lnTo>
                  <a:lnTo>
                    <a:pt x="194386" y="2591117"/>
                  </a:lnTo>
                  <a:lnTo>
                    <a:pt x="193840" y="2600922"/>
                  </a:lnTo>
                  <a:lnTo>
                    <a:pt x="191554" y="2618752"/>
                  </a:lnTo>
                  <a:lnTo>
                    <a:pt x="191490" y="2619476"/>
                  </a:lnTo>
                  <a:lnTo>
                    <a:pt x="197789" y="2666962"/>
                  </a:lnTo>
                  <a:lnTo>
                    <a:pt x="197789" y="2570416"/>
                  </a:lnTo>
                  <a:lnTo>
                    <a:pt x="173926" y="2570416"/>
                  </a:lnTo>
                  <a:lnTo>
                    <a:pt x="182816" y="2556141"/>
                  </a:lnTo>
                  <a:lnTo>
                    <a:pt x="193954" y="2544127"/>
                  </a:lnTo>
                  <a:lnTo>
                    <a:pt x="207010" y="2534056"/>
                  </a:lnTo>
                  <a:lnTo>
                    <a:pt x="221665" y="2525598"/>
                  </a:lnTo>
                  <a:lnTo>
                    <a:pt x="221665" y="2501455"/>
                  </a:lnTo>
                  <a:lnTo>
                    <a:pt x="185051" y="2525407"/>
                  </a:lnTo>
                  <a:lnTo>
                    <a:pt x="157937" y="2558123"/>
                  </a:lnTo>
                  <a:lnTo>
                    <a:pt x="141617" y="2596794"/>
                  </a:lnTo>
                  <a:lnTo>
                    <a:pt x="137414" y="2638615"/>
                  </a:lnTo>
                  <a:lnTo>
                    <a:pt x="146634" y="2680754"/>
                  </a:lnTo>
                  <a:lnTo>
                    <a:pt x="168744" y="2716047"/>
                  </a:lnTo>
                  <a:lnTo>
                    <a:pt x="198208" y="2743263"/>
                  </a:lnTo>
                  <a:lnTo>
                    <a:pt x="233426" y="2760776"/>
                  </a:lnTo>
                  <a:lnTo>
                    <a:pt x="272808" y="2766961"/>
                  </a:lnTo>
                  <a:lnTo>
                    <a:pt x="285597" y="2766326"/>
                  </a:lnTo>
                  <a:lnTo>
                    <a:pt x="323964" y="2756611"/>
                  </a:lnTo>
                  <a:lnTo>
                    <a:pt x="360565" y="2732671"/>
                  </a:lnTo>
                  <a:lnTo>
                    <a:pt x="360718" y="2732481"/>
                  </a:lnTo>
                  <a:lnTo>
                    <a:pt x="387680" y="2699956"/>
                  </a:lnTo>
                  <a:lnTo>
                    <a:pt x="392874" y="2687650"/>
                  </a:lnTo>
                  <a:lnTo>
                    <a:pt x="401599" y="2666962"/>
                  </a:lnTo>
                  <a:lnTo>
                    <a:pt x="403999" y="2661285"/>
                  </a:lnTo>
                  <a:lnTo>
                    <a:pt x="408203" y="2619476"/>
                  </a:lnTo>
                  <a:close/>
                </a:path>
                <a:path w="546100" h="3630929">
                  <a:moveTo>
                    <a:pt x="465696" y="3428631"/>
                  </a:moveTo>
                  <a:lnTo>
                    <a:pt x="366306" y="3428631"/>
                  </a:lnTo>
                  <a:lnTo>
                    <a:pt x="366306" y="3442601"/>
                  </a:lnTo>
                  <a:lnTo>
                    <a:pt x="366306" y="3507371"/>
                  </a:lnTo>
                  <a:lnTo>
                    <a:pt x="366306" y="3525151"/>
                  </a:lnTo>
                  <a:lnTo>
                    <a:pt x="465696" y="3525151"/>
                  </a:lnTo>
                  <a:lnTo>
                    <a:pt x="465696" y="3507371"/>
                  </a:lnTo>
                  <a:lnTo>
                    <a:pt x="383070" y="3507371"/>
                  </a:lnTo>
                  <a:lnTo>
                    <a:pt x="383070" y="3442601"/>
                  </a:lnTo>
                  <a:lnTo>
                    <a:pt x="448932" y="3442601"/>
                  </a:lnTo>
                  <a:lnTo>
                    <a:pt x="448932" y="3507117"/>
                  </a:lnTo>
                  <a:lnTo>
                    <a:pt x="465696" y="3507117"/>
                  </a:lnTo>
                  <a:lnTo>
                    <a:pt x="465696" y="3442601"/>
                  </a:lnTo>
                  <a:lnTo>
                    <a:pt x="465696" y="3428631"/>
                  </a:lnTo>
                  <a:close/>
                </a:path>
                <a:path w="546100" h="3630929">
                  <a:moveTo>
                    <a:pt x="467182" y="2753169"/>
                  </a:moveTo>
                  <a:lnTo>
                    <a:pt x="463765" y="2749727"/>
                  </a:lnTo>
                  <a:lnTo>
                    <a:pt x="453542" y="2749727"/>
                  </a:lnTo>
                  <a:lnTo>
                    <a:pt x="446722" y="2753169"/>
                  </a:lnTo>
                  <a:lnTo>
                    <a:pt x="446722" y="2791091"/>
                  </a:lnTo>
                  <a:lnTo>
                    <a:pt x="398983" y="2742831"/>
                  </a:lnTo>
                  <a:lnTo>
                    <a:pt x="392163" y="2742831"/>
                  </a:lnTo>
                  <a:lnTo>
                    <a:pt x="385343" y="2749727"/>
                  </a:lnTo>
                  <a:lnTo>
                    <a:pt x="385343" y="2756611"/>
                  </a:lnTo>
                  <a:lnTo>
                    <a:pt x="433082" y="2804884"/>
                  </a:lnTo>
                  <a:lnTo>
                    <a:pt x="395566" y="2804884"/>
                  </a:lnTo>
                  <a:lnTo>
                    <a:pt x="392163" y="2811780"/>
                  </a:lnTo>
                  <a:lnTo>
                    <a:pt x="392163" y="2822130"/>
                  </a:lnTo>
                  <a:lnTo>
                    <a:pt x="395566" y="2825572"/>
                  </a:lnTo>
                  <a:lnTo>
                    <a:pt x="463765" y="2825572"/>
                  </a:lnTo>
                  <a:lnTo>
                    <a:pt x="467182" y="2822130"/>
                  </a:lnTo>
                  <a:lnTo>
                    <a:pt x="467182" y="2791091"/>
                  </a:lnTo>
                  <a:lnTo>
                    <a:pt x="467182" y="2753169"/>
                  </a:lnTo>
                  <a:close/>
                </a:path>
                <a:path w="546100" h="3630929">
                  <a:moveTo>
                    <a:pt x="467182" y="2435949"/>
                  </a:moveTo>
                  <a:lnTo>
                    <a:pt x="463765" y="2432507"/>
                  </a:lnTo>
                  <a:lnTo>
                    <a:pt x="395566" y="2432507"/>
                  </a:lnTo>
                  <a:lnTo>
                    <a:pt x="392163" y="2435949"/>
                  </a:lnTo>
                  <a:lnTo>
                    <a:pt x="392163" y="2446299"/>
                  </a:lnTo>
                  <a:lnTo>
                    <a:pt x="395566" y="2449741"/>
                  </a:lnTo>
                  <a:lnTo>
                    <a:pt x="433082" y="2449741"/>
                  </a:lnTo>
                  <a:lnTo>
                    <a:pt x="388747" y="2498013"/>
                  </a:lnTo>
                  <a:lnTo>
                    <a:pt x="385343" y="2501455"/>
                  </a:lnTo>
                  <a:lnTo>
                    <a:pt x="385343" y="2508351"/>
                  </a:lnTo>
                  <a:lnTo>
                    <a:pt x="388747" y="2511806"/>
                  </a:lnTo>
                  <a:lnTo>
                    <a:pt x="392163" y="2511806"/>
                  </a:lnTo>
                  <a:lnTo>
                    <a:pt x="392163" y="2515247"/>
                  </a:lnTo>
                  <a:lnTo>
                    <a:pt x="398983" y="2515247"/>
                  </a:lnTo>
                  <a:lnTo>
                    <a:pt x="446722" y="2466975"/>
                  </a:lnTo>
                  <a:lnTo>
                    <a:pt x="446722" y="2504910"/>
                  </a:lnTo>
                  <a:lnTo>
                    <a:pt x="453542" y="2508351"/>
                  </a:lnTo>
                  <a:lnTo>
                    <a:pt x="463765" y="2508351"/>
                  </a:lnTo>
                  <a:lnTo>
                    <a:pt x="467182" y="2504910"/>
                  </a:lnTo>
                  <a:lnTo>
                    <a:pt x="467182" y="2466975"/>
                  </a:lnTo>
                  <a:lnTo>
                    <a:pt x="467182" y="2435949"/>
                  </a:lnTo>
                  <a:close/>
                </a:path>
                <a:path w="546100" h="3630929">
                  <a:moveTo>
                    <a:pt x="494982" y="836244"/>
                  </a:moveTo>
                  <a:lnTo>
                    <a:pt x="492112" y="822452"/>
                  </a:lnTo>
                  <a:lnTo>
                    <a:pt x="492036" y="822134"/>
                  </a:lnTo>
                  <a:lnTo>
                    <a:pt x="484301" y="811250"/>
                  </a:lnTo>
                  <a:lnTo>
                    <a:pt x="474472" y="804976"/>
                  </a:lnTo>
                  <a:lnTo>
                    <a:pt x="474472" y="829348"/>
                  </a:lnTo>
                  <a:lnTo>
                    <a:pt x="474472" y="922451"/>
                  </a:lnTo>
                  <a:lnTo>
                    <a:pt x="474472" y="953477"/>
                  </a:lnTo>
                  <a:lnTo>
                    <a:pt x="474472" y="1046568"/>
                  </a:lnTo>
                  <a:lnTo>
                    <a:pt x="474472" y="1081049"/>
                  </a:lnTo>
                  <a:lnTo>
                    <a:pt x="474472" y="1174153"/>
                  </a:lnTo>
                  <a:lnTo>
                    <a:pt x="467639" y="1181049"/>
                  </a:lnTo>
                  <a:lnTo>
                    <a:pt x="77978" y="1181049"/>
                  </a:lnTo>
                  <a:lnTo>
                    <a:pt x="71132" y="1174153"/>
                  </a:lnTo>
                  <a:lnTo>
                    <a:pt x="71132" y="1081049"/>
                  </a:lnTo>
                  <a:lnTo>
                    <a:pt x="77978" y="1074153"/>
                  </a:lnTo>
                  <a:lnTo>
                    <a:pt x="467639" y="1074153"/>
                  </a:lnTo>
                  <a:lnTo>
                    <a:pt x="474472" y="1081049"/>
                  </a:lnTo>
                  <a:lnTo>
                    <a:pt x="474472" y="1046568"/>
                  </a:lnTo>
                  <a:lnTo>
                    <a:pt x="467639" y="1053465"/>
                  </a:lnTo>
                  <a:lnTo>
                    <a:pt x="77978" y="1053465"/>
                  </a:lnTo>
                  <a:lnTo>
                    <a:pt x="71132" y="1046568"/>
                  </a:lnTo>
                  <a:lnTo>
                    <a:pt x="71132" y="953477"/>
                  </a:lnTo>
                  <a:lnTo>
                    <a:pt x="77978" y="950036"/>
                  </a:lnTo>
                  <a:lnTo>
                    <a:pt x="467639" y="950036"/>
                  </a:lnTo>
                  <a:lnTo>
                    <a:pt x="474472" y="953477"/>
                  </a:lnTo>
                  <a:lnTo>
                    <a:pt x="474472" y="922451"/>
                  </a:lnTo>
                  <a:lnTo>
                    <a:pt x="467639" y="929347"/>
                  </a:lnTo>
                  <a:lnTo>
                    <a:pt x="77978" y="929347"/>
                  </a:lnTo>
                  <a:lnTo>
                    <a:pt x="71132" y="922451"/>
                  </a:lnTo>
                  <a:lnTo>
                    <a:pt x="71132" y="829348"/>
                  </a:lnTo>
                  <a:lnTo>
                    <a:pt x="77978" y="822452"/>
                  </a:lnTo>
                  <a:lnTo>
                    <a:pt x="467639" y="822452"/>
                  </a:lnTo>
                  <a:lnTo>
                    <a:pt x="474472" y="829348"/>
                  </a:lnTo>
                  <a:lnTo>
                    <a:pt x="474472" y="804976"/>
                  </a:lnTo>
                  <a:lnTo>
                    <a:pt x="473354" y="804252"/>
                  </a:lnTo>
                  <a:lnTo>
                    <a:pt x="460806" y="801763"/>
                  </a:lnTo>
                  <a:lnTo>
                    <a:pt x="84810" y="801763"/>
                  </a:lnTo>
                  <a:lnTo>
                    <a:pt x="72250" y="804252"/>
                  </a:lnTo>
                  <a:lnTo>
                    <a:pt x="61302" y="811250"/>
                  </a:lnTo>
                  <a:lnTo>
                    <a:pt x="53555" y="822134"/>
                  </a:lnTo>
                  <a:lnTo>
                    <a:pt x="50622" y="836244"/>
                  </a:lnTo>
                  <a:lnTo>
                    <a:pt x="50622" y="915555"/>
                  </a:lnTo>
                  <a:lnTo>
                    <a:pt x="51257" y="921270"/>
                  </a:lnTo>
                  <a:lnTo>
                    <a:pt x="53187" y="927620"/>
                  </a:lnTo>
                  <a:lnTo>
                    <a:pt x="56400" y="933983"/>
                  </a:lnTo>
                  <a:lnTo>
                    <a:pt x="60883" y="939685"/>
                  </a:lnTo>
                  <a:lnTo>
                    <a:pt x="56400" y="943470"/>
                  </a:lnTo>
                  <a:lnTo>
                    <a:pt x="53187" y="949172"/>
                  </a:lnTo>
                  <a:lnTo>
                    <a:pt x="51257" y="956183"/>
                  </a:lnTo>
                  <a:lnTo>
                    <a:pt x="50622" y="963828"/>
                  </a:lnTo>
                  <a:lnTo>
                    <a:pt x="50622" y="1039672"/>
                  </a:lnTo>
                  <a:lnTo>
                    <a:pt x="51257" y="1046848"/>
                  </a:lnTo>
                  <a:lnTo>
                    <a:pt x="53187" y="1053045"/>
                  </a:lnTo>
                  <a:lnTo>
                    <a:pt x="56400" y="1058595"/>
                  </a:lnTo>
                  <a:lnTo>
                    <a:pt x="60883" y="1063815"/>
                  </a:lnTo>
                  <a:lnTo>
                    <a:pt x="56400" y="1069047"/>
                  </a:lnTo>
                  <a:lnTo>
                    <a:pt x="53187" y="1074597"/>
                  </a:lnTo>
                  <a:lnTo>
                    <a:pt x="51257" y="1080795"/>
                  </a:lnTo>
                  <a:lnTo>
                    <a:pt x="50622" y="1087958"/>
                  </a:lnTo>
                  <a:lnTo>
                    <a:pt x="50622" y="1167257"/>
                  </a:lnTo>
                  <a:lnTo>
                    <a:pt x="53555" y="1179931"/>
                  </a:lnTo>
                  <a:lnTo>
                    <a:pt x="61302" y="1190967"/>
                  </a:lnTo>
                  <a:lnTo>
                    <a:pt x="72250" y="1198778"/>
                  </a:lnTo>
                  <a:lnTo>
                    <a:pt x="84810" y="1201737"/>
                  </a:lnTo>
                  <a:lnTo>
                    <a:pt x="460806" y="1201737"/>
                  </a:lnTo>
                  <a:lnTo>
                    <a:pt x="473354" y="1198778"/>
                  </a:lnTo>
                  <a:lnTo>
                    <a:pt x="484301" y="1190967"/>
                  </a:lnTo>
                  <a:lnTo>
                    <a:pt x="491248" y="1181049"/>
                  </a:lnTo>
                  <a:lnTo>
                    <a:pt x="492036" y="1179931"/>
                  </a:lnTo>
                  <a:lnTo>
                    <a:pt x="494982" y="1167257"/>
                  </a:lnTo>
                  <a:lnTo>
                    <a:pt x="494982" y="1087958"/>
                  </a:lnTo>
                  <a:lnTo>
                    <a:pt x="493864" y="1080795"/>
                  </a:lnTo>
                  <a:lnTo>
                    <a:pt x="491134" y="1074597"/>
                  </a:lnTo>
                  <a:lnTo>
                    <a:pt x="490867" y="1074153"/>
                  </a:lnTo>
                  <a:lnTo>
                    <a:pt x="487768" y="1069047"/>
                  </a:lnTo>
                  <a:lnTo>
                    <a:pt x="484733" y="1063815"/>
                  </a:lnTo>
                  <a:lnTo>
                    <a:pt x="487768" y="1058595"/>
                  </a:lnTo>
                  <a:lnTo>
                    <a:pt x="490880" y="1053465"/>
                  </a:lnTo>
                  <a:lnTo>
                    <a:pt x="491134" y="1053045"/>
                  </a:lnTo>
                  <a:lnTo>
                    <a:pt x="493864" y="1046848"/>
                  </a:lnTo>
                  <a:lnTo>
                    <a:pt x="494982" y="1039672"/>
                  </a:lnTo>
                  <a:lnTo>
                    <a:pt x="494982" y="963828"/>
                  </a:lnTo>
                  <a:lnTo>
                    <a:pt x="484733" y="939685"/>
                  </a:lnTo>
                  <a:lnTo>
                    <a:pt x="490220" y="929347"/>
                  </a:lnTo>
                  <a:lnTo>
                    <a:pt x="491134" y="927620"/>
                  </a:lnTo>
                  <a:lnTo>
                    <a:pt x="493864" y="921270"/>
                  </a:lnTo>
                  <a:lnTo>
                    <a:pt x="494982" y="915555"/>
                  </a:lnTo>
                  <a:lnTo>
                    <a:pt x="494982" y="836244"/>
                  </a:lnTo>
                  <a:close/>
                </a:path>
                <a:path w="546100" h="3630929">
                  <a:moveTo>
                    <a:pt x="496836" y="3556152"/>
                  </a:moveTo>
                  <a:lnTo>
                    <a:pt x="480072" y="3556152"/>
                  </a:lnTo>
                  <a:lnTo>
                    <a:pt x="480072" y="3613556"/>
                  </a:lnTo>
                  <a:lnTo>
                    <a:pt x="496836" y="3613556"/>
                  </a:lnTo>
                  <a:lnTo>
                    <a:pt x="496836" y="3556152"/>
                  </a:lnTo>
                  <a:close/>
                </a:path>
                <a:path w="546100" h="3630929">
                  <a:moveTo>
                    <a:pt x="496836" y="3174631"/>
                  </a:moveTo>
                  <a:lnTo>
                    <a:pt x="44208" y="3174631"/>
                  </a:lnTo>
                  <a:lnTo>
                    <a:pt x="44208" y="3191141"/>
                  </a:lnTo>
                  <a:lnTo>
                    <a:pt x="44208" y="3541661"/>
                  </a:lnTo>
                  <a:lnTo>
                    <a:pt x="44208" y="3555631"/>
                  </a:lnTo>
                  <a:lnTo>
                    <a:pt x="44208" y="3614051"/>
                  </a:lnTo>
                  <a:lnTo>
                    <a:pt x="44208" y="3630561"/>
                  </a:lnTo>
                  <a:lnTo>
                    <a:pt x="496836" y="3630561"/>
                  </a:lnTo>
                  <a:lnTo>
                    <a:pt x="496836" y="3614051"/>
                  </a:lnTo>
                  <a:lnTo>
                    <a:pt x="60972" y="3614051"/>
                  </a:lnTo>
                  <a:lnTo>
                    <a:pt x="60972" y="3555631"/>
                  </a:lnTo>
                  <a:lnTo>
                    <a:pt x="496836" y="3555631"/>
                  </a:lnTo>
                  <a:lnTo>
                    <a:pt x="496836" y="3541801"/>
                  </a:lnTo>
                  <a:lnTo>
                    <a:pt x="496836" y="3541661"/>
                  </a:lnTo>
                  <a:lnTo>
                    <a:pt x="496836" y="3191370"/>
                  </a:lnTo>
                  <a:lnTo>
                    <a:pt x="480072" y="3191370"/>
                  </a:lnTo>
                  <a:lnTo>
                    <a:pt x="480072" y="3541661"/>
                  </a:lnTo>
                  <a:lnTo>
                    <a:pt x="351942" y="3541661"/>
                  </a:lnTo>
                  <a:lnTo>
                    <a:pt x="351942" y="3191370"/>
                  </a:lnTo>
                  <a:lnTo>
                    <a:pt x="335178" y="3191370"/>
                  </a:lnTo>
                  <a:lnTo>
                    <a:pt x="335178" y="3541661"/>
                  </a:lnTo>
                  <a:lnTo>
                    <a:pt x="204660" y="3541661"/>
                  </a:lnTo>
                  <a:lnTo>
                    <a:pt x="204660" y="3191370"/>
                  </a:lnTo>
                  <a:lnTo>
                    <a:pt x="187896" y="3191370"/>
                  </a:lnTo>
                  <a:lnTo>
                    <a:pt x="187896" y="3541661"/>
                  </a:lnTo>
                  <a:lnTo>
                    <a:pt x="60972" y="3541661"/>
                  </a:lnTo>
                  <a:lnTo>
                    <a:pt x="60972" y="3191141"/>
                  </a:lnTo>
                  <a:lnTo>
                    <a:pt x="496836" y="3191141"/>
                  </a:lnTo>
                  <a:lnTo>
                    <a:pt x="496836" y="3174631"/>
                  </a:lnTo>
                  <a:close/>
                </a:path>
                <a:path w="546100" h="3630929">
                  <a:moveTo>
                    <a:pt x="512076" y="1312075"/>
                  </a:moveTo>
                  <a:lnTo>
                    <a:pt x="508546" y="1297432"/>
                  </a:lnTo>
                  <a:lnTo>
                    <a:pt x="503897" y="1291386"/>
                  </a:lnTo>
                  <a:lnTo>
                    <a:pt x="499249" y="1285354"/>
                  </a:lnTo>
                  <a:lnTo>
                    <a:pt x="491566" y="1280566"/>
                  </a:lnTo>
                  <a:lnTo>
                    <a:pt x="491566" y="1312075"/>
                  </a:lnTo>
                  <a:lnTo>
                    <a:pt x="489800" y="1319669"/>
                  </a:lnTo>
                  <a:lnTo>
                    <a:pt x="485152" y="1326299"/>
                  </a:lnTo>
                  <a:lnTo>
                    <a:pt x="478586" y="1330985"/>
                  </a:lnTo>
                  <a:lnTo>
                    <a:pt x="471055" y="1332763"/>
                  </a:lnTo>
                  <a:lnTo>
                    <a:pt x="463524" y="1330985"/>
                  </a:lnTo>
                  <a:lnTo>
                    <a:pt x="456958" y="1326299"/>
                  </a:lnTo>
                  <a:lnTo>
                    <a:pt x="454228" y="1322412"/>
                  </a:lnTo>
                  <a:lnTo>
                    <a:pt x="452310" y="1319669"/>
                  </a:lnTo>
                  <a:lnTo>
                    <a:pt x="450545" y="1312075"/>
                  </a:lnTo>
                  <a:lnTo>
                    <a:pt x="452310" y="1304480"/>
                  </a:lnTo>
                  <a:lnTo>
                    <a:pt x="454240" y="1301724"/>
                  </a:lnTo>
                  <a:lnTo>
                    <a:pt x="456958" y="1297851"/>
                  </a:lnTo>
                  <a:lnTo>
                    <a:pt x="463524" y="1293164"/>
                  </a:lnTo>
                  <a:lnTo>
                    <a:pt x="471055" y="1291386"/>
                  </a:lnTo>
                  <a:lnTo>
                    <a:pt x="478586" y="1293164"/>
                  </a:lnTo>
                  <a:lnTo>
                    <a:pt x="485152" y="1297851"/>
                  </a:lnTo>
                  <a:lnTo>
                    <a:pt x="489800" y="1304480"/>
                  </a:lnTo>
                  <a:lnTo>
                    <a:pt x="491566" y="1312075"/>
                  </a:lnTo>
                  <a:lnTo>
                    <a:pt x="491566" y="1280566"/>
                  </a:lnTo>
                  <a:lnTo>
                    <a:pt x="486117" y="1277162"/>
                  </a:lnTo>
                  <a:lnTo>
                    <a:pt x="471055" y="1274140"/>
                  </a:lnTo>
                  <a:lnTo>
                    <a:pt x="458444" y="1276032"/>
                  </a:lnTo>
                  <a:lnTo>
                    <a:pt x="447128" y="1281480"/>
                  </a:lnTo>
                  <a:lnTo>
                    <a:pt x="438365" y="1290154"/>
                  </a:lnTo>
                  <a:lnTo>
                    <a:pt x="433451" y="1301724"/>
                  </a:lnTo>
                  <a:lnTo>
                    <a:pt x="310400" y="1301724"/>
                  </a:lnTo>
                  <a:lnTo>
                    <a:pt x="306603" y="1292085"/>
                  </a:lnTo>
                  <a:lnTo>
                    <a:pt x="306082" y="1291386"/>
                  </a:lnTo>
                  <a:lnTo>
                    <a:pt x="300570" y="1284058"/>
                  </a:lnTo>
                  <a:lnTo>
                    <a:pt x="293319" y="1278521"/>
                  </a:lnTo>
                  <a:lnTo>
                    <a:pt x="293319" y="1312075"/>
                  </a:lnTo>
                  <a:lnTo>
                    <a:pt x="291553" y="1319669"/>
                  </a:lnTo>
                  <a:lnTo>
                    <a:pt x="286905" y="1326299"/>
                  </a:lnTo>
                  <a:lnTo>
                    <a:pt x="280339" y="1330985"/>
                  </a:lnTo>
                  <a:lnTo>
                    <a:pt x="272808" y="1332763"/>
                  </a:lnTo>
                  <a:lnTo>
                    <a:pt x="265277" y="1330985"/>
                  </a:lnTo>
                  <a:lnTo>
                    <a:pt x="258699" y="1326299"/>
                  </a:lnTo>
                  <a:lnTo>
                    <a:pt x="255981" y="1322412"/>
                  </a:lnTo>
                  <a:lnTo>
                    <a:pt x="254063" y="1319669"/>
                  </a:lnTo>
                  <a:lnTo>
                    <a:pt x="252298" y="1312075"/>
                  </a:lnTo>
                  <a:lnTo>
                    <a:pt x="254063" y="1304480"/>
                  </a:lnTo>
                  <a:lnTo>
                    <a:pt x="255981" y="1301724"/>
                  </a:lnTo>
                  <a:lnTo>
                    <a:pt x="258699" y="1297851"/>
                  </a:lnTo>
                  <a:lnTo>
                    <a:pt x="265277" y="1293164"/>
                  </a:lnTo>
                  <a:lnTo>
                    <a:pt x="272808" y="1291386"/>
                  </a:lnTo>
                  <a:lnTo>
                    <a:pt x="280339" y="1293164"/>
                  </a:lnTo>
                  <a:lnTo>
                    <a:pt x="286905" y="1297851"/>
                  </a:lnTo>
                  <a:lnTo>
                    <a:pt x="291553" y="1304480"/>
                  </a:lnTo>
                  <a:lnTo>
                    <a:pt x="293319" y="1312075"/>
                  </a:lnTo>
                  <a:lnTo>
                    <a:pt x="293319" y="1278521"/>
                  </a:lnTo>
                  <a:lnTo>
                    <a:pt x="292620" y="1277975"/>
                  </a:lnTo>
                  <a:lnTo>
                    <a:pt x="283057" y="1274140"/>
                  </a:lnTo>
                  <a:lnTo>
                    <a:pt x="283057" y="1236218"/>
                  </a:lnTo>
                  <a:lnTo>
                    <a:pt x="279641" y="1232776"/>
                  </a:lnTo>
                  <a:lnTo>
                    <a:pt x="265963" y="1232776"/>
                  </a:lnTo>
                  <a:lnTo>
                    <a:pt x="262547" y="1236218"/>
                  </a:lnTo>
                  <a:lnTo>
                    <a:pt x="262547" y="1274140"/>
                  </a:lnTo>
                  <a:lnTo>
                    <a:pt x="252984" y="1277975"/>
                  </a:lnTo>
                  <a:lnTo>
                    <a:pt x="245033" y="1284058"/>
                  </a:lnTo>
                  <a:lnTo>
                    <a:pt x="238988" y="1292085"/>
                  </a:lnTo>
                  <a:lnTo>
                    <a:pt x="235204" y="1301724"/>
                  </a:lnTo>
                  <a:lnTo>
                    <a:pt x="112153" y="1301724"/>
                  </a:lnTo>
                  <a:lnTo>
                    <a:pt x="107759" y="1291386"/>
                  </a:lnTo>
                  <a:lnTo>
                    <a:pt x="107238" y="1290154"/>
                  </a:lnTo>
                  <a:lnTo>
                    <a:pt x="98475" y="1281480"/>
                  </a:lnTo>
                  <a:lnTo>
                    <a:pt x="95059" y="1279842"/>
                  </a:lnTo>
                  <a:lnTo>
                    <a:pt x="95059" y="1312075"/>
                  </a:lnTo>
                  <a:lnTo>
                    <a:pt x="93294" y="1319669"/>
                  </a:lnTo>
                  <a:lnTo>
                    <a:pt x="88646" y="1326299"/>
                  </a:lnTo>
                  <a:lnTo>
                    <a:pt x="82080" y="1330985"/>
                  </a:lnTo>
                  <a:lnTo>
                    <a:pt x="74549" y="1332763"/>
                  </a:lnTo>
                  <a:lnTo>
                    <a:pt x="67017" y="1330985"/>
                  </a:lnTo>
                  <a:lnTo>
                    <a:pt x="60452" y="1326299"/>
                  </a:lnTo>
                  <a:lnTo>
                    <a:pt x="55816" y="1319669"/>
                  </a:lnTo>
                  <a:lnTo>
                    <a:pt x="54051" y="1312075"/>
                  </a:lnTo>
                  <a:lnTo>
                    <a:pt x="55816" y="1304480"/>
                  </a:lnTo>
                  <a:lnTo>
                    <a:pt x="60452" y="1297851"/>
                  </a:lnTo>
                  <a:lnTo>
                    <a:pt x="67017" y="1293164"/>
                  </a:lnTo>
                  <a:lnTo>
                    <a:pt x="74549" y="1291386"/>
                  </a:lnTo>
                  <a:lnTo>
                    <a:pt x="82080" y="1293164"/>
                  </a:lnTo>
                  <a:lnTo>
                    <a:pt x="88646" y="1297851"/>
                  </a:lnTo>
                  <a:lnTo>
                    <a:pt x="93294" y="1304480"/>
                  </a:lnTo>
                  <a:lnTo>
                    <a:pt x="95059" y="1312075"/>
                  </a:lnTo>
                  <a:lnTo>
                    <a:pt x="95059" y="1279842"/>
                  </a:lnTo>
                  <a:lnTo>
                    <a:pt x="87147" y="1276032"/>
                  </a:lnTo>
                  <a:lnTo>
                    <a:pt x="74549" y="1274140"/>
                  </a:lnTo>
                  <a:lnTo>
                    <a:pt x="58039" y="1277162"/>
                  </a:lnTo>
                  <a:lnTo>
                    <a:pt x="45072" y="1285354"/>
                  </a:lnTo>
                  <a:lnTo>
                    <a:pt x="36576" y="1297432"/>
                  </a:lnTo>
                  <a:lnTo>
                    <a:pt x="33540" y="1312075"/>
                  </a:lnTo>
                  <a:lnTo>
                    <a:pt x="36576" y="1328724"/>
                  </a:lnTo>
                  <a:lnTo>
                    <a:pt x="45072" y="1341818"/>
                  </a:lnTo>
                  <a:lnTo>
                    <a:pt x="58039" y="1350391"/>
                  </a:lnTo>
                  <a:lnTo>
                    <a:pt x="74549" y="1353451"/>
                  </a:lnTo>
                  <a:lnTo>
                    <a:pt x="87147" y="1351038"/>
                  </a:lnTo>
                  <a:lnTo>
                    <a:pt x="98475" y="1344409"/>
                  </a:lnTo>
                  <a:lnTo>
                    <a:pt x="107238" y="1334541"/>
                  </a:lnTo>
                  <a:lnTo>
                    <a:pt x="107962" y="1332763"/>
                  </a:lnTo>
                  <a:lnTo>
                    <a:pt x="112153" y="1322412"/>
                  </a:lnTo>
                  <a:lnTo>
                    <a:pt x="235204" y="1322412"/>
                  </a:lnTo>
                  <a:lnTo>
                    <a:pt x="239636" y="1334541"/>
                  </a:lnTo>
                  <a:lnTo>
                    <a:pt x="247599" y="1344409"/>
                  </a:lnTo>
                  <a:lnTo>
                    <a:pt x="258762" y="1351038"/>
                  </a:lnTo>
                  <a:lnTo>
                    <a:pt x="272808" y="1353451"/>
                  </a:lnTo>
                  <a:lnTo>
                    <a:pt x="285407" y="1351038"/>
                  </a:lnTo>
                  <a:lnTo>
                    <a:pt x="296722" y="1344409"/>
                  </a:lnTo>
                  <a:lnTo>
                    <a:pt x="305485" y="1334541"/>
                  </a:lnTo>
                  <a:lnTo>
                    <a:pt x="306209" y="1332763"/>
                  </a:lnTo>
                  <a:lnTo>
                    <a:pt x="310400" y="1322412"/>
                  </a:lnTo>
                  <a:lnTo>
                    <a:pt x="433451" y="1322412"/>
                  </a:lnTo>
                  <a:lnTo>
                    <a:pt x="438365" y="1334541"/>
                  </a:lnTo>
                  <a:lnTo>
                    <a:pt x="447128" y="1344409"/>
                  </a:lnTo>
                  <a:lnTo>
                    <a:pt x="458444" y="1351038"/>
                  </a:lnTo>
                  <a:lnTo>
                    <a:pt x="471055" y="1353451"/>
                  </a:lnTo>
                  <a:lnTo>
                    <a:pt x="486117" y="1350391"/>
                  </a:lnTo>
                  <a:lnTo>
                    <a:pt x="499249" y="1341818"/>
                  </a:lnTo>
                  <a:lnTo>
                    <a:pt x="505675" y="1332763"/>
                  </a:lnTo>
                  <a:lnTo>
                    <a:pt x="508546" y="1328724"/>
                  </a:lnTo>
                  <a:lnTo>
                    <a:pt x="512076" y="1312075"/>
                  </a:lnTo>
                  <a:close/>
                </a:path>
                <a:path w="546100" h="3630929">
                  <a:moveTo>
                    <a:pt x="545592" y="346710"/>
                  </a:moveTo>
                  <a:lnTo>
                    <a:pt x="480644" y="346710"/>
                  </a:lnTo>
                  <a:lnTo>
                    <a:pt x="480644" y="257810"/>
                  </a:lnTo>
                  <a:lnTo>
                    <a:pt x="480644" y="257175"/>
                  </a:lnTo>
                  <a:lnTo>
                    <a:pt x="480644" y="237490"/>
                  </a:lnTo>
                  <a:lnTo>
                    <a:pt x="64960" y="237490"/>
                  </a:lnTo>
                  <a:lnTo>
                    <a:pt x="64960" y="257810"/>
                  </a:lnTo>
                  <a:lnTo>
                    <a:pt x="64960" y="346710"/>
                  </a:lnTo>
                  <a:lnTo>
                    <a:pt x="0" y="346710"/>
                  </a:lnTo>
                  <a:lnTo>
                    <a:pt x="0" y="368300"/>
                  </a:lnTo>
                  <a:lnTo>
                    <a:pt x="0" y="477520"/>
                  </a:lnTo>
                  <a:lnTo>
                    <a:pt x="0" y="495300"/>
                  </a:lnTo>
                  <a:lnTo>
                    <a:pt x="145783" y="495300"/>
                  </a:lnTo>
                  <a:lnTo>
                    <a:pt x="145783" y="478116"/>
                  </a:lnTo>
                  <a:lnTo>
                    <a:pt x="145783" y="477520"/>
                  </a:lnTo>
                  <a:lnTo>
                    <a:pt x="145783" y="368376"/>
                  </a:lnTo>
                  <a:lnTo>
                    <a:pt x="125577" y="368376"/>
                  </a:lnTo>
                  <a:lnTo>
                    <a:pt x="125577" y="477520"/>
                  </a:lnTo>
                  <a:lnTo>
                    <a:pt x="15887" y="477520"/>
                  </a:lnTo>
                  <a:lnTo>
                    <a:pt x="15887" y="368300"/>
                  </a:lnTo>
                  <a:lnTo>
                    <a:pt x="145783" y="368300"/>
                  </a:lnTo>
                  <a:lnTo>
                    <a:pt x="145783" y="346710"/>
                  </a:lnTo>
                  <a:lnTo>
                    <a:pt x="80835" y="346710"/>
                  </a:lnTo>
                  <a:lnTo>
                    <a:pt x="80835" y="257810"/>
                  </a:lnTo>
                  <a:lnTo>
                    <a:pt x="262699" y="257810"/>
                  </a:lnTo>
                  <a:lnTo>
                    <a:pt x="262699" y="346710"/>
                  </a:lnTo>
                  <a:lnTo>
                    <a:pt x="200634" y="346710"/>
                  </a:lnTo>
                  <a:lnTo>
                    <a:pt x="200634" y="368300"/>
                  </a:lnTo>
                  <a:lnTo>
                    <a:pt x="200634" y="477520"/>
                  </a:lnTo>
                  <a:lnTo>
                    <a:pt x="200634" y="495300"/>
                  </a:lnTo>
                  <a:lnTo>
                    <a:pt x="343522" y="495300"/>
                  </a:lnTo>
                  <a:lnTo>
                    <a:pt x="343522" y="478116"/>
                  </a:lnTo>
                  <a:lnTo>
                    <a:pt x="343522" y="477520"/>
                  </a:lnTo>
                  <a:lnTo>
                    <a:pt x="343522" y="368376"/>
                  </a:lnTo>
                  <a:lnTo>
                    <a:pt x="327647" y="368376"/>
                  </a:lnTo>
                  <a:lnTo>
                    <a:pt x="327647" y="477520"/>
                  </a:lnTo>
                  <a:lnTo>
                    <a:pt x="217957" y="477520"/>
                  </a:lnTo>
                  <a:lnTo>
                    <a:pt x="217957" y="368300"/>
                  </a:lnTo>
                  <a:lnTo>
                    <a:pt x="343522" y="368300"/>
                  </a:lnTo>
                  <a:lnTo>
                    <a:pt x="343522" y="346710"/>
                  </a:lnTo>
                  <a:lnTo>
                    <a:pt x="282905" y="346710"/>
                  </a:lnTo>
                  <a:lnTo>
                    <a:pt x="282905" y="257810"/>
                  </a:lnTo>
                  <a:lnTo>
                    <a:pt x="463321" y="257810"/>
                  </a:lnTo>
                  <a:lnTo>
                    <a:pt x="463321" y="346710"/>
                  </a:lnTo>
                  <a:lnTo>
                    <a:pt x="398373" y="346710"/>
                  </a:lnTo>
                  <a:lnTo>
                    <a:pt x="398373" y="368300"/>
                  </a:lnTo>
                  <a:lnTo>
                    <a:pt x="398373" y="477520"/>
                  </a:lnTo>
                  <a:lnTo>
                    <a:pt x="398373" y="495300"/>
                  </a:lnTo>
                  <a:lnTo>
                    <a:pt x="545592" y="495300"/>
                  </a:lnTo>
                  <a:lnTo>
                    <a:pt x="545592" y="478116"/>
                  </a:lnTo>
                  <a:lnTo>
                    <a:pt x="545592" y="477520"/>
                  </a:lnTo>
                  <a:lnTo>
                    <a:pt x="545592" y="368376"/>
                  </a:lnTo>
                  <a:lnTo>
                    <a:pt x="528269" y="368376"/>
                  </a:lnTo>
                  <a:lnTo>
                    <a:pt x="528269" y="477520"/>
                  </a:lnTo>
                  <a:lnTo>
                    <a:pt x="418579" y="477520"/>
                  </a:lnTo>
                  <a:lnTo>
                    <a:pt x="418579" y="368300"/>
                  </a:lnTo>
                  <a:lnTo>
                    <a:pt x="545592" y="368300"/>
                  </a:lnTo>
                  <a:lnTo>
                    <a:pt x="545592" y="346710"/>
                  </a:lnTo>
                  <a:close/>
                </a:path>
                <a:path w="546100" h="3630929">
                  <a:moveTo>
                    <a:pt x="545604" y="2625585"/>
                  </a:moveTo>
                  <a:lnTo>
                    <a:pt x="497865" y="2577325"/>
                  </a:lnTo>
                  <a:lnTo>
                    <a:pt x="491045" y="2577325"/>
                  </a:lnTo>
                  <a:lnTo>
                    <a:pt x="484225" y="2584221"/>
                  </a:lnTo>
                  <a:lnTo>
                    <a:pt x="484225" y="2591117"/>
                  </a:lnTo>
                  <a:lnTo>
                    <a:pt x="511505" y="2618689"/>
                  </a:lnTo>
                  <a:lnTo>
                    <a:pt x="443306" y="2618689"/>
                  </a:lnTo>
                  <a:lnTo>
                    <a:pt x="436486" y="2622143"/>
                  </a:lnTo>
                  <a:lnTo>
                    <a:pt x="436486" y="2635935"/>
                  </a:lnTo>
                  <a:lnTo>
                    <a:pt x="443306" y="2639377"/>
                  </a:lnTo>
                  <a:lnTo>
                    <a:pt x="511505" y="2639377"/>
                  </a:lnTo>
                  <a:lnTo>
                    <a:pt x="484225" y="2666962"/>
                  </a:lnTo>
                  <a:lnTo>
                    <a:pt x="484225" y="2673858"/>
                  </a:lnTo>
                  <a:lnTo>
                    <a:pt x="487641" y="2677312"/>
                  </a:lnTo>
                  <a:lnTo>
                    <a:pt x="491045" y="2677312"/>
                  </a:lnTo>
                  <a:lnTo>
                    <a:pt x="494461" y="2680754"/>
                  </a:lnTo>
                  <a:lnTo>
                    <a:pt x="497865" y="2680754"/>
                  </a:lnTo>
                  <a:lnTo>
                    <a:pt x="545604" y="2632481"/>
                  </a:lnTo>
                  <a:lnTo>
                    <a:pt x="545604" y="2625585"/>
                  </a:lnTo>
                  <a:close/>
                </a:path>
                <a:path w="546100" h="3630929">
                  <a:moveTo>
                    <a:pt x="545604" y="1993849"/>
                  </a:moveTo>
                  <a:lnTo>
                    <a:pt x="543737" y="1981669"/>
                  </a:lnTo>
                  <a:lnTo>
                    <a:pt x="541185" y="1976666"/>
                  </a:lnTo>
                  <a:lnTo>
                    <a:pt x="538353" y="1971090"/>
                  </a:lnTo>
                  <a:lnTo>
                    <a:pt x="529767" y="1962442"/>
                  </a:lnTo>
                  <a:lnTo>
                    <a:pt x="525145" y="1959864"/>
                  </a:lnTo>
                  <a:lnTo>
                    <a:pt x="525145" y="1983536"/>
                  </a:lnTo>
                  <a:lnTo>
                    <a:pt x="525145" y="2000719"/>
                  </a:lnTo>
                  <a:lnTo>
                    <a:pt x="518325" y="2011019"/>
                  </a:lnTo>
                  <a:lnTo>
                    <a:pt x="497865" y="2011019"/>
                  </a:lnTo>
                  <a:lnTo>
                    <a:pt x="491045" y="2000719"/>
                  </a:lnTo>
                  <a:lnTo>
                    <a:pt x="491045" y="1983536"/>
                  </a:lnTo>
                  <a:lnTo>
                    <a:pt x="497865" y="1976666"/>
                  </a:lnTo>
                  <a:lnTo>
                    <a:pt x="518325" y="1976666"/>
                  </a:lnTo>
                  <a:lnTo>
                    <a:pt x="525145" y="1983536"/>
                  </a:lnTo>
                  <a:lnTo>
                    <a:pt x="525145" y="1959864"/>
                  </a:lnTo>
                  <a:lnTo>
                    <a:pt x="518325" y="1956054"/>
                  </a:lnTo>
                  <a:lnTo>
                    <a:pt x="518325" y="1925129"/>
                  </a:lnTo>
                  <a:lnTo>
                    <a:pt x="515277" y="1908556"/>
                  </a:lnTo>
                  <a:lnTo>
                    <a:pt x="506806" y="1895500"/>
                  </a:lnTo>
                  <a:lnTo>
                    <a:pt x="493864" y="1886966"/>
                  </a:lnTo>
                  <a:lnTo>
                    <a:pt x="477405" y="1883905"/>
                  </a:lnTo>
                  <a:lnTo>
                    <a:pt x="412623" y="1883905"/>
                  </a:lnTo>
                  <a:lnTo>
                    <a:pt x="405790" y="1887347"/>
                  </a:lnTo>
                  <a:lnTo>
                    <a:pt x="405790" y="1897646"/>
                  </a:lnTo>
                  <a:lnTo>
                    <a:pt x="412623" y="1904517"/>
                  </a:lnTo>
                  <a:lnTo>
                    <a:pt x="477405" y="1904517"/>
                  </a:lnTo>
                  <a:lnTo>
                    <a:pt x="486346" y="1905812"/>
                  </a:lnTo>
                  <a:lnTo>
                    <a:pt x="492747" y="1909673"/>
                  </a:lnTo>
                  <a:lnTo>
                    <a:pt x="496582" y="1916112"/>
                  </a:lnTo>
                  <a:lnTo>
                    <a:pt x="497865" y="1925129"/>
                  </a:lnTo>
                  <a:lnTo>
                    <a:pt x="497865" y="1956054"/>
                  </a:lnTo>
                  <a:lnTo>
                    <a:pt x="487845" y="1962442"/>
                  </a:lnTo>
                  <a:lnTo>
                    <a:pt x="479107" y="1971090"/>
                  </a:lnTo>
                  <a:lnTo>
                    <a:pt x="472922" y="1981669"/>
                  </a:lnTo>
                  <a:lnTo>
                    <a:pt x="470585" y="1993849"/>
                  </a:lnTo>
                  <a:lnTo>
                    <a:pt x="473557" y="2008454"/>
                  </a:lnTo>
                  <a:lnTo>
                    <a:pt x="481660" y="2020468"/>
                  </a:lnTo>
                  <a:lnTo>
                    <a:pt x="493598" y="2028634"/>
                  </a:lnTo>
                  <a:lnTo>
                    <a:pt x="508101" y="2031631"/>
                  </a:lnTo>
                  <a:lnTo>
                    <a:pt x="522579" y="2028634"/>
                  </a:lnTo>
                  <a:lnTo>
                    <a:pt x="534517" y="2020468"/>
                  </a:lnTo>
                  <a:lnTo>
                    <a:pt x="540880" y="2011019"/>
                  </a:lnTo>
                  <a:lnTo>
                    <a:pt x="542620" y="2008454"/>
                  </a:lnTo>
                  <a:lnTo>
                    <a:pt x="545604" y="1993849"/>
                  </a:lnTo>
                  <a:close/>
                </a:path>
                <a:path w="546100" h="3630929">
                  <a:moveTo>
                    <a:pt x="545604" y="1832381"/>
                  </a:moveTo>
                  <a:lnTo>
                    <a:pt x="542620" y="1817789"/>
                  </a:lnTo>
                  <a:lnTo>
                    <a:pt x="540880" y="1815198"/>
                  </a:lnTo>
                  <a:lnTo>
                    <a:pt x="534517" y="1805762"/>
                  </a:lnTo>
                  <a:lnTo>
                    <a:pt x="525145" y="1799361"/>
                  </a:lnTo>
                  <a:lnTo>
                    <a:pt x="525145" y="1825510"/>
                  </a:lnTo>
                  <a:lnTo>
                    <a:pt x="525145" y="1842681"/>
                  </a:lnTo>
                  <a:lnTo>
                    <a:pt x="518325" y="1849551"/>
                  </a:lnTo>
                  <a:lnTo>
                    <a:pt x="497865" y="1849551"/>
                  </a:lnTo>
                  <a:lnTo>
                    <a:pt x="491045" y="1842681"/>
                  </a:lnTo>
                  <a:lnTo>
                    <a:pt x="491045" y="1825510"/>
                  </a:lnTo>
                  <a:lnTo>
                    <a:pt x="497865" y="1815198"/>
                  </a:lnTo>
                  <a:lnTo>
                    <a:pt x="518325" y="1815198"/>
                  </a:lnTo>
                  <a:lnTo>
                    <a:pt x="525145" y="1825510"/>
                  </a:lnTo>
                  <a:lnTo>
                    <a:pt x="525145" y="1799361"/>
                  </a:lnTo>
                  <a:lnTo>
                    <a:pt x="522579" y="1797596"/>
                  </a:lnTo>
                  <a:lnTo>
                    <a:pt x="508101" y="1794586"/>
                  </a:lnTo>
                  <a:lnTo>
                    <a:pt x="496049" y="1796948"/>
                  </a:lnTo>
                  <a:lnTo>
                    <a:pt x="485927" y="1803184"/>
                  </a:lnTo>
                  <a:lnTo>
                    <a:pt x="478358" y="1811985"/>
                  </a:lnTo>
                  <a:lnTo>
                    <a:pt x="473989" y="1822069"/>
                  </a:lnTo>
                  <a:lnTo>
                    <a:pt x="412623" y="1822069"/>
                  </a:lnTo>
                  <a:lnTo>
                    <a:pt x="405790" y="1828939"/>
                  </a:lnTo>
                  <a:lnTo>
                    <a:pt x="405790" y="1839252"/>
                  </a:lnTo>
                  <a:lnTo>
                    <a:pt x="412623" y="1842681"/>
                  </a:lnTo>
                  <a:lnTo>
                    <a:pt x="473989" y="1842681"/>
                  </a:lnTo>
                  <a:lnTo>
                    <a:pt x="478358" y="1854225"/>
                  </a:lnTo>
                  <a:lnTo>
                    <a:pt x="485927" y="1862874"/>
                  </a:lnTo>
                  <a:lnTo>
                    <a:pt x="496049" y="1868284"/>
                  </a:lnTo>
                  <a:lnTo>
                    <a:pt x="508101" y="1870163"/>
                  </a:lnTo>
                  <a:lnTo>
                    <a:pt x="522579" y="1867166"/>
                  </a:lnTo>
                  <a:lnTo>
                    <a:pt x="534517" y="1859000"/>
                  </a:lnTo>
                  <a:lnTo>
                    <a:pt x="540880" y="1849551"/>
                  </a:lnTo>
                  <a:lnTo>
                    <a:pt x="542620" y="1846986"/>
                  </a:lnTo>
                  <a:lnTo>
                    <a:pt x="545604" y="1832381"/>
                  </a:lnTo>
                  <a:close/>
                </a:path>
                <a:path w="546100" h="3630929">
                  <a:moveTo>
                    <a:pt x="545604" y="1674342"/>
                  </a:moveTo>
                  <a:lnTo>
                    <a:pt x="542620" y="1659750"/>
                  </a:lnTo>
                  <a:lnTo>
                    <a:pt x="540880" y="1657172"/>
                  </a:lnTo>
                  <a:lnTo>
                    <a:pt x="534517" y="1647723"/>
                  </a:lnTo>
                  <a:lnTo>
                    <a:pt x="525145" y="1641322"/>
                  </a:lnTo>
                  <a:lnTo>
                    <a:pt x="525145" y="1664042"/>
                  </a:lnTo>
                  <a:lnTo>
                    <a:pt x="525145" y="1684655"/>
                  </a:lnTo>
                  <a:lnTo>
                    <a:pt x="518325" y="1691525"/>
                  </a:lnTo>
                  <a:lnTo>
                    <a:pt x="497865" y="1691525"/>
                  </a:lnTo>
                  <a:lnTo>
                    <a:pt x="491045" y="1684655"/>
                  </a:lnTo>
                  <a:lnTo>
                    <a:pt x="491045" y="1664042"/>
                  </a:lnTo>
                  <a:lnTo>
                    <a:pt x="497865" y="1657172"/>
                  </a:lnTo>
                  <a:lnTo>
                    <a:pt x="518325" y="1657172"/>
                  </a:lnTo>
                  <a:lnTo>
                    <a:pt x="525145" y="1664042"/>
                  </a:lnTo>
                  <a:lnTo>
                    <a:pt x="525145" y="1641322"/>
                  </a:lnTo>
                  <a:lnTo>
                    <a:pt x="522579" y="1639570"/>
                  </a:lnTo>
                  <a:lnTo>
                    <a:pt x="508101" y="1636560"/>
                  </a:lnTo>
                  <a:lnTo>
                    <a:pt x="493598" y="1639570"/>
                  </a:lnTo>
                  <a:lnTo>
                    <a:pt x="481660" y="1647723"/>
                  </a:lnTo>
                  <a:lnTo>
                    <a:pt x="473557" y="1659750"/>
                  </a:lnTo>
                  <a:lnTo>
                    <a:pt x="470585" y="1674342"/>
                  </a:lnTo>
                  <a:lnTo>
                    <a:pt x="472922" y="1686483"/>
                  </a:lnTo>
                  <a:lnTo>
                    <a:pt x="479107" y="1696681"/>
                  </a:lnTo>
                  <a:lnTo>
                    <a:pt x="487845" y="1704301"/>
                  </a:lnTo>
                  <a:lnTo>
                    <a:pt x="497865" y="1708696"/>
                  </a:lnTo>
                  <a:lnTo>
                    <a:pt x="497865" y="1743049"/>
                  </a:lnTo>
                  <a:lnTo>
                    <a:pt x="496100" y="1750631"/>
                  </a:lnTo>
                  <a:lnTo>
                    <a:pt x="491464" y="1757235"/>
                  </a:lnTo>
                  <a:lnTo>
                    <a:pt x="484911" y="1761909"/>
                  </a:lnTo>
                  <a:lnTo>
                    <a:pt x="477405" y="1763674"/>
                  </a:lnTo>
                  <a:lnTo>
                    <a:pt x="412623" y="1763674"/>
                  </a:lnTo>
                  <a:lnTo>
                    <a:pt x="405790" y="1767103"/>
                  </a:lnTo>
                  <a:lnTo>
                    <a:pt x="405790" y="1777415"/>
                  </a:lnTo>
                  <a:lnTo>
                    <a:pt x="412623" y="1784286"/>
                  </a:lnTo>
                  <a:lnTo>
                    <a:pt x="477405" y="1784286"/>
                  </a:lnTo>
                  <a:lnTo>
                    <a:pt x="493864" y="1781225"/>
                  </a:lnTo>
                  <a:lnTo>
                    <a:pt x="506806" y="1772691"/>
                  </a:lnTo>
                  <a:lnTo>
                    <a:pt x="515277" y="1759648"/>
                  </a:lnTo>
                  <a:lnTo>
                    <a:pt x="518325" y="1743049"/>
                  </a:lnTo>
                  <a:lnTo>
                    <a:pt x="518325" y="1708696"/>
                  </a:lnTo>
                  <a:lnTo>
                    <a:pt x="529767" y="1704301"/>
                  </a:lnTo>
                  <a:lnTo>
                    <a:pt x="538353" y="1696681"/>
                  </a:lnTo>
                  <a:lnTo>
                    <a:pt x="541070" y="1691525"/>
                  </a:lnTo>
                  <a:lnTo>
                    <a:pt x="543737" y="1686483"/>
                  </a:lnTo>
                  <a:lnTo>
                    <a:pt x="545604" y="1674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3</a:t>
            </a:fld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1905" algn="ctr">
              <a:lnSpc>
                <a:spcPct val="150000"/>
              </a:lnSpc>
              <a:spcBef>
                <a:spcPts val="100"/>
              </a:spcBef>
            </a:pPr>
            <a:r>
              <a:rPr spc="10" dirty="0"/>
              <a:t>ПОДГОТОВКА </a:t>
            </a:r>
            <a:r>
              <a:rPr spc="15" dirty="0"/>
              <a:t> </a:t>
            </a:r>
            <a:r>
              <a:rPr spc="5" dirty="0"/>
              <a:t>ИНФРАСТРУКТУРНОГО </a:t>
            </a:r>
            <a:r>
              <a:rPr spc="-655" dirty="0"/>
              <a:t> </a:t>
            </a:r>
            <a:r>
              <a:rPr spc="-40" dirty="0"/>
              <a:t>ПРОЕКТА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4</a:t>
            </a:fld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127" y="836676"/>
            <a:ext cx="6376415" cy="57952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19830" y="189509"/>
            <a:ext cx="8464550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0" spc="160" dirty="0">
                <a:solidFill>
                  <a:srgbClr val="0F91FB"/>
                </a:solidFill>
                <a:latin typeface="Tahoma"/>
                <a:cs typeface="Tahoma"/>
              </a:rPr>
              <a:t>РАЗРАБОТКА</a:t>
            </a:r>
            <a:r>
              <a:rPr sz="2900" b="0" spc="-11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40" dirty="0">
                <a:solidFill>
                  <a:srgbClr val="0F91FB"/>
                </a:solidFill>
                <a:latin typeface="Tahoma"/>
                <a:cs typeface="Tahoma"/>
              </a:rPr>
              <a:t>ИНФРАСТРУКТУРНОГО</a:t>
            </a:r>
            <a:r>
              <a:rPr sz="2900" b="0" spc="-15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4" dirty="0">
                <a:solidFill>
                  <a:srgbClr val="0F91FB"/>
                </a:solidFill>
                <a:latin typeface="Tahoma"/>
                <a:cs typeface="Tahoma"/>
              </a:rPr>
              <a:t>ПРОЕКТА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4513" y="939576"/>
            <a:ext cx="4353560" cy="487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576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latin typeface="Lucida Sans Unicode"/>
                <a:cs typeface="Lucida Sans Unicode"/>
              </a:rPr>
              <a:t>Р</a:t>
            </a:r>
            <a:r>
              <a:rPr sz="1800" spc="5" dirty="0">
                <a:latin typeface="Lucida Sans Unicode"/>
                <a:cs typeface="Lucida Sans Unicode"/>
              </a:rPr>
              <a:t>а</a:t>
            </a:r>
            <a:r>
              <a:rPr sz="1800" spc="10" dirty="0">
                <a:latin typeface="Lucida Sans Unicode"/>
                <a:cs typeface="Lucida Sans Unicode"/>
              </a:rPr>
              <a:t>б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40" dirty="0">
                <a:latin typeface="Lucida Sans Unicode"/>
                <a:cs typeface="Lucida Sans Unicode"/>
              </a:rPr>
              <a:t>т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Зак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5" dirty="0">
                <a:latin typeface="Lucida Sans Unicode"/>
                <a:cs typeface="Lucida Sans Unicode"/>
              </a:rPr>
              <a:t>з</a:t>
            </a:r>
            <a:r>
              <a:rPr sz="1800" spc="160" dirty="0">
                <a:latin typeface="Lucida Sans Unicode"/>
                <a:cs typeface="Lucida Sans Unicode"/>
              </a:rPr>
              <a:t>ч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-20" dirty="0">
                <a:latin typeface="Lucida Sans Unicode"/>
                <a:cs typeface="Lucida Sans Unicode"/>
              </a:rPr>
              <a:t>ко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-90" dirty="0">
                <a:latin typeface="Lucida Sans Unicode"/>
                <a:cs typeface="Lucida Sans Unicode"/>
              </a:rPr>
              <a:t>,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90" dirty="0">
                <a:latin typeface="Lucida Sans Unicode"/>
                <a:cs typeface="Lucida Sans Unicode"/>
              </a:rPr>
              <a:t>д</a:t>
            </a:r>
            <a:r>
              <a:rPr sz="1800" spc="-70" dirty="0">
                <a:latin typeface="Lucida Sans Unicode"/>
                <a:cs typeface="Lucida Sans Unicode"/>
              </a:rPr>
              <a:t>е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5" dirty="0">
                <a:latin typeface="Lucida Sans Unicode"/>
                <a:cs typeface="Lucida Sans Unicode"/>
              </a:rPr>
              <a:t>е  </a:t>
            </a:r>
            <a:r>
              <a:rPr sz="1800" spc="-70" dirty="0">
                <a:latin typeface="Lucida Sans Unicode"/>
                <a:cs typeface="Lucida Sans Unicode"/>
              </a:rPr>
              <a:t>ц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5" dirty="0">
                <a:latin typeface="Lucida Sans Unicode"/>
                <a:cs typeface="Lucida Sans Unicode"/>
              </a:rPr>
              <a:t>ле</a:t>
            </a:r>
            <a:r>
              <a:rPr sz="1800" spc="15" dirty="0">
                <a:latin typeface="Lucida Sans Unicode"/>
                <a:cs typeface="Lucida Sans Unicode"/>
              </a:rPr>
              <a:t>й</a:t>
            </a:r>
            <a:r>
              <a:rPr sz="1800" spc="-90" dirty="0">
                <a:latin typeface="Lucida Sans Unicode"/>
                <a:cs typeface="Lucida Sans Unicode"/>
              </a:rPr>
              <a:t>,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к</a:t>
            </a:r>
            <a:r>
              <a:rPr sz="1800" spc="-30" dirty="0">
                <a:latin typeface="Lucida Sans Unicode"/>
                <a:cs typeface="Lucida Sans Unicode"/>
              </a:rPr>
              <a:t>от</a:t>
            </a:r>
            <a:r>
              <a:rPr sz="1800" spc="-25" dirty="0">
                <a:latin typeface="Lucida Sans Unicode"/>
                <a:cs typeface="Lucida Sans Unicode"/>
              </a:rPr>
              <a:t>о</a:t>
            </a:r>
            <a:r>
              <a:rPr sz="1800" spc="-30" dirty="0">
                <a:latin typeface="Lucida Sans Unicode"/>
                <a:cs typeface="Lucida Sans Unicode"/>
              </a:rPr>
              <a:t>р</a:t>
            </a:r>
            <a:r>
              <a:rPr sz="1800" spc="55" dirty="0">
                <a:latin typeface="Lucida Sans Unicode"/>
                <a:cs typeface="Lucida Sans Unicode"/>
              </a:rPr>
              <a:t>ые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dirty="0">
                <a:latin typeface="Lucida Sans Unicode"/>
                <a:cs typeface="Lucida Sans Unicode"/>
              </a:rPr>
              <a:t>ол</a:t>
            </a:r>
            <a:r>
              <a:rPr sz="1800" spc="-10" dirty="0">
                <a:latin typeface="Lucida Sans Unicode"/>
                <a:cs typeface="Lucida Sans Unicode"/>
              </a:rPr>
              <a:t>ж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35" dirty="0">
                <a:latin typeface="Lucida Sans Unicode"/>
                <a:cs typeface="Lucida Sans Unicode"/>
              </a:rPr>
              <a:t>ы</a:t>
            </a:r>
            <a:r>
              <a:rPr sz="1800" spc="20" dirty="0">
                <a:latin typeface="Lucida Sans Unicode"/>
                <a:cs typeface="Lucida Sans Unicode"/>
              </a:rPr>
              <a:t>т</a:t>
            </a:r>
            <a:r>
              <a:rPr sz="1800" spc="114" dirty="0">
                <a:latin typeface="Lucida Sans Unicode"/>
                <a:cs typeface="Lucida Sans Unicode"/>
              </a:rPr>
              <a:t>ь  </a:t>
            </a:r>
            <a:r>
              <a:rPr sz="1800" spc="-35" dirty="0">
                <a:latin typeface="Lucida Sans Unicode"/>
                <a:cs typeface="Lucida Sans Unicode"/>
              </a:rPr>
              <a:t>достигнуты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рамках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проекта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Lucida Sans Unicode"/>
              <a:cs typeface="Lucida Sans Unicode"/>
            </a:endParaRPr>
          </a:p>
          <a:p>
            <a:pPr marL="12700" marR="780415">
              <a:lnSpc>
                <a:spcPct val="100000"/>
              </a:lnSpc>
            </a:pPr>
            <a:r>
              <a:rPr sz="1800" spc="-10" dirty="0">
                <a:latin typeface="Lucida Sans Unicode"/>
                <a:cs typeface="Lucida Sans Unicode"/>
              </a:rPr>
              <a:t>Оценка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45" dirty="0">
                <a:latin typeface="Lucida Sans Unicode"/>
                <a:cs typeface="Lucida Sans Unicode"/>
              </a:rPr>
              <a:t>объема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работ,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которые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10" dirty="0">
                <a:latin typeface="Lucida Sans Unicode"/>
                <a:cs typeface="Lucida Sans Unicode"/>
              </a:rPr>
              <a:t>об</a:t>
            </a:r>
            <a:r>
              <a:rPr sz="1800" spc="-160" dirty="0">
                <a:latin typeface="Lucida Sans Unicode"/>
                <a:cs typeface="Lucida Sans Unicode"/>
              </a:rPr>
              <a:t>х</a:t>
            </a:r>
            <a:r>
              <a:rPr sz="1800" spc="-90" dirty="0">
                <a:latin typeface="Lucida Sans Unicode"/>
                <a:cs typeface="Lucida Sans Unicode"/>
              </a:rPr>
              <a:t>о</a:t>
            </a:r>
            <a:r>
              <a:rPr sz="1800" spc="-100" dirty="0">
                <a:latin typeface="Lucida Sans Unicode"/>
                <a:cs typeface="Lucida Sans Unicode"/>
              </a:rPr>
              <a:t>д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85" dirty="0">
                <a:latin typeface="Lucida Sans Unicode"/>
                <a:cs typeface="Lucida Sans Unicode"/>
              </a:rPr>
              <a:t>в</a:t>
            </a:r>
            <a:r>
              <a:rPr sz="1800" spc="45" dirty="0">
                <a:latin typeface="Lucida Sans Unicode"/>
                <a:cs typeface="Lucida Sans Unicode"/>
              </a:rPr>
              <a:t>ып</a:t>
            </a:r>
            <a:r>
              <a:rPr sz="1800" spc="-5" dirty="0">
                <a:latin typeface="Lucida Sans Unicode"/>
                <a:cs typeface="Lucida Sans Unicode"/>
              </a:rPr>
              <a:t>ол</a:t>
            </a:r>
            <a:r>
              <a:rPr sz="1800" dirty="0">
                <a:latin typeface="Lucida Sans Unicode"/>
                <a:cs typeface="Lucida Sans Unicode"/>
              </a:rPr>
              <a:t>н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-40" dirty="0">
                <a:latin typeface="Lucida Sans Unicode"/>
                <a:cs typeface="Lucida Sans Unicode"/>
              </a:rPr>
              <a:t>т</a:t>
            </a:r>
            <a:r>
              <a:rPr sz="1800" spc="155" dirty="0">
                <a:latin typeface="Lucida Sans Unicode"/>
                <a:cs typeface="Lucida Sans Unicode"/>
              </a:rPr>
              <a:t>ь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еа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10" dirty="0">
                <a:latin typeface="Lucida Sans Unicode"/>
                <a:cs typeface="Lucida Sans Unicode"/>
              </a:rPr>
              <a:t>из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70" dirty="0">
                <a:latin typeface="Lucida Sans Unicode"/>
                <a:cs typeface="Lucida Sans Unicode"/>
              </a:rPr>
              <a:t>ц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75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20" dirty="0">
                <a:latin typeface="Lucida Sans Unicode"/>
                <a:cs typeface="Lucida Sans Unicode"/>
              </a:rPr>
              <a:t>кта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Lucida Sans Unicode"/>
              <a:cs typeface="Lucida Sans Unicode"/>
            </a:endParaRPr>
          </a:p>
          <a:p>
            <a:pPr marL="12700" marR="1173480">
              <a:lnSpc>
                <a:spcPct val="100000"/>
              </a:lnSpc>
            </a:pP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15" dirty="0">
                <a:latin typeface="Lucida Sans Unicode"/>
                <a:cs typeface="Lucida Sans Unicode"/>
              </a:rPr>
              <a:t>п</a:t>
            </a:r>
            <a:r>
              <a:rPr sz="1800" spc="-25" dirty="0">
                <a:latin typeface="Lucida Sans Unicode"/>
                <a:cs typeface="Lucida Sans Unicode"/>
              </a:rPr>
              <a:t>р</a:t>
            </a:r>
            <a:r>
              <a:rPr sz="1800" spc="-65" dirty="0">
                <a:latin typeface="Lucida Sans Unicode"/>
                <a:cs typeface="Lucida Sans Unicode"/>
              </a:rPr>
              <a:t>е</a:t>
            </a:r>
            <a:r>
              <a:rPr sz="1800" spc="-90" dirty="0">
                <a:latin typeface="Lucida Sans Unicode"/>
                <a:cs typeface="Lucida Sans Unicode"/>
              </a:rPr>
              <a:t>д</a:t>
            </a:r>
            <a:r>
              <a:rPr sz="1800" dirty="0">
                <a:latin typeface="Lucida Sans Unicode"/>
                <a:cs typeface="Lucida Sans Unicode"/>
              </a:rPr>
              <a:t>е</a:t>
            </a:r>
            <a:r>
              <a:rPr sz="1800" spc="-5" dirty="0">
                <a:latin typeface="Lucida Sans Unicode"/>
                <a:cs typeface="Lucida Sans Unicode"/>
              </a:rPr>
              <a:t>л</a:t>
            </a:r>
            <a:r>
              <a:rPr sz="1800" spc="25" dirty="0">
                <a:latin typeface="Lucida Sans Unicode"/>
                <a:cs typeface="Lucida Sans Unicode"/>
              </a:rPr>
              <a:t>ен</a:t>
            </a:r>
            <a:r>
              <a:rPr sz="1800" spc="10" dirty="0">
                <a:latin typeface="Lucida Sans Unicode"/>
                <a:cs typeface="Lucida Sans Unicode"/>
              </a:rPr>
              <a:t>ие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20" dirty="0">
                <a:latin typeface="Lucida Sans Unicode"/>
                <a:cs typeface="Lucida Sans Unicode"/>
              </a:rPr>
              <a:t>е</a:t>
            </a:r>
            <a:r>
              <a:rPr sz="1800" spc="-25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у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80" dirty="0">
                <a:latin typeface="Lucida Sans Unicode"/>
                <a:cs typeface="Lucida Sans Unicode"/>
              </a:rPr>
              <a:t>в</a:t>
            </a:r>
            <a:r>
              <a:rPr sz="1800" spc="-90" dirty="0">
                <a:latin typeface="Lucida Sans Unicode"/>
                <a:cs typeface="Lucida Sans Unicode"/>
              </a:rPr>
              <a:t>,  </a:t>
            </a:r>
            <a:r>
              <a:rPr sz="1800" spc="-40" dirty="0">
                <a:latin typeface="Lucida Sans Unicode"/>
                <a:cs typeface="Lucida Sans Unicode"/>
              </a:rPr>
              <a:t>тр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-20" dirty="0">
                <a:latin typeface="Lucida Sans Unicode"/>
                <a:cs typeface="Lucida Sans Unicode"/>
              </a:rPr>
              <a:t>у</a:t>
            </a:r>
            <a:r>
              <a:rPr sz="1800" spc="-10" dirty="0">
                <a:latin typeface="Lucida Sans Unicode"/>
                <a:cs typeface="Lucida Sans Unicode"/>
              </a:rPr>
              <a:t>е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r>
              <a:rPr sz="1800" spc="-155" dirty="0">
                <a:latin typeface="Lucida Sans Unicode"/>
                <a:cs typeface="Lucida Sans Unicode"/>
              </a:rPr>
              <a:t>х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35" dirty="0">
                <a:latin typeface="Lucida Sans Unicode"/>
                <a:cs typeface="Lucida Sans Unicode"/>
              </a:rPr>
              <a:t>ля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85" dirty="0">
                <a:latin typeface="Lucida Sans Unicode"/>
                <a:cs typeface="Lucida Sans Unicode"/>
              </a:rPr>
              <a:t>в</a:t>
            </a:r>
            <a:r>
              <a:rPr sz="1800" spc="45" dirty="0">
                <a:latin typeface="Lucida Sans Unicode"/>
                <a:cs typeface="Lucida Sans Unicode"/>
              </a:rPr>
              <a:t>ып</a:t>
            </a:r>
            <a:r>
              <a:rPr sz="1800" spc="-5" dirty="0">
                <a:latin typeface="Lucida Sans Unicode"/>
                <a:cs typeface="Lucida Sans Unicode"/>
              </a:rPr>
              <a:t>ол</a:t>
            </a:r>
            <a:r>
              <a:rPr sz="1800" dirty="0">
                <a:latin typeface="Lucida Sans Unicode"/>
                <a:cs typeface="Lucida Sans Unicode"/>
              </a:rPr>
              <a:t>н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65" dirty="0">
                <a:latin typeface="Lucida Sans Unicode"/>
                <a:cs typeface="Lucida Sans Unicode"/>
              </a:rPr>
              <a:t>я  </a:t>
            </a:r>
            <a:r>
              <a:rPr sz="1800" spc="-15" dirty="0">
                <a:latin typeface="Lucida Sans Unicode"/>
                <a:cs typeface="Lucida Sans Unicode"/>
              </a:rPr>
              <a:t>проекта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15" dirty="0">
                <a:latin typeface="Lucida Sans Unicode"/>
                <a:cs typeface="Lucida Sans Unicode"/>
              </a:rPr>
              <a:t>п</a:t>
            </a:r>
            <a:r>
              <a:rPr sz="1800" spc="-25" dirty="0">
                <a:latin typeface="Lucida Sans Unicode"/>
                <a:cs typeface="Lucida Sans Unicode"/>
              </a:rPr>
              <a:t>р</a:t>
            </a:r>
            <a:r>
              <a:rPr sz="1800" spc="-65" dirty="0">
                <a:latin typeface="Lucida Sans Unicode"/>
                <a:cs typeface="Lucida Sans Unicode"/>
              </a:rPr>
              <a:t>е</a:t>
            </a:r>
            <a:r>
              <a:rPr sz="1800" spc="-90" dirty="0">
                <a:latin typeface="Lucida Sans Unicode"/>
                <a:cs typeface="Lucida Sans Unicode"/>
              </a:rPr>
              <a:t>д</a:t>
            </a:r>
            <a:r>
              <a:rPr sz="1800" dirty="0">
                <a:latin typeface="Lucida Sans Unicode"/>
                <a:cs typeface="Lucida Sans Unicode"/>
              </a:rPr>
              <a:t>е</a:t>
            </a:r>
            <a:r>
              <a:rPr sz="1800" spc="-5" dirty="0">
                <a:latin typeface="Lucida Sans Unicode"/>
                <a:cs typeface="Lucida Sans Unicode"/>
              </a:rPr>
              <a:t>л</a:t>
            </a:r>
            <a:r>
              <a:rPr sz="1800" spc="25" dirty="0">
                <a:latin typeface="Lucida Sans Unicode"/>
                <a:cs typeface="Lucida Sans Unicode"/>
              </a:rPr>
              <a:t>ен</a:t>
            </a:r>
            <a:r>
              <a:rPr sz="1800" spc="10" dirty="0">
                <a:latin typeface="Lucida Sans Unicode"/>
                <a:cs typeface="Lucida Sans Unicode"/>
              </a:rPr>
              <a:t>ие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30" dirty="0">
                <a:latin typeface="Lucida Sans Unicode"/>
                <a:cs typeface="Lucida Sans Unicode"/>
              </a:rPr>
              <a:t>ю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30" dirty="0">
                <a:latin typeface="Lucida Sans Unicode"/>
                <a:cs typeface="Lucida Sans Unicode"/>
              </a:rPr>
              <a:t>ж</a:t>
            </a:r>
            <a:r>
              <a:rPr sz="1800" spc="-10" dirty="0">
                <a:latin typeface="Lucida Sans Unicode"/>
                <a:cs typeface="Lucida Sans Unicode"/>
              </a:rPr>
              <a:t>е</a:t>
            </a:r>
            <a:r>
              <a:rPr sz="1800" spc="-15" dirty="0">
                <a:latin typeface="Lucida Sans Unicode"/>
                <a:cs typeface="Lucida Sans Unicode"/>
              </a:rPr>
              <a:t>т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90" dirty="0">
                <a:latin typeface="Lucida Sans Unicode"/>
                <a:cs typeface="Lucida Sans Unicode"/>
              </a:rPr>
              <a:t>,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85" dirty="0">
                <a:latin typeface="Lucida Sans Unicode"/>
                <a:cs typeface="Lucida Sans Unicode"/>
              </a:rPr>
              <a:t>в</a:t>
            </a:r>
            <a:r>
              <a:rPr sz="1800" spc="-20" dirty="0">
                <a:latin typeface="Lucida Sans Unicode"/>
                <a:cs typeface="Lucida Sans Unicode"/>
              </a:rPr>
              <a:t>кл</a:t>
            </a:r>
            <a:r>
              <a:rPr sz="1800" spc="30" dirty="0">
                <a:latin typeface="Lucida Sans Unicode"/>
                <a:cs typeface="Lucida Sans Unicode"/>
              </a:rPr>
              <a:t>ю</a:t>
            </a:r>
            <a:r>
              <a:rPr sz="1800" spc="160" dirty="0">
                <a:latin typeface="Lucida Sans Unicode"/>
                <a:cs typeface="Lucida Sans Unicode"/>
              </a:rPr>
              <a:t>ч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30" dirty="0">
                <a:latin typeface="Lucida Sans Unicode"/>
                <a:cs typeface="Lucida Sans Unicode"/>
              </a:rPr>
              <a:t>ю</a:t>
            </a:r>
            <a:r>
              <a:rPr sz="1800" spc="35" dirty="0">
                <a:latin typeface="Lucida Sans Unicode"/>
                <a:cs typeface="Lucida Sans Unicode"/>
              </a:rPr>
              <a:t>щ</a:t>
            </a:r>
            <a:r>
              <a:rPr sz="1800" spc="-50" dirty="0">
                <a:latin typeface="Lucida Sans Unicode"/>
                <a:cs typeface="Lucida Sans Unicode"/>
              </a:rPr>
              <a:t>ег</a:t>
            </a:r>
            <a:r>
              <a:rPr sz="1800" spc="-15" dirty="0">
                <a:latin typeface="Lucida Sans Unicode"/>
                <a:cs typeface="Lucida Sans Unicode"/>
              </a:rPr>
              <a:t>о  </a:t>
            </a:r>
            <a:r>
              <a:rPr sz="1800" spc="90" dirty="0">
                <a:latin typeface="Lucida Sans Unicode"/>
                <a:cs typeface="Lucida Sans Unicode"/>
              </a:rPr>
              <a:t>в </a:t>
            </a:r>
            <a:r>
              <a:rPr sz="1800" spc="10" dirty="0">
                <a:latin typeface="Lucida Sans Unicode"/>
                <a:cs typeface="Lucida Sans Unicode"/>
              </a:rPr>
              <a:t>себя </a:t>
            </a:r>
            <a:r>
              <a:rPr sz="1800" dirty="0">
                <a:latin typeface="Lucida Sans Unicode"/>
                <a:cs typeface="Lucida Sans Unicode"/>
              </a:rPr>
              <a:t>затраты </a:t>
            </a:r>
            <a:r>
              <a:rPr sz="1800" spc="15" dirty="0">
                <a:latin typeface="Lucida Sans Unicode"/>
                <a:cs typeface="Lucida Sans Unicode"/>
              </a:rPr>
              <a:t>на </a:t>
            </a:r>
            <a:r>
              <a:rPr sz="1800" spc="-20" dirty="0">
                <a:latin typeface="Lucida Sans Unicode"/>
                <a:cs typeface="Lucida Sans Unicode"/>
              </a:rPr>
              <a:t>оборудование, 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программное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обеспечение,</a:t>
            </a:r>
            <a:r>
              <a:rPr sz="1800" spc="-14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персонал,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40" dirty="0">
                <a:latin typeface="Lucida Sans Unicode"/>
                <a:cs typeface="Lucida Sans Unicode"/>
              </a:rPr>
              <a:t>ен</a:t>
            </a:r>
            <a:r>
              <a:rPr sz="1800" spc="-55" dirty="0">
                <a:latin typeface="Lucida Sans Unicode"/>
                <a:cs typeface="Lucida Sans Unicode"/>
              </a:rPr>
              <a:t>д</a:t>
            </a:r>
            <a:r>
              <a:rPr sz="1800" spc="-30" dirty="0">
                <a:latin typeface="Lucida Sans Unicode"/>
                <a:cs typeface="Lucida Sans Unicode"/>
              </a:rPr>
              <a:t>у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п</a:t>
            </a:r>
            <a:r>
              <a:rPr sz="1800" spc="-15" dirty="0">
                <a:latin typeface="Lucida Sans Unicode"/>
                <a:cs typeface="Lucida Sans Unicode"/>
              </a:rPr>
              <a:t>о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20" dirty="0">
                <a:latin typeface="Lucida Sans Unicode"/>
                <a:cs typeface="Lucida Sans Unicode"/>
              </a:rPr>
              <a:t>е</a:t>
            </a:r>
            <a:r>
              <a:rPr sz="1800" spc="30" dirty="0">
                <a:latin typeface="Lucida Sans Unicode"/>
                <a:cs typeface="Lucida Sans Unicode"/>
              </a:rPr>
              <a:t>щ</a:t>
            </a:r>
            <a:r>
              <a:rPr sz="1800" spc="25" dirty="0">
                <a:latin typeface="Lucida Sans Unicode"/>
                <a:cs typeface="Lucida Sans Unicode"/>
              </a:rPr>
              <a:t>ен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й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40" dirty="0">
                <a:latin typeface="Lucida Sans Unicode"/>
                <a:cs typeface="Lucida Sans Unicode"/>
              </a:rPr>
              <a:t>у</a:t>
            </a:r>
            <a:r>
              <a:rPr sz="1800" spc="-114" dirty="0">
                <a:latin typeface="Lucida Sans Unicode"/>
                <a:cs typeface="Lucida Sans Unicode"/>
              </a:rPr>
              <a:t>г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160" dirty="0">
                <a:latin typeface="Lucida Sans Unicode"/>
                <a:cs typeface="Lucida Sans Unicode"/>
              </a:rPr>
              <a:t>х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0107" y="926089"/>
            <a:ext cx="5619115" cy="516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790" marR="12553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Проведение </a:t>
            </a:r>
            <a:r>
              <a:rPr sz="1800" spc="-35" dirty="0">
                <a:latin typeface="Lucida Sans Unicode"/>
                <a:cs typeface="Lucida Sans Unicode"/>
              </a:rPr>
              <a:t>аудита </a:t>
            </a:r>
            <a:r>
              <a:rPr sz="1800" spc="25" dirty="0">
                <a:latin typeface="Lucida Sans Unicode"/>
                <a:cs typeface="Lucida Sans Unicode"/>
              </a:rPr>
              <a:t>и </a:t>
            </a:r>
            <a:r>
              <a:rPr sz="1800" spc="5" dirty="0">
                <a:latin typeface="Lucida Sans Unicode"/>
                <a:cs typeface="Lucida Sans Unicode"/>
              </a:rPr>
              <a:t>анализа 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10" dirty="0">
                <a:latin typeface="Lucida Sans Unicode"/>
                <a:cs typeface="Lucida Sans Unicode"/>
              </a:rPr>
              <a:t>у</a:t>
            </a:r>
            <a:r>
              <a:rPr sz="1800" dirty="0">
                <a:latin typeface="Lucida Sans Unicode"/>
                <a:cs typeface="Lucida Sans Unicode"/>
              </a:rPr>
              <a:t>щ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5" dirty="0">
                <a:latin typeface="Lucida Sans Unicode"/>
                <a:cs typeface="Lucida Sans Unicode"/>
              </a:rPr>
              <a:t>твую</a:t>
            </a:r>
            <a:r>
              <a:rPr sz="1800" spc="25" dirty="0">
                <a:latin typeface="Lucida Sans Unicode"/>
                <a:cs typeface="Lucida Sans Unicode"/>
              </a:rPr>
              <a:t>щ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25" dirty="0">
                <a:latin typeface="Lucida Sans Unicode"/>
                <a:cs typeface="Lucida Sans Unicode"/>
              </a:rPr>
              <a:t>й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н</a:t>
            </a:r>
            <a:r>
              <a:rPr sz="1800" spc="-150" dirty="0">
                <a:latin typeface="Lucida Sans Unicode"/>
                <a:cs typeface="Lucida Sans Unicode"/>
              </a:rPr>
              <a:t>ф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5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тр</a:t>
            </a:r>
            <a:r>
              <a:rPr sz="1800" spc="-35" dirty="0">
                <a:latin typeface="Lucida Sans Unicode"/>
                <a:cs typeface="Lucida Sans Unicode"/>
              </a:rPr>
              <a:t>у</a:t>
            </a:r>
            <a:r>
              <a:rPr sz="1800" spc="-30" dirty="0">
                <a:latin typeface="Lucida Sans Unicode"/>
                <a:cs typeface="Lucida Sans Unicode"/>
              </a:rPr>
              <a:t>к</a:t>
            </a:r>
            <a:r>
              <a:rPr sz="1800" spc="-40" dirty="0">
                <a:latin typeface="Lucida Sans Unicode"/>
                <a:cs typeface="Lucida Sans Unicode"/>
              </a:rPr>
              <a:t>тур</a:t>
            </a:r>
            <a:r>
              <a:rPr sz="1800" spc="60" dirty="0">
                <a:latin typeface="Lucida Sans Unicode"/>
                <a:cs typeface="Lucida Sans Unicode"/>
              </a:rPr>
              <a:t>ы  </a:t>
            </a:r>
            <a:r>
              <a:rPr sz="1800" spc="25" dirty="0">
                <a:latin typeface="Lucida Sans Unicode"/>
                <a:cs typeface="Lucida Sans Unicode"/>
              </a:rPr>
              <a:t>Заказчика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Lucida Sans Unicode"/>
              <a:cs typeface="Lucida Sans Unicode"/>
            </a:endParaRPr>
          </a:p>
          <a:p>
            <a:pPr marL="732790" marR="5080">
              <a:lnSpc>
                <a:spcPct val="100000"/>
              </a:lnSpc>
            </a:pPr>
            <a:r>
              <a:rPr sz="1800" spc="-30" dirty="0">
                <a:latin typeface="Lucida Sans Unicode"/>
                <a:cs typeface="Lucida Sans Unicode"/>
              </a:rPr>
              <a:t>Создание </a:t>
            </a:r>
            <a:r>
              <a:rPr sz="1800" spc="5" dirty="0">
                <a:latin typeface="Lucida Sans Unicode"/>
                <a:cs typeface="Lucida Sans Unicode"/>
              </a:rPr>
              <a:t>плана </a:t>
            </a:r>
            <a:r>
              <a:rPr sz="1800" spc="-25" dirty="0">
                <a:latin typeface="Lucida Sans Unicode"/>
                <a:cs typeface="Lucida Sans Unicode"/>
              </a:rPr>
              <a:t>проекта, </a:t>
            </a:r>
            <a:r>
              <a:rPr sz="1800" spc="5" dirty="0">
                <a:latin typeface="Lucida Sans Unicode"/>
                <a:cs typeface="Lucida Sans Unicode"/>
              </a:rPr>
              <a:t>описывающего 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основные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этапы,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сроки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30" dirty="0">
                <a:latin typeface="Lucida Sans Unicode"/>
                <a:cs typeface="Lucida Sans Unicode"/>
              </a:rPr>
              <a:t>выполнения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работ,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распределение </a:t>
            </a:r>
            <a:r>
              <a:rPr sz="1800" spc="-5" dirty="0">
                <a:latin typeface="Lucida Sans Unicode"/>
                <a:cs typeface="Lucida Sans Unicode"/>
              </a:rPr>
              <a:t>обязанностей, </a:t>
            </a:r>
            <a:r>
              <a:rPr sz="1800" spc="5" dirty="0">
                <a:latin typeface="Lucida Sans Unicode"/>
                <a:cs typeface="Lucida Sans Unicode"/>
              </a:rPr>
              <a:t>требуемые 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ресурсы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(высокоуровневый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дизайн,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HLD)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Lucida Sans Unicode"/>
              <a:cs typeface="Lucida Sans Unicode"/>
            </a:endParaRPr>
          </a:p>
          <a:p>
            <a:pPr marL="732790">
              <a:lnSpc>
                <a:spcPct val="100000"/>
              </a:lnSpc>
            </a:pPr>
            <a:r>
              <a:rPr sz="1800" dirty="0">
                <a:latin typeface="Lucida Sans Unicode"/>
                <a:cs typeface="Lucida Sans Unicode"/>
              </a:rPr>
              <a:t>Разработка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подробной</a:t>
            </a:r>
            <a:endParaRPr sz="1800">
              <a:latin typeface="Lucida Sans Unicode"/>
              <a:cs typeface="Lucida Sans Unicode"/>
            </a:endParaRPr>
          </a:p>
          <a:p>
            <a:pPr marL="732790" marR="1414780" indent="-720725">
              <a:lnSpc>
                <a:spcPct val="100000"/>
              </a:lnSpc>
              <a:tabLst>
                <a:tab pos="301625" algn="l"/>
                <a:tab pos="732790" algn="l"/>
              </a:tabLst>
            </a:pPr>
            <a:r>
              <a:rPr sz="1800" u="heavy" dirty="0">
                <a:uFill>
                  <a:solidFill>
                    <a:srgbClr val="0F91FB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Lucida Sans Unicode"/>
                <a:cs typeface="Lucida Sans Unicode"/>
              </a:rPr>
              <a:t>спецификации </a:t>
            </a:r>
            <a:r>
              <a:rPr sz="1800" spc="-15" dirty="0">
                <a:latin typeface="Lucida Sans Unicode"/>
                <a:cs typeface="Lucida Sans Unicode"/>
              </a:rPr>
              <a:t>проекта 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(низкоуровневый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дизайн,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LLD)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Lucida Sans Unicode"/>
              <a:cs typeface="Lucida Sans Unicode"/>
            </a:endParaRPr>
          </a:p>
          <a:p>
            <a:pPr marL="732790" marR="556260" indent="-596265">
              <a:lnSpc>
                <a:spcPct val="100000"/>
              </a:lnSpc>
              <a:tabLst>
                <a:tab pos="732790" algn="l"/>
              </a:tabLst>
            </a:pPr>
            <a:r>
              <a:rPr sz="1800" u="heavy" dirty="0">
                <a:uFill>
                  <a:solidFill>
                    <a:srgbClr val="0F91FB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u="heavy" spc="-160" dirty="0">
                <a:uFill>
                  <a:solidFill>
                    <a:srgbClr val="0F91F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30" dirty="0">
                <a:latin typeface="Lucida Sans Unicode"/>
                <a:cs typeface="Lucida Sans Unicode"/>
              </a:rPr>
              <a:t>Подготовка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проектной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документации: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описание </a:t>
            </a:r>
            <a:r>
              <a:rPr sz="1800" spc="-25" dirty="0">
                <a:latin typeface="Lucida Sans Unicode"/>
                <a:cs typeface="Lucida Sans Unicode"/>
              </a:rPr>
              <a:t>проекта, </a:t>
            </a:r>
            <a:r>
              <a:rPr sz="1800" spc="-5" dirty="0">
                <a:latin typeface="Lucida Sans Unicode"/>
                <a:cs typeface="Lucida Sans Unicode"/>
              </a:rPr>
              <a:t>технические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спецификации, </a:t>
            </a:r>
            <a:r>
              <a:rPr sz="1800" spc="20" dirty="0">
                <a:latin typeface="Lucida Sans Unicode"/>
                <a:cs typeface="Lucida Sans Unicode"/>
              </a:rPr>
              <a:t>планы </a:t>
            </a:r>
            <a:r>
              <a:rPr sz="1800" spc="-5" dirty="0">
                <a:latin typeface="Lucida Sans Unicode"/>
                <a:cs typeface="Lucida Sans Unicode"/>
              </a:rPr>
              <a:t>установки </a:t>
            </a:r>
            <a:r>
              <a:rPr sz="1800" spc="25" dirty="0">
                <a:latin typeface="Lucida Sans Unicode"/>
                <a:cs typeface="Lucida Sans Unicode"/>
              </a:rPr>
              <a:t>и 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настройки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оборудования,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инструкции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35" dirty="0">
                <a:latin typeface="Lucida Sans Unicode"/>
                <a:cs typeface="Lucida Sans Unicode"/>
              </a:rPr>
              <a:t>ля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40" dirty="0">
                <a:latin typeface="Lucida Sans Unicode"/>
                <a:cs typeface="Lucida Sans Unicode"/>
              </a:rPr>
              <a:t>ол</a:t>
            </a:r>
            <a:r>
              <a:rPr sz="1800" spc="30" dirty="0">
                <a:latin typeface="Lucida Sans Unicode"/>
                <a:cs typeface="Lucida Sans Unicode"/>
              </a:rPr>
              <a:t>ь</a:t>
            </a:r>
            <a:r>
              <a:rPr sz="1800" spc="5" dirty="0">
                <a:latin typeface="Lucida Sans Unicode"/>
                <a:cs typeface="Lucida Sans Unicode"/>
              </a:rPr>
              <a:t>з</a:t>
            </a:r>
            <a:r>
              <a:rPr sz="1800" spc="40" dirty="0">
                <a:latin typeface="Lucida Sans Unicode"/>
                <a:cs typeface="Lucida Sans Unicode"/>
              </a:rPr>
              <a:t>о</a:t>
            </a:r>
            <a:r>
              <a:rPr sz="1800" spc="25" dirty="0">
                <a:latin typeface="Lucida Sans Unicode"/>
                <a:cs typeface="Lucida Sans Unicode"/>
              </a:rPr>
              <a:t>в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40" dirty="0">
                <a:latin typeface="Lucida Sans Unicode"/>
                <a:cs typeface="Lucida Sans Unicode"/>
              </a:rPr>
              <a:t>т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5" dirty="0">
                <a:latin typeface="Lucida Sans Unicode"/>
                <a:cs typeface="Lucida Sans Unicode"/>
              </a:rPr>
              <a:t>ле</a:t>
            </a:r>
            <a:r>
              <a:rPr sz="1800" spc="25" dirty="0">
                <a:latin typeface="Lucida Sans Unicode"/>
                <a:cs typeface="Lucida Sans Unicode"/>
              </a:rPr>
              <a:t>й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8632" y="1043901"/>
            <a:ext cx="590550" cy="590550"/>
            <a:chOff x="548632" y="1043901"/>
            <a:chExt cx="590550" cy="590550"/>
          </a:xfrm>
        </p:grpSpPr>
        <p:sp>
          <p:nvSpPr>
            <p:cNvPr id="15" name="object 15"/>
            <p:cNvSpPr/>
            <p:nvPr/>
          </p:nvSpPr>
          <p:spPr>
            <a:xfrm>
              <a:off x="639291" y="1191761"/>
              <a:ext cx="352425" cy="351790"/>
            </a:xfrm>
            <a:custGeom>
              <a:avLst/>
              <a:gdLst/>
              <a:ahLst/>
              <a:cxnLst/>
              <a:rect l="l" t="t" r="r" b="b"/>
              <a:pathLst>
                <a:path w="352425" h="351790">
                  <a:moveTo>
                    <a:pt x="352266" y="175814"/>
                  </a:moveTo>
                  <a:lnTo>
                    <a:pt x="345975" y="222553"/>
                  </a:lnTo>
                  <a:lnTo>
                    <a:pt x="328220" y="264552"/>
                  </a:lnTo>
                  <a:lnTo>
                    <a:pt x="300679" y="300134"/>
                  </a:lnTo>
                  <a:lnTo>
                    <a:pt x="265032" y="327625"/>
                  </a:lnTo>
                  <a:lnTo>
                    <a:pt x="222957" y="345348"/>
                  </a:lnTo>
                  <a:lnTo>
                    <a:pt x="176133" y="351628"/>
                  </a:lnTo>
                  <a:lnTo>
                    <a:pt x="129309" y="345348"/>
                  </a:lnTo>
                  <a:lnTo>
                    <a:pt x="87234" y="327625"/>
                  </a:lnTo>
                  <a:lnTo>
                    <a:pt x="51587" y="300134"/>
                  </a:lnTo>
                  <a:lnTo>
                    <a:pt x="24046" y="264552"/>
                  </a:lnTo>
                  <a:lnTo>
                    <a:pt x="6291" y="222553"/>
                  </a:lnTo>
                  <a:lnTo>
                    <a:pt x="0" y="175814"/>
                  </a:lnTo>
                  <a:lnTo>
                    <a:pt x="6291" y="129074"/>
                  </a:lnTo>
                  <a:lnTo>
                    <a:pt x="24046" y="87076"/>
                  </a:lnTo>
                  <a:lnTo>
                    <a:pt x="51587" y="51493"/>
                  </a:lnTo>
                  <a:lnTo>
                    <a:pt x="87234" y="24003"/>
                  </a:lnTo>
                  <a:lnTo>
                    <a:pt x="129309" y="6280"/>
                  </a:lnTo>
                  <a:lnTo>
                    <a:pt x="176133" y="0"/>
                  </a:lnTo>
                  <a:lnTo>
                    <a:pt x="222957" y="6280"/>
                  </a:lnTo>
                  <a:lnTo>
                    <a:pt x="265032" y="24003"/>
                  </a:lnTo>
                  <a:lnTo>
                    <a:pt x="300679" y="51493"/>
                  </a:lnTo>
                  <a:lnTo>
                    <a:pt x="328220" y="87076"/>
                  </a:lnTo>
                  <a:lnTo>
                    <a:pt x="345975" y="129074"/>
                  </a:lnTo>
                  <a:lnTo>
                    <a:pt x="352266" y="175814"/>
                  </a:lnTo>
                  <a:close/>
                </a:path>
                <a:path w="352425" h="351790">
                  <a:moveTo>
                    <a:pt x="352266" y="175814"/>
                  </a:moveTo>
                  <a:lnTo>
                    <a:pt x="345975" y="222553"/>
                  </a:lnTo>
                  <a:lnTo>
                    <a:pt x="328220" y="264552"/>
                  </a:lnTo>
                  <a:lnTo>
                    <a:pt x="300679" y="300134"/>
                  </a:lnTo>
                  <a:lnTo>
                    <a:pt x="265032" y="327625"/>
                  </a:lnTo>
                  <a:lnTo>
                    <a:pt x="222957" y="345348"/>
                  </a:lnTo>
                  <a:lnTo>
                    <a:pt x="176133" y="351628"/>
                  </a:lnTo>
                  <a:lnTo>
                    <a:pt x="129309" y="345348"/>
                  </a:lnTo>
                  <a:lnTo>
                    <a:pt x="87234" y="327625"/>
                  </a:lnTo>
                  <a:lnTo>
                    <a:pt x="51587" y="300134"/>
                  </a:lnTo>
                  <a:lnTo>
                    <a:pt x="24046" y="264552"/>
                  </a:lnTo>
                  <a:lnTo>
                    <a:pt x="6291" y="222553"/>
                  </a:lnTo>
                  <a:lnTo>
                    <a:pt x="0" y="175814"/>
                  </a:lnTo>
                  <a:lnTo>
                    <a:pt x="6291" y="129074"/>
                  </a:lnTo>
                  <a:lnTo>
                    <a:pt x="24046" y="87076"/>
                  </a:lnTo>
                  <a:lnTo>
                    <a:pt x="51587" y="51493"/>
                  </a:lnTo>
                  <a:lnTo>
                    <a:pt x="87234" y="24003"/>
                  </a:lnTo>
                  <a:lnTo>
                    <a:pt x="129309" y="6280"/>
                  </a:lnTo>
                  <a:lnTo>
                    <a:pt x="176133" y="0"/>
                  </a:lnTo>
                  <a:lnTo>
                    <a:pt x="222957" y="6280"/>
                  </a:lnTo>
                  <a:lnTo>
                    <a:pt x="265032" y="24003"/>
                  </a:lnTo>
                  <a:lnTo>
                    <a:pt x="300679" y="51493"/>
                  </a:lnTo>
                  <a:lnTo>
                    <a:pt x="328220" y="87076"/>
                  </a:lnTo>
                  <a:lnTo>
                    <a:pt x="345975" y="129074"/>
                  </a:lnTo>
                  <a:lnTo>
                    <a:pt x="352266" y="175814"/>
                  </a:lnTo>
                  <a:close/>
                </a:path>
              </a:pathLst>
            </a:custGeom>
            <a:ln w="1554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172" y="1270485"/>
              <a:ext cx="194505" cy="1941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6405" y="1109025"/>
              <a:ext cx="518159" cy="517525"/>
            </a:xfrm>
            <a:custGeom>
              <a:avLst/>
              <a:gdLst/>
              <a:ahLst/>
              <a:cxnLst/>
              <a:rect l="l" t="t" r="r" b="b"/>
              <a:pathLst>
                <a:path w="518159" h="517525">
                  <a:moveTo>
                    <a:pt x="518039" y="258550"/>
                  </a:moveTo>
                  <a:lnTo>
                    <a:pt x="513866" y="305025"/>
                  </a:lnTo>
                  <a:lnTo>
                    <a:pt x="501834" y="348767"/>
                  </a:lnTo>
                  <a:lnTo>
                    <a:pt x="482676" y="389046"/>
                  </a:lnTo>
                  <a:lnTo>
                    <a:pt x="457121" y="425131"/>
                  </a:lnTo>
                  <a:lnTo>
                    <a:pt x="425903" y="456293"/>
                  </a:lnTo>
                  <a:lnTo>
                    <a:pt x="389752" y="481801"/>
                  </a:lnTo>
                  <a:lnTo>
                    <a:pt x="349400" y="500925"/>
                  </a:lnTo>
                  <a:lnTo>
                    <a:pt x="305579" y="512934"/>
                  </a:lnTo>
                  <a:lnTo>
                    <a:pt x="259019" y="517100"/>
                  </a:lnTo>
                  <a:lnTo>
                    <a:pt x="212460" y="512934"/>
                  </a:lnTo>
                  <a:lnTo>
                    <a:pt x="168638" y="500925"/>
                  </a:lnTo>
                  <a:lnTo>
                    <a:pt x="128286" y="481801"/>
                  </a:lnTo>
                  <a:lnTo>
                    <a:pt x="92135" y="456293"/>
                  </a:lnTo>
                  <a:lnTo>
                    <a:pt x="60917" y="425131"/>
                  </a:lnTo>
                  <a:lnTo>
                    <a:pt x="35363" y="389046"/>
                  </a:lnTo>
                  <a:lnTo>
                    <a:pt x="16204" y="348767"/>
                  </a:lnTo>
                  <a:lnTo>
                    <a:pt x="4173" y="305025"/>
                  </a:lnTo>
                  <a:lnTo>
                    <a:pt x="0" y="258550"/>
                  </a:lnTo>
                  <a:lnTo>
                    <a:pt x="4173" y="212075"/>
                  </a:lnTo>
                  <a:lnTo>
                    <a:pt x="16204" y="168333"/>
                  </a:lnTo>
                  <a:lnTo>
                    <a:pt x="35363" y="128054"/>
                  </a:lnTo>
                  <a:lnTo>
                    <a:pt x="60917" y="91968"/>
                  </a:lnTo>
                  <a:lnTo>
                    <a:pt x="92135" y="60807"/>
                  </a:lnTo>
                  <a:lnTo>
                    <a:pt x="128286" y="35299"/>
                  </a:lnTo>
                  <a:lnTo>
                    <a:pt x="168638" y="16175"/>
                  </a:lnTo>
                  <a:lnTo>
                    <a:pt x="212460" y="4165"/>
                  </a:lnTo>
                  <a:lnTo>
                    <a:pt x="259019" y="0"/>
                  </a:lnTo>
                  <a:lnTo>
                    <a:pt x="305579" y="4165"/>
                  </a:lnTo>
                  <a:lnTo>
                    <a:pt x="349400" y="16175"/>
                  </a:lnTo>
                  <a:lnTo>
                    <a:pt x="389752" y="35299"/>
                  </a:lnTo>
                  <a:lnTo>
                    <a:pt x="425903" y="60807"/>
                  </a:lnTo>
                  <a:lnTo>
                    <a:pt x="457121" y="91968"/>
                  </a:lnTo>
                  <a:lnTo>
                    <a:pt x="482676" y="128054"/>
                  </a:lnTo>
                  <a:lnTo>
                    <a:pt x="501834" y="168333"/>
                  </a:lnTo>
                  <a:lnTo>
                    <a:pt x="513866" y="212075"/>
                  </a:lnTo>
                  <a:lnTo>
                    <a:pt x="518039" y="258550"/>
                  </a:lnTo>
                  <a:close/>
                </a:path>
              </a:pathLst>
            </a:custGeom>
            <a:ln w="1554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425" y="1093982"/>
              <a:ext cx="275590" cy="273685"/>
            </a:xfrm>
            <a:custGeom>
              <a:avLst/>
              <a:gdLst/>
              <a:ahLst/>
              <a:cxnLst/>
              <a:rect l="l" t="t" r="r" b="b"/>
              <a:pathLst>
                <a:path w="275590" h="273684">
                  <a:moveTo>
                    <a:pt x="0" y="273593"/>
                  </a:moveTo>
                  <a:lnTo>
                    <a:pt x="275031" y="0"/>
                  </a:lnTo>
                </a:path>
              </a:pathLst>
            </a:custGeom>
            <a:ln w="1554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693" y="1043901"/>
              <a:ext cx="121037" cy="1217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00355" y="13525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396" y="30085"/>
                  </a:moveTo>
                  <a:lnTo>
                    <a:pt x="6743" y="30085"/>
                  </a:lnTo>
                  <a:lnTo>
                    <a:pt x="0" y="23354"/>
                  </a:lnTo>
                  <a:lnTo>
                    <a:pt x="0" y="6731"/>
                  </a:lnTo>
                  <a:lnTo>
                    <a:pt x="6743" y="0"/>
                  </a:lnTo>
                  <a:lnTo>
                    <a:pt x="23396" y="0"/>
                  </a:lnTo>
                  <a:lnTo>
                    <a:pt x="30140" y="6731"/>
                  </a:lnTo>
                  <a:lnTo>
                    <a:pt x="30140" y="15042"/>
                  </a:lnTo>
                  <a:lnTo>
                    <a:pt x="30140" y="23354"/>
                  </a:lnTo>
                  <a:lnTo>
                    <a:pt x="23396" y="30085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0355" y="13525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140" y="15042"/>
                  </a:moveTo>
                  <a:lnTo>
                    <a:pt x="30140" y="23354"/>
                  </a:lnTo>
                  <a:lnTo>
                    <a:pt x="23396" y="30085"/>
                  </a:lnTo>
                  <a:lnTo>
                    <a:pt x="15070" y="30085"/>
                  </a:lnTo>
                  <a:lnTo>
                    <a:pt x="6743" y="30085"/>
                  </a:lnTo>
                  <a:lnTo>
                    <a:pt x="0" y="23354"/>
                  </a:lnTo>
                  <a:lnTo>
                    <a:pt x="0" y="15042"/>
                  </a:lnTo>
                  <a:lnTo>
                    <a:pt x="0" y="6731"/>
                  </a:lnTo>
                  <a:lnTo>
                    <a:pt x="6743" y="0"/>
                  </a:lnTo>
                  <a:lnTo>
                    <a:pt x="15070" y="0"/>
                  </a:lnTo>
                  <a:lnTo>
                    <a:pt x="23396" y="0"/>
                  </a:lnTo>
                  <a:lnTo>
                    <a:pt x="30140" y="6731"/>
                  </a:lnTo>
                  <a:lnTo>
                    <a:pt x="30140" y="15042"/>
                  </a:lnTo>
                  <a:close/>
                </a:path>
              </a:pathLst>
            </a:custGeom>
            <a:ln w="941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05659" y="3554414"/>
            <a:ext cx="475615" cy="575945"/>
            <a:chOff x="605659" y="3554414"/>
            <a:chExt cx="475615" cy="575945"/>
          </a:xfrm>
        </p:grpSpPr>
        <p:sp>
          <p:nvSpPr>
            <p:cNvPr id="23" name="object 23"/>
            <p:cNvSpPr/>
            <p:nvPr/>
          </p:nvSpPr>
          <p:spPr>
            <a:xfrm>
              <a:off x="613363" y="3562118"/>
              <a:ext cx="460375" cy="560705"/>
            </a:xfrm>
            <a:custGeom>
              <a:avLst/>
              <a:gdLst/>
              <a:ahLst/>
              <a:cxnLst/>
              <a:rect l="l" t="t" r="r" b="b"/>
              <a:pathLst>
                <a:path w="460375" h="560704">
                  <a:moveTo>
                    <a:pt x="172494" y="560122"/>
                  </a:moveTo>
                  <a:lnTo>
                    <a:pt x="360570" y="560122"/>
                  </a:lnTo>
                  <a:lnTo>
                    <a:pt x="366157" y="481574"/>
                  </a:lnTo>
                  <a:lnTo>
                    <a:pt x="370157" y="455332"/>
                  </a:lnTo>
                  <a:lnTo>
                    <a:pt x="377911" y="430143"/>
                  </a:lnTo>
                  <a:lnTo>
                    <a:pt x="389331" y="406357"/>
                  </a:lnTo>
                  <a:lnTo>
                    <a:pt x="404330" y="384324"/>
                  </a:lnTo>
                  <a:lnTo>
                    <a:pt x="438984" y="322169"/>
                  </a:lnTo>
                  <a:lnTo>
                    <a:pt x="455306" y="260190"/>
                  </a:lnTo>
                  <a:lnTo>
                    <a:pt x="460107" y="212588"/>
                  </a:lnTo>
                  <a:lnTo>
                    <a:pt x="460194" y="193564"/>
                  </a:lnTo>
                  <a:lnTo>
                    <a:pt x="454915" y="147510"/>
                  </a:lnTo>
                  <a:lnTo>
                    <a:pt x="439847" y="106118"/>
                  </a:lnTo>
                  <a:lnTo>
                    <a:pt x="416147" y="70271"/>
                  </a:lnTo>
                  <a:lnTo>
                    <a:pt x="384971" y="40852"/>
                  </a:lnTo>
                  <a:lnTo>
                    <a:pt x="347476" y="18745"/>
                  </a:lnTo>
                  <a:lnTo>
                    <a:pt x="304817" y="4833"/>
                  </a:lnTo>
                  <a:lnTo>
                    <a:pt x="258153" y="0"/>
                  </a:lnTo>
                  <a:lnTo>
                    <a:pt x="210457" y="3720"/>
                  </a:lnTo>
                  <a:lnTo>
                    <a:pt x="168130" y="14683"/>
                  </a:lnTo>
                  <a:lnTo>
                    <a:pt x="131477" y="32595"/>
                  </a:lnTo>
                  <a:lnTo>
                    <a:pt x="100802" y="57157"/>
                  </a:lnTo>
                  <a:lnTo>
                    <a:pt x="76413" y="88076"/>
                  </a:lnTo>
                  <a:lnTo>
                    <a:pt x="58613" y="125054"/>
                  </a:lnTo>
                  <a:lnTo>
                    <a:pt x="47709" y="167796"/>
                  </a:lnTo>
                  <a:lnTo>
                    <a:pt x="44007" y="216006"/>
                  </a:lnTo>
                  <a:lnTo>
                    <a:pt x="1178" y="341309"/>
                  </a:lnTo>
                  <a:lnTo>
                    <a:pt x="0" y="350236"/>
                  </a:lnTo>
                  <a:lnTo>
                    <a:pt x="2924" y="358024"/>
                  </a:lnTo>
                  <a:lnTo>
                    <a:pt x="9165" y="363532"/>
                  </a:lnTo>
                  <a:lnTo>
                    <a:pt x="17937" y="365622"/>
                  </a:lnTo>
                  <a:lnTo>
                    <a:pt x="62628" y="365622"/>
                  </a:lnTo>
                  <a:lnTo>
                    <a:pt x="77525" y="461001"/>
                  </a:lnTo>
                  <a:lnTo>
                    <a:pt x="81424" y="471945"/>
                  </a:lnTo>
                  <a:lnTo>
                    <a:pt x="88466" y="480522"/>
                  </a:lnTo>
                  <a:lnTo>
                    <a:pt x="97951" y="486117"/>
                  </a:lnTo>
                  <a:lnTo>
                    <a:pt x="109182" y="488119"/>
                  </a:lnTo>
                  <a:lnTo>
                    <a:pt x="173425" y="488119"/>
                  </a:lnTo>
                  <a:lnTo>
                    <a:pt x="172494" y="560122"/>
                  </a:lnTo>
                  <a:close/>
                </a:path>
              </a:pathLst>
            </a:custGeom>
            <a:ln w="15408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341" y="3642534"/>
              <a:ext cx="237040" cy="26954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49972" y="2240003"/>
            <a:ext cx="580390" cy="577850"/>
            <a:chOff x="549972" y="2240003"/>
            <a:chExt cx="580390" cy="577850"/>
          </a:xfrm>
        </p:grpSpPr>
        <p:sp>
          <p:nvSpPr>
            <p:cNvPr id="26" name="object 26"/>
            <p:cNvSpPr/>
            <p:nvPr/>
          </p:nvSpPr>
          <p:spPr>
            <a:xfrm>
              <a:off x="558787" y="2248818"/>
              <a:ext cx="562610" cy="560705"/>
            </a:xfrm>
            <a:custGeom>
              <a:avLst/>
              <a:gdLst/>
              <a:ahLst/>
              <a:cxnLst/>
              <a:rect l="l" t="t" r="r" b="b"/>
              <a:pathLst>
                <a:path w="562610" h="560705">
                  <a:moveTo>
                    <a:pt x="562593" y="280064"/>
                  </a:moveTo>
                  <a:lnTo>
                    <a:pt x="558912" y="325492"/>
                  </a:lnTo>
                  <a:lnTo>
                    <a:pt x="548253" y="368586"/>
                  </a:lnTo>
                  <a:lnTo>
                    <a:pt x="531195" y="408770"/>
                  </a:lnTo>
                  <a:lnTo>
                    <a:pt x="508319" y="445466"/>
                  </a:lnTo>
                  <a:lnTo>
                    <a:pt x="480203" y="478100"/>
                  </a:lnTo>
                  <a:lnTo>
                    <a:pt x="447426" y="506093"/>
                  </a:lnTo>
                  <a:lnTo>
                    <a:pt x="410568" y="528869"/>
                  </a:lnTo>
                  <a:lnTo>
                    <a:pt x="370208" y="545851"/>
                  </a:lnTo>
                  <a:lnTo>
                    <a:pt x="326924" y="556463"/>
                  </a:lnTo>
                  <a:lnTo>
                    <a:pt x="281296" y="560129"/>
                  </a:lnTo>
                  <a:lnTo>
                    <a:pt x="235669" y="556463"/>
                  </a:lnTo>
                  <a:lnTo>
                    <a:pt x="192385" y="545851"/>
                  </a:lnTo>
                  <a:lnTo>
                    <a:pt x="152025" y="528869"/>
                  </a:lnTo>
                  <a:lnTo>
                    <a:pt x="115167" y="506093"/>
                  </a:lnTo>
                  <a:lnTo>
                    <a:pt x="82390" y="478100"/>
                  </a:lnTo>
                  <a:lnTo>
                    <a:pt x="54274" y="445466"/>
                  </a:lnTo>
                  <a:lnTo>
                    <a:pt x="31398" y="408770"/>
                  </a:lnTo>
                  <a:lnTo>
                    <a:pt x="14340" y="368586"/>
                  </a:lnTo>
                  <a:lnTo>
                    <a:pt x="3681" y="325492"/>
                  </a:lnTo>
                  <a:lnTo>
                    <a:pt x="0" y="280064"/>
                  </a:lnTo>
                  <a:lnTo>
                    <a:pt x="3681" y="234637"/>
                  </a:lnTo>
                  <a:lnTo>
                    <a:pt x="14340" y="191543"/>
                  </a:lnTo>
                  <a:lnTo>
                    <a:pt x="31398" y="151359"/>
                  </a:lnTo>
                  <a:lnTo>
                    <a:pt x="54274" y="114662"/>
                  </a:lnTo>
                  <a:lnTo>
                    <a:pt x="82390" y="82029"/>
                  </a:lnTo>
                  <a:lnTo>
                    <a:pt x="115167" y="54036"/>
                  </a:lnTo>
                  <a:lnTo>
                    <a:pt x="152025" y="31260"/>
                  </a:lnTo>
                  <a:lnTo>
                    <a:pt x="192385" y="14277"/>
                  </a:lnTo>
                  <a:lnTo>
                    <a:pt x="235669" y="3665"/>
                  </a:lnTo>
                  <a:lnTo>
                    <a:pt x="281296" y="0"/>
                  </a:lnTo>
                  <a:lnTo>
                    <a:pt x="326924" y="3665"/>
                  </a:lnTo>
                  <a:lnTo>
                    <a:pt x="370208" y="14277"/>
                  </a:lnTo>
                  <a:lnTo>
                    <a:pt x="410568" y="31260"/>
                  </a:lnTo>
                  <a:lnTo>
                    <a:pt x="447426" y="54036"/>
                  </a:lnTo>
                  <a:lnTo>
                    <a:pt x="480203" y="82029"/>
                  </a:lnTo>
                  <a:lnTo>
                    <a:pt x="508319" y="114662"/>
                  </a:lnTo>
                  <a:lnTo>
                    <a:pt x="531195" y="151359"/>
                  </a:lnTo>
                  <a:lnTo>
                    <a:pt x="548253" y="191543"/>
                  </a:lnTo>
                  <a:lnTo>
                    <a:pt x="558912" y="234637"/>
                  </a:lnTo>
                  <a:lnTo>
                    <a:pt x="562593" y="280064"/>
                  </a:lnTo>
                  <a:close/>
                </a:path>
              </a:pathLst>
            </a:custGeom>
            <a:ln w="1763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1197" y="2300997"/>
              <a:ext cx="457834" cy="455930"/>
            </a:xfrm>
            <a:custGeom>
              <a:avLst/>
              <a:gdLst/>
              <a:ahLst/>
              <a:cxnLst/>
              <a:rect l="l" t="t" r="r" b="b"/>
              <a:pathLst>
                <a:path w="457834" h="455930">
                  <a:moveTo>
                    <a:pt x="457776" y="227885"/>
                  </a:moveTo>
                  <a:lnTo>
                    <a:pt x="453125" y="273812"/>
                  </a:lnTo>
                  <a:lnTo>
                    <a:pt x="439789" y="316589"/>
                  </a:lnTo>
                  <a:lnTo>
                    <a:pt x="418685" y="355298"/>
                  </a:lnTo>
                  <a:lnTo>
                    <a:pt x="390736" y="389025"/>
                  </a:lnTo>
                  <a:lnTo>
                    <a:pt x="356862" y="416851"/>
                  </a:lnTo>
                  <a:lnTo>
                    <a:pt x="317982" y="437862"/>
                  </a:lnTo>
                  <a:lnTo>
                    <a:pt x="275017" y="451141"/>
                  </a:lnTo>
                  <a:lnTo>
                    <a:pt x="228888" y="455770"/>
                  </a:lnTo>
                  <a:lnTo>
                    <a:pt x="182758" y="451141"/>
                  </a:lnTo>
                  <a:lnTo>
                    <a:pt x="139794" y="437862"/>
                  </a:lnTo>
                  <a:lnTo>
                    <a:pt x="100914" y="416851"/>
                  </a:lnTo>
                  <a:lnTo>
                    <a:pt x="67039" y="389025"/>
                  </a:lnTo>
                  <a:lnTo>
                    <a:pt x="39090" y="355298"/>
                  </a:lnTo>
                  <a:lnTo>
                    <a:pt x="17986" y="316589"/>
                  </a:lnTo>
                  <a:lnTo>
                    <a:pt x="4650" y="273812"/>
                  </a:lnTo>
                  <a:lnTo>
                    <a:pt x="0" y="227885"/>
                  </a:lnTo>
                  <a:lnTo>
                    <a:pt x="4650" y="181958"/>
                  </a:lnTo>
                  <a:lnTo>
                    <a:pt x="17986" y="139181"/>
                  </a:lnTo>
                  <a:lnTo>
                    <a:pt x="39090" y="100472"/>
                  </a:lnTo>
                  <a:lnTo>
                    <a:pt x="67039" y="66745"/>
                  </a:lnTo>
                  <a:lnTo>
                    <a:pt x="100914" y="38918"/>
                  </a:lnTo>
                  <a:lnTo>
                    <a:pt x="139794" y="17908"/>
                  </a:lnTo>
                  <a:lnTo>
                    <a:pt x="182758" y="4629"/>
                  </a:lnTo>
                  <a:lnTo>
                    <a:pt x="228888" y="0"/>
                  </a:lnTo>
                  <a:lnTo>
                    <a:pt x="275017" y="4629"/>
                  </a:lnTo>
                  <a:lnTo>
                    <a:pt x="317982" y="17908"/>
                  </a:lnTo>
                  <a:lnTo>
                    <a:pt x="356862" y="38918"/>
                  </a:lnTo>
                  <a:lnTo>
                    <a:pt x="390736" y="66745"/>
                  </a:lnTo>
                  <a:lnTo>
                    <a:pt x="418685" y="100472"/>
                  </a:lnTo>
                  <a:lnTo>
                    <a:pt x="439789" y="139181"/>
                  </a:lnTo>
                  <a:lnTo>
                    <a:pt x="453125" y="181958"/>
                  </a:lnTo>
                  <a:lnTo>
                    <a:pt x="457776" y="227885"/>
                  </a:lnTo>
                  <a:close/>
                </a:path>
              </a:pathLst>
            </a:custGeom>
            <a:ln w="1763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0885" y="2445822"/>
              <a:ext cx="133985" cy="83185"/>
            </a:xfrm>
            <a:custGeom>
              <a:avLst/>
              <a:gdLst/>
              <a:ahLst/>
              <a:cxnLst/>
              <a:rect l="l" t="t" r="r" b="b"/>
              <a:pathLst>
                <a:path w="133984" h="83185">
                  <a:moveTo>
                    <a:pt x="133696" y="0"/>
                  </a:moveTo>
                  <a:lnTo>
                    <a:pt x="50269" y="83061"/>
                  </a:lnTo>
                  <a:lnTo>
                    <a:pt x="0" y="34076"/>
                  </a:lnTo>
                </a:path>
              </a:pathLst>
            </a:custGeom>
            <a:ln w="1761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3979" y="2528883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20321" y="0"/>
                  </a:lnTo>
                </a:path>
              </a:pathLst>
            </a:custGeom>
            <a:ln w="17591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05867" y="2528883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>
                  <a:moveTo>
                    <a:pt x="0" y="0"/>
                  </a:moveTo>
                  <a:lnTo>
                    <a:pt x="20321" y="0"/>
                  </a:lnTo>
                </a:path>
              </a:pathLst>
            </a:custGeom>
            <a:ln w="17591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1249" y="2352644"/>
              <a:ext cx="17780" cy="351790"/>
            </a:xfrm>
            <a:custGeom>
              <a:avLst/>
              <a:gdLst/>
              <a:ahLst/>
              <a:cxnLst/>
              <a:rect l="l" t="t" r="r" b="b"/>
              <a:pathLst>
                <a:path w="17780" h="351789">
                  <a:moveTo>
                    <a:pt x="0" y="351412"/>
                  </a:moveTo>
                  <a:lnTo>
                    <a:pt x="17669" y="351412"/>
                  </a:lnTo>
                </a:path>
                <a:path w="17780" h="351789">
                  <a:moveTo>
                    <a:pt x="0" y="0"/>
                  </a:moveTo>
                  <a:lnTo>
                    <a:pt x="17669" y="0"/>
                  </a:lnTo>
                </a:path>
              </a:pathLst>
            </a:custGeom>
            <a:ln w="20232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978535" y="1007507"/>
            <a:ext cx="557530" cy="624205"/>
            <a:chOff x="5978535" y="1007507"/>
            <a:chExt cx="557530" cy="624205"/>
          </a:xfrm>
        </p:grpSpPr>
        <p:sp>
          <p:nvSpPr>
            <p:cNvPr id="33" name="object 33"/>
            <p:cNvSpPr/>
            <p:nvPr/>
          </p:nvSpPr>
          <p:spPr>
            <a:xfrm>
              <a:off x="6281390" y="1368178"/>
              <a:ext cx="245745" cy="254635"/>
            </a:xfrm>
            <a:custGeom>
              <a:avLst/>
              <a:gdLst/>
              <a:ahLst/>
              <a:cxnLst/>
              <a:rect l="l" t="t" r="r" b="b"/>
              <a:pathLst>
                <a:path w="245745" h="254634">
                  <a:moveTo>
                    <a:pt x="245399" y="254567"/>
                  </a:moveTo>
                  <a:lnTo>
                    <a:pt x="0" y="254567"/>
                  </a:lnTo>
                  <a:lnTo>
                    <a:pt x="0" y="122602"/>
                  </a:lnTo>
                  <a:lnTo>
                    <a:pt x="9617" y="74857"/>
                  </a:lnTo>
                  <a:lnTo>
                    <a:pt x="35852" y="35889"/>
                  </a:lnTo>
                  <a:lnTo>
                    <a:pt x="74780" y="9627"/>
                  </a:lnTo>
                  <a:lnTo>
                    <a:pt x="122477" y="0"/>
                  </a:lnTo>
                  <a:lnTo>
                    <a:pt x="170173" y="9627"/>
                  </a:lnTo>
                  <a:lnTo>
                    <a:pt x="209102" y="35889"/>
                  </a:lnTo>
                  <a:lnTo>
                    <a:pt x="235337" y="74857"/>
                  </a:lnTo>
                  <a:lnTo>
                    <a:pt x="244954" y="122602"/>
                  </a:lnTo>
                  <a:lnTo>
                    <a:pt x="244954" y="254567"/>
                  </a:lnTo>
                  <a:lnTo>
                    <a:pt x="245399" y="254567"/>
                  </a:lnTo>
                  <a:close/>
                </a:path>
              </a:pathLst>
            </a:custGeom>
            <a:ln w="1782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7016" y="1202335"/>
              <a:ext cx="174594" cy="17475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87446" y="1368178"/>
              <a:ext cx="245110" cy="254635"/>
            </a:xfrm>
            <a:custGeom>
              <a:avLst/>
              <a:gdLst/>
              <a:ahLst/>
              <a:cxnLst/>
              <a:rect l="l" t="t" r="r" b="b"/>
              <a:pathLst>
                <a:path w="245110" h="254634">
                  <a:moveTo>
                    <a:pt x="244954" y="254567"/>
                  </a:moveTo>
                  <a:lnTo>
                    <a:pt x="0" y="254567"/>
                  </a:lnTo>
                  <a:lnTo>
                    <a:pt x="0" y="122602"/>
                  </a:lnTo>
                  <a:lnTo>
                    <a:pt x="9617" y="74857"/>
                  </a:lnTo>
                  <a:lnTo>
                    <a:pt x="35852" y="35889"/>
                  </a:lnTo>
                  <a:lnTo>
                    <a:pt x="74780" y="9627"/>
                  </a:lnTo>
                  <a:lnTo>
                    <a:pt x="122477" y="0"/>
                  </a:lnTo>
                  <a:lnTo>
                    <a:pt x="170173" y="9627"/>
                  </a:lnTo>
                  <a:lnTo>
                    <a:pt x="209102" y="35889"/>
                  </a:lnTo>
                  <a:lnTo>
                    <a:pt x="235337" y="74857"/>
                  </a:lnTo>
                  <a:lnTo>
                    <a:pt x="244954" y="122602"/>
                  </a:lnTo>
                  <a:lnTo>
                    <a:pt x="244954" y="254567"/>
                  </a:lnTo>
                  <a:close/>
                </a:path>
              </a:pathLst>
            </a:custGeom>
            <a:ln w="1782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22627" y="1202335"/>
              <a:ext cx="174594" cy="17475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02563" y="1016420"/>
              <a:ext cx="267970" cy="220345"/>
            </a:xfrm>
            <a:custGeom>
              <a:avLst/>
              <a:gdLst/>
              <a:ahLst/>
              <a:cxnLst/>
              <a:rect l="l" t="t" r="r" b="b"/>
              <a:pathLst>
                <a:path w="267970" h="220344">
                  <a:moveTo>
                    <a:pt x="190173" y="0"/>
                  </a:moveTo>
                  <a:lnTo>
                    <a:pt x="77494" y="0"/>
                  </a:lnTo>
                  <a:lnTo>
                    <a:pt x="47348" y="6032"/>
                  </a:lnTo>
                  <a:lnTo>
                    <a:pt x="22713" y="22514"/>
                  </a:lnTo>
                  <a:lnTo>
                    <a:pt x="6096" y="47020"/>
                  </a:lnTo>
                  <a:lnTo>
                    <a:pt x="0" y="77128"/>
                  </a:lnTo>
                  <a:lnTo>
                    <a:pt x="3583" y="100443"/>
                  </a:lnTo>
                  <a:lnTo>
                    <a:pt x="13639" y="120874"/>
                  </a:lnTo>
                  <a:lnTo>
                    <a:pt x="29123" y="137377"/>
                  </a:lnTo>
                  <a:lnTo>
                    <a:pt x="48990" y="148906"/>
                  </a:lnTo>
                  <a:lnTo>
                    <a:pt x="28949" y="220238"/>
                  </a:lnTo>
                  <a:lnTo>
                    <a:pt x="126485" y="154256"/>
                  </a:lnTo>
                  <a:lnTo>
                    <a:pt x="190173" y="154256"/>
                  </a:lnTo>
                  <a:lnTo>
                    <a:pt x="220319" y="148223"/>
                  </a:lnTo>
                  <a:lnTo>
                    <a:pt x="244954" y="131741"/>
                  </a:lnTo>
                  <a:lnTo>
                    <a:pt x="261572" y="107235"/>
                  </a:lnTo>
                  <a:lnTo>
                    <a:pt x="267668" y="77128"/>
                  </a:lnTo>
                  <a:lnTo>
                    <a:pt x="261572" y="47020"/>
                  </a:lnTo>
                  <a:lnTo>
                    <a:pt x="244954" y="22514"/>
                  </a:lnTo>
                  <a:lnTo>
                    <a:pt x="220319" y="6032"/>
                  </a:lnTo>
                  <a:lnTo>
                    <a:pt x="190173" y="0"/>
                  </a:lnTo>
                  <a:close/>
                </a:path>
              </a:pathLst>
            </a:custGeom>
            <a:ln w="1782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6620" y="1388686"/>
              <a:ext cx="135255" cy="99060"/>
            </a:xfrm>
            <a:custGeom>
              <a:avLst/>
              <a:gdLst/>
              <a:ahLst/>
              <a:cxnLst/>
              <a:rect l="l" t="t" r="r" b="b"/>
              <a:pathLst>
                <a:path w="135254" h="99059">
                  <a:moveTo>
                    <a:pt x="0" y="0"/>
                  </a:moveTo>
                  <a:lnTo>
                    <a:pt x="67696" y="98973"/>
                  </a:lnTo>
                  <a:lnTo>
                    <a:pt x="134947" y="0"/>
                  </a:lnTo>
                </a:path>
              </a:pathLst>
            </a:custGeom>
            <a:ln w="17826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056230" y="3621025"/>
            <a:ext cx="442595" cy="579755"/>
            <a:chOff x="6056230" y="3621025"/>
            <a:chExt cx="442595" cy="579755"/>
          </a:xfrm>
        </p:grpSpPr>
        <p:sp>
          <p:nvSpPr>
            <p:cNvPr id="40" name="object 40"/>
            <p:cNvSpPr/>
            <p:nvPr/>
          </p:nvSpPr>
          <p:spPr>
            <a:xfrm>
              <a:off x="6065310" y="3630104"/>
              <a:ext cx="424180" cy="561340"/>
            </a:xfrm>
            <a:custGeom>
              <a:avLst/>
              <a:gdLst/>
              <a:ahLst/>
              <a:cxnLst/>
              <a:rect l="l" t="t" r="r" b="b"/>
              <a:pathLst>
                <a:path w="424179" h="561339">
                  <a:moveTo>
                    <a:pt x="424025" y="0"/>
                  </a:moveTo>
                  <a:lnTo>
                    <a:pt x="102382" y="0"/>
                  </a:lnTo>
                  <a:lnTo>
                    <a:pt x="75172" y="27313"/>
                  </a:lnTo>
                  <a:lnTo>
                    <a:pt x="51191" y="51386"/>
                  </a:lnTo>
                  <a:lnTo>
                    <a:pt x="27209" y="75459"/>
                  </a:lnTo>
                  <a:lnTo>
                    <a:pt x="0" y="102772"/>
                  </a:lnTo>
                  <a:lnTo>
                    <a:pt x="0" y="561158"/>
                  </a:lnTo>
                  <a:lnTo>
                    <a:pt x="424025" y="561158"/>
                  </a:lnTo>
                  <a:lnTo>
                    <a:pt x="424025" y="0"/>
                  </a:lnTo>
                  <a:close/>
                </a:path>
              </a:pathLst>
            </a:custGeom>
            <a:ln w="1814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65309" y="3630104"/>
              <a:ext cx="113030" cy="102870"/>
            </a:xfrm>
            <a:custGeom>
              <a:avLst/>
              <a:gdLst/>
              <a:ahLst/>
              <a:cxnLst/>
              <a:rect l="l" t="t" r="r" b="b"/>
              <a:pathLst>
                <a:path w="113029" h="102870">
                  <a:moveTo>
                    <a:pt x="0" y="102772"/>
                  </a:moveTo>
                  <a:lnTo>
                    <a:pt x="112801" y="101408"/>
                  </a:lnTo>
                  <a:lnTo>
                    <a:pt x="102382" y="0"/>
                  </a:lnTo>
                </a:path>
              </a:pathLst>
            </a:custGeom>
            <a:ln w="18158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42605" y="3813823"/>
              <a:ext cx="266700" cy="230504"/>
            </a:xfrm>
            <a:custGeom>
              <a:avLst/>
              <a:gdLst/>
              <a:ahLst/>
              <a:cxnLst/>
              <a:rect l="l" t="t" r="r" b="b"/>
              <a:pathLst>
                <a:path w="266700" h="230504">
                  <a:moveTo>
                    <a:pt x="218524" y="18189"/>
                  </a:moveTo>
                  <a:lnTo>
                    <a:pt x="266091" y="0"/>
                  </a:lnTo>
                  <a:lnTo>
                    <a:pt x="175488" y="160071"/>
                  </a:lnTo>
                  <a:lnTo>
                    <a:pt x="103458" y="100044"/>
                  </a:lnTo>
                  <a:lnTo>
                    <a:pt x="40488" y="178268"/>
                  </a:lnTo>
                  <a:lnTo>
                    <a:pt x="9117" y="217653"/>
                  </a:lnTo>
                  <a:lnTo>
                    <a:pt x="0" y="230180"/>
                  </a:lnTo>
                  <a:lnTo>
                    <a:pt x="3794" y="227828"/>
                  </a:lnTo>
                </a:path>
              </a:pathLst>
            </a:custGeom>
            <a:ln w="1816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08695" y="3813822"/>
              <a:ext cx="11430" cy="52069"/>
            </a:xfrm>
            <a:custGeom>
              <a:avLst/>
              <a:gdLst/>
              <a:ahLst/>
              <a:cxnLst/>
              <a:rect l="l" t="t" r="r" b="b"/>
              <a:pathLst>
                <a:path w="11429" h="52070">
                  <a:moveTo>
                    <a:pt x="10872" y="51841"/>
                  </a:moveTo>
                  <a:lnTo>
                    <a:pt x="0" y="0"/>
                  </a:lnTo>
                </a:path>
              </a:pathLst>
            </a:custGeom>
            <a:ln w="1812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979773" y="2132065"/>
            <a:ext cx="645160" cy="638810"/>
            <a:chOff x="5979773" y="2132065"/>
            <a:chExt cx="645160" cy="638810"/>
          </a:xfrm>
        </p:grpSpPr>
        <p:sp>
          <p:nvSpPr>
            <p:cNvPr id="45" name="object 45"/>
            <p:cNvSpPr/>
            <p:nvPr/>
          </p:nvSpPr>
          <p:spPr>
            <a:xfrm>
              <a:off x="5988888" y="2191785"/>
              <a:ext cx="567690" cy="569595"/>
            </a:xfrm>
            <a:custGeom>
              <a:avLst/>
              <a:gdLst/>
              <a:ahLst/>
              <a:cxnLst/>
              <a:rect l="l" t="t" r="r" b="b"/>
              <a:pathLst>
                <a:path w="567690" h="569594">
                  <a:moveTo>
                    <a:pt x="564026" y="331444"/>
                  </a:moveTo>
                  <a:lnTo>
                    <a:pt x="565108" y="314661"/>
                  </a:lnTo>
                  <a:lnTo>
                    <a:pt x="565848" y="303178"/>
                  </a:lnTo>
                  <a:lnTo>
                    <a:pt x="566589" y="291695"/>
                  </a:lnTo>
                  <a:lnTo>
                    <a:pt x="567671" y="274912"/>
                  </a:lnTo>
                  <a:lnTo>
                    <a:pt x="485664" y="239351"/>
                  </a:lnTo>
                  <a:lnTo>
                    <a:pt x="481727" y="228053"/>
                  </a:lnTo>
                  <a:lnTo>
                    <a:pt x="478431" y="218379"/>
                  </a:lnTo>
                  <a:lnTo>
                    <a:pt x="475221" y="208705"/>
                  </a:lnTo>
                  <a:lnTo>
                    <a:pt x="471540" y="197407"/>
                  </a:lnTo>
                  <a:lnTo>
                    <a:pt x="492953" y="159111"/>
                  </a:lnTo>
                  <a:lnTo>
                    <a:pt x="426436" y="225674"/>
                  </a:lnTo>
                  <a:lnTo>
                    <a:pt x="431555" y="239678"/>
                  </a:lnTo>
                  <a:lnTo>
                    <a:pt x="435264" y="254282"/>
                  </a:lnTo>
                  <a:lnTo>
                    <a:pt x="437520" y="269398"/>
                  </a:lnTo>
                  <a:lnTo>
                    <a:pt x="438282" y="284942"/>
                  </a:lnTo>
                  <a:lnTo>
                    <a:pt x="430398" y="333753"/>
                  </a:lnTo>
                  <a:lnTo>
                    <a:pt x="408453" y="376174"/>
                  </a:lnTo>
                  <a:lnTo>
                    <a:pt x="375005" y="409645"/>
                  </a:lnTo>
                  <a:lnTo>
                    <a:pt x="332613" y="431605"/>
                  </a:lnTo>
                  <a:lnTo>
                    <a:pt x="283835" y="439494"/>
                  </a:lnTo>
                  <a:lnTo>
                    <a:pt x="268302" y="438732"/>
                  </a:lnTo>
                  <a:lnTo>
                    <a:pt x="224608" y="427640"/>
                  </a:lnTo>
                  <a:lnTo>
                    <a:pt x="178764" y="397950"/>
                  </a:lnTo>
                  <a:lnTo>
                    <a:pt x="146245" y="354239"/>
                  </a:lnTo>
                  <a:lnTo>
                    <a:pt x="130933" y="303014"/>
                  </a:lnTo>
                  <a:lnTo>
                    <a:pt x="129844" y="284486"/>
                  </a:lnTo>
                  <a:lnTo>
                    <a:pt x="137728" y="235674"/>
                  </a:lnTo>
                  <a:lnTo>
                    <a:pt x="159673" y="193253"/>
                  </a:lnTo>
                  <a:lnTo>
                    <a:pt x="193121" y="159782"/>
                  </a:lnTo>
                  <a:lnTo>
                    <a:pt x="235513" y="137822"/>
                  </a:lnTo>
                  <a:lnTo>
                    <a:pt x="284291" y="129933"/>
                  </a:lnTo>
                  <a:lnTo>
                    <a:pt x="302799" y="131023"/>
                  </a:lnTo>
                  <a:lnTo>
                    <a:pt x="320624" y="134207"/>
                  </a:lnTo>
                  <a:lnTo>
                    <a:pt x="337595" y="139358"/>
                  </a:lnTo>
                  <a:lnTo>
                    <a:pt x="353541" y="146346"/>
                  </a:lnTo>
                  <a:lnTo>
                    <a:pt x="391811" y="108050"/>
                  </a:lnTo>
                  <a:lnTo>
                    <a:pt x="382201" y="103341"/>
                  </a:lnTo>
                  <a:lnTo>
                    <a:pt x="373701" y="99102"/>
                  </a:lnTo>
                  <a:lnTo>
                    <a:pt x="365031" y="94778"/>
                  </a:lnTo>
                  <a:lnTo>
                    <a:pt x="354908" y="89813"/>
                  </a:lnTo>
                  <a:lnTo>
                    <a:pt x="330306" y="3647"/>
                  </a:lnTo>
                  <a:lnTo>
                    <a:pt x="313534" y="2564"/>
                  </a:lnTo>
                  <a:lnTo>
                    <a:pt x="302059" y="1823"/>
                  </a:lnTo>
                  <a:lnTo>
                    <a:pt x="290584" y="1082"/>
                  </a:lnTo>
                  <a:lnTo>
                    <a:pt x="273812" y="0"/>
                  </a:lnTo>
                  <a:lnTo>
                    <a:pt x="238731" y="82063"/>
                  </a:lnTo>
                  <a:lnTo>
                    <a:pt x="227441" y="86002"/>
                  </a:lnTo>
                  <a:lnTo>
                    <a:pt x="217774" y="89300"/>
                  </a:lnTo>
                  <a:lnTo>
                    <a:pt x="208107" y="92513"/>
                  </a:lnTo>
                  <a:lnTo>
                    <a:pt x="196817" y="96196"/>
                  </a:lnTo>
                  <a:lnTo>
                    <a:pt x="118454" y="53797"/>
                  </a:lnTo>
                  <a:lnTo>
                    <a:pt x="105940" y="64895"/>
                  </a:lnTo>
                  <a:lnTo>
                    <a:pt x="97269" y="72489"/>
                  </a:lnTo>
                  <a:lnTo>
                    <a:pt x="88598" y="80082"/>
                  </a:lnTo>
                  <a:lnTo>
                    <a:pt x="76084" y="91181"/>
                  </a:lnTo>
                  <a:lnTo>
                    <a:pt x="109342" y="174156"/>
                  </a:lnTo>
                  <a:lnTo>
                    <a:pt x="104103" y="184913"/>
                  </a:lnTo>
                  <a:lnTo>
                    <a:pt x="99547" y="194216"/>
                  </a:lnTo>
                  <a:lnTo>
                    <a:pt x="94991" y="203519"/>
                  </a:lnTo>
                  <a:lnTo>
                    <a:pt x="89752" y="214276"/>
                  </a:lnTo>
                  <a:lnTo>
                    <a:pt x="3644" y="238895"/>
                  </a:lnTo>
                  <a:lnTo>
                    <a:pt x="2562" y="255671"/>
                  </a:lnTo>
                  <a:lnTo>
                    <a:pt x="1822" y="267104"/>
                  </a:lnTo>
                  <a:lnTo>
                    <a:pt x="1082" y="278452"/>
                  </a:lnTo>
                  <a:lnTo>
                    <a:pt x="0" y="294971"/>
                  </a:lnTo>
                  <a:lnTo>
                    <a:pt x="82007" y="330532"/>
                  </a:lnTo>
                  <a:lnTo>
                    <a:pt x="85943" y="341830"/>
                  </a:lnTo>
                  <a:lnTo>
                    <a:pt x="89239" y="351504"/>
                  </a:lnTo>
                  <a:lnTo>
                    <a:pt x="92450" y="361178"/>
                  </a:lnTo>
                  <a:lnTo>
                    <a:pt x="96130" y="372476"/>
                  </a:lnTo>
                  <a:lnTo>
                    <a:pt x="52849" y="450892"/>
                  </a:lnTo>
                  <a:lnTo>
                    <a:pt x="63939" y="463415"/>
                  </a:lnTo>
                  <a:lnTo>
                    <a:pt x="71528" y="472091"/>
                  </a:lnTo>
                  <a:lnTo>
                    <a:pt x="79116" y="480768"/>
                  </a:lnTo>
                  <a:lnTo>
                    <a:pt x="90207" y="493291"/>
                  </a:lnTo>
                  <a:lnTo>
                    <a:pt x="173126" y="460010"/>
                  </a:lnTo>
                  <a:lnTo>
                    <a:pt x="183875" y="465253"/>
                  </a:lnTo>
                  <a:lnTo>
                    <a:pt x="193172" y="469812"/>
                  </a:lnTo>
                  <a:lnTo>
                    <a:pt x="202469" y="474371"/>
                  </a:lnTo>
                  <a:lnTo>
                    <a:pt x="213218" y="479614"/>
                  </a:lnTo>
                  <a:lnTo>
                    <a:pt x="237820" y="565780"/>
                  </a:lnTo>
                  <a:lnTo>
                    <a:pt x="254592" y="566863"/>
                  </a:lnTo>
                  <a:lnTo>
                    <a:pt x="266067" y="567604"/>
                  </a:lnTo>
                  <a:lnTo>
                    <a:pt x="277542" y="568345"/>
                  </a:lnTo>
                  <a:lnTo>
                    <a:pt x="294314" y="569428"/>
                  </a:lnTo>
                  <a:lnTo>
                    <a:pt x="329395" y="487364"/>
                  </a:lnTo>
                  <a:lnTo>
                    <a:pt x="371309" y="473231"/>
                  </a:lnTo>
                  <a:lnTo>
                    <a:pt x="449216" y="516542"/>
                  </a:lnTo>
                  <a:lnTo>
                    <a:pt x="461667" y="505444"/>
                  </a:lnTo>
                  <a:lnTo>
                    <a:pt x="470230" y="497850"/>
                  </a:lnTo>
                  <a:lnTo>
                    <a:pt x="478880" y="490257"/>
                  </a:lnTo>
                  <a:lnTo>
                    <a:pt x="491586" y="479158"/>
                  </a:lnTo>
                  <a:lnTo>
                    <a:pt x="458328" y="396183"/>
                  </a:lnTo>
                  <a:lnTo>
                    <a:pt x="463567" y="385426"/>
                  </a:lnTo>
                  <a:lnTo>
                    <a:pt x="468123" y="376123"/>
                  </a:lnTo>
                  <a:lnTo>
                    <a:pt x="472679" y="366820"/>
                  </a:lnTo>
                  <a:lnTo>
                    <a:pt x="477919" y="356063"/>
                  </a:lnTo>
                  <a:lnTo>
                    <a:pt x="564026" y="331444"/>
                  </a:lnTo>
                  <a:close/>
                </a:path>
              </a:pathLst>
            </a:custGeom>
            <a:ln w="1823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35134" y="2141181"/>
              <a:ext cx="480695" cy="478790"/>
            </a:xfrm>
            <a:custGeom>
              <a:avLst/>
              <a:gdLst/>
              <a:ahLst/>
              <a:cxnLst/>
              <a:rect l="l" t="t" r="r" b="b"/>
              <a:pathLst>
                <a:path w="480695" h="478789">
                  <a:moveTo>
                    <a:pt x="480197" y="0"/>
                  </a:moveTo>
                  <a:lnTo>
                    <a:pt x="411857" y="254852"/>
                  </a:lnTo>
                  <a:lnTo>
                    <a:pt x="356730" y="199687"/>
                  </a:lnTo>
                  <a:lnTo>
                    <a:pt x="78362" y="478702"/>
                  </a:lnTo>
                  <a:lnTo>
                    <a:pt x="54009" y="465887"/>
                  </a:lnTo>
                  <a:lnTo>
                    <a:pt x="32518" y="449011"/>
                  </a:lnTo>
                  <a:lnTo>
                    <a:pt x="14358" y="428631"/>
                  </a:lnTo>
                  <a:lnTo>
                    <a:pt x="0" y="405301"/>
                  </a:lnTo>
                  <a:lnTo>
                    <a:pt x="281557" y="123550"/>
                  </a:lnTo>
                  <a:lnTo>
                    <a:pt x="225975" y="68386"/>
                  </a:lnTo>
                  <a:lnTo>
                    <a:pt x="480197" y="0"/>
                  </a:lnTo>
                  <a:close/>
                </a:path>
              </a:pathLst>
            </a:custGeom>
            <a:ln w="1823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34678" y="2546483"/>
              <a:ext cx="78740" cy="73660"/>
            </a:xfrm>
            <a:custGeom>
              <a:avLst/>
              <a:gdLst/>
              <a:ahLst/>
              <a:cxnLst/>
              <a:rect l="l" t="t" r="r" b="b"/>
              <a:pathLst>
                <a:path w="78739" h="73660">
                  <a:moveTo>
                    <a:pt x="0" y="0"/>
                  </a:moveTo>
                  <a:lnTo>
                    <a:pt x="14422" y="23265"/>
                  </a:lnTo>
                  <a:lnTo>
                    <a:pt x="32688" y="43539"/>
                  </a:lnTo>
                  <a:lnTo>
                    <a:pt x="54201" y="60393"/>
                  </a:lnTo>
                  <a:lnTo>
                    <a:pt x="78362" y="73401"/>
                  </a:lnTo>
                </a:path>
              </a:pathLst>
            </a:custGeom>
            <a:ln w="1823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6084413" y="4785377"/>
            <a:ext cx="434340" cy="638810"/>
            <a:chOff x="6084413" y="4785377"/>
            <a:chExt cx="434340" cy="638810"/>
          </a:xfrm>
        </p:grpSpPr>
        <p:sp>
          <p:nvSpPr>
            <p:cNvPr id="49" name="object 49"/>
            <p:cNvSpPr/>
            <p:nvPr/>
          </p:nvSpPr>
          <p:spPr>
            <a:xfrm>
              <a:off x="6144313" y="4794465"/>
              <a:ext cx="314325" cy="414020"/>
            </a:xfrm>
            <a:custGeom>
              <a:avLst/>
              <a:gdLst/>
              <a:ahLst/>
              <a:cxnLst/>
              <a:rect l="l" t="t" r="r" b="b"/>
              <a:pathLst>
                <a:path w="314325" h="414020">
                  <a:moveTo>
                    <a:pt x="205892" y="413963"/>
                  </a:moveTo>
                  <a:lnTo>
                    <a:pt x="0" y="413963"/>
                  </a:lnTo>
                  <a:lnTo>
                    <a:pt x="0" y="0"/>
                  </a:lnTo>
                  <a:lnTo>
                    <a:pt x="314280" y="0"/>
                  </a:lnTo>
                  <a:lnTo>
                    <a:pt x="314280" y="305001"/>
                  </a:lnTo>
                  <a:lnTo>
                    <a:pt x="285482" y="333951"/>
                  </a:lnTo>
                  <a:lnTo>
                    <a:pt x="260086" y="359482"/>
                  </a:lnTo>
                  <a:lnTo>
                    <a:pt x="234689" y="385013"/>
                  </a:lnTo>
                  <a:lnTo>
                    <a:pt x="205892" y="413963"/>
                  </a:lnTo>
                  <a:close/>
                </a:path>
              </a:pathLst>
            </a:custGeom>
            <a:ln w="18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40909" y="5261314"/>
              <a:ext cx="268605" cy="153670"/>
            </a:xfrm>
            <a:custGeom>
              <a:avLst/>
              <a:gdLst/>
              <a:ahLst/>
              <a:cxnLst/>
              <a:rect l="l" t="t" r="r" b="b"/>
              <a:pathLst>
                <a:path w="268604" h="153670">
                  <a:moveTo>
                    <a:pt x="0" y="153184"/>
                  </a:moveTo>
                  <a:lnTo>
                    <a:pt x="90701" y="153184"/>
                  </a:lnTo>
                  <a:lnTo>
                    <a:pt x="106885" y="151752"/>
                  </a:lnTo>
                  <a:lnTo>
                    <a:pt x="122560" y="147542"/>
                  </a:lnTo>
                  <a:lnTo>
                    <a:pt x="137384" y="140682"/>
                  </a:lnTo>
                  <a:lnTo>
                    <a:pt x="151017" y="131301"/>
                  </a:lnTo>
                  <a:lnTo>
                    <a:pt x="189112" y="99387"/>
                  </a:lnTo>
                  <a:lnTo>
                    <a:pt x="268476" y="99387"/>
                  </a:lnTo>
                  <a:lnTo>
                    <a:pt x="268476" y="0"/>
                  </a:lnTo>
                  <a:lnTo>
                    <a:pt x="107027" y="0"/>
                  </a:lnTo>
                  <a:lnTo>
                    <a:pt x="71200" y="16868"/>
                  </a:lnTo>
                  <a:lnTo>
                    <a:pt x="19954" y="77048"/>
                  </a:lnTo>
                  <a:lnTo>
                    <a:pt x="46257" y="92549"/>
                  </a:lnTo>
                  <a:lnTo>
                    <a:pt x="127889" y="41943"/>
                  </a:lnTo>
                  <a:lnTo>
                    <a:pt x="146936" y="56532"/>
                  </a:lnTo>
                </a:path>
              </a:pathLst>
            </a:custGeom>
            <a:ln w="18212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93519" y="5261314"/>
              <a:ext cx="250825" cy="153670"/>
            </a:xfrm>
            <a:custGeom>
              <a:avLst/>
              <a:gdLst/>
              <a:ahLst/>
              <a:cxnLst/>
              <a:rect l="l" t="t" r="r" b="b"/>
              <a:pathLst>
                <a:path w="250825" h="153670">
                  <a:moveTo>
                    <a:pt x="250335" y="153184"/>
                  </a:moveTo>
                  <a:lnTo>
                    <a:pt x="125621" y="153184"/>
                  </a:lnTo>
                  <a:lnTo>
                    <a:pt x="61223" y="99387"/>
                  </a:lnTo>
                  <a:lnTo>
                    <a:pt x="0" y="99387"/>
                  </a:lnTo>
                  <a:lnTo>
                    <a:pt x="0" y="0"/>
                  </a:lnTo>
                  <a:lnTo>
                    <a:pt x="156006" y="0"/>
                  </a:lnTo>
                  <a:lnTo>
                    <a:pt x="171425" y="0"/>
                  </a:lnTo>
                  <a:lnTo>
                    <a:pt x="187390" y="733"/>
                  </a:lnTo>
                  <a:lnTo>
                    <a:pt x="197105" y="2450"/>
                  </a:lnTo>
                  <a:lnTo>
                    <a:pt x="204524" y="6475"/>
                  </a:lnTo>
                  <a:lnTo>
                    <a:pt x="213601" y="14133"/>
                  </a:lnTo>
                </a:path>
              </a:pathLst>
            </a:custGeom>
            <a:ln w="1821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37962" y="5260858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h="100329">
                  <a:moveTo>
                    <a:pt x="0" y="0"/>
                  </a:moveTo>
                  <a:lnTo>
                    <a:pt x="0" y="99843"/>
                  </a:lnTo>
                </a:path>
              </a:pathLst>
            </a:custGeom>
            <a:ln w="1814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45892" y="5260858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h="100329">
                  <a:moveTo>
                    <a:pt x="0" y="99843"/>
                  </a:moveTo>
                  <a:lnTo>
                    <a:pt x="0" y="0"/>
                  </a:lnTo>
                </a:path>
              </a:pathLst>
            </a:custGeom>
            <a:ln w="1814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43852" y="5317390"/>
              <a:ext cx="48260" cy="75565"/>
            </a:xfrm>
            <a:custGeom>
              <a:avLst/>
              <a:gdLst/>
              <a:ahLst/>
              <a:cxnLst/>
              <a:rect l="l" t="t" r="r" b="b"/>
              <a:pathLst>
                <a:path w="48260" h="75564">
                  <a:moveTo>
                    <a:pt x="0" y="0"/>
                  </a:moveTo>
                  <a:lnTo>
                    <a:pt x="48071" y="75224"/>
                  </a:lnTo>
                </a:path>
              </a:pathLst>
            </a:custGeom>
            <a:ln w="18168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57232" y="5387600"/>
              <a:ext cx="25400" cy="24765"/>
            </a:xfrm>
            <a:custGeom>
              <a:avLst/>
              <a:gdLst/>
              <a:ahLst/>
              <a:cxnLst/>
              <a:rect l="l" t="t" r="r" b="b"/>
              <a:pathLst>
                <a:path w="25400" h="24764">
                  <a:moveTo>
                    <a:pt x="0" y="0"/>
                  </a:moveTo>
                  <a:lnTo>
                    <a:pt x="25396" y="24163"/>
                  </a:lnTo>
                </a:path>
              </a:pathLst>
            </a:custGeom>
            <a:ln w="181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24350" y="5380306"/>
              <a:ext cx="19685" cy="24765"/>
            </a:xfrm>
            <a:custGeom>
              <a:avLst/>
              <a:gdLst/>
              <a:ahLst/>
              <a:cxnLst/>
              <a:rect l="l" t="t" r="r" b="b"/>
              <a:pathLst>
                <a:path w="19685" h="24764">
                  <a:moveTo>
                    <a:pt x="0" y="0"/>
                  </a:moveTo>
                  <a:lnTo>
                    <a:pt x="19500" y="24163"/>
                  </a:lnTo>
                </a:path>
              </a:pathLst>
            </a:custGeom>
            <a:ln w="18178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43850" y="5100835"/>
              <a:ext cx="114935" cy="107950"/>
            </a:xfrm>
            <a:custGeom>
              <a:avLst/>
              <a:gdLst/>
              <a:ahLst/>
              <a:cxnLst/>
              <a:rect l="l" t="t" r="r" b="b"/>
              <a:pathLst>
                <a:path w="114935" h="107950">
                  <a:moveTo>
                    <a:pt x="114737" y="3191"/>
                  </a:moveTo>
                  <a:lnTo>
                    <a:pt x="0" y="0"/>
                  </a:lnTo>
                  <a:lnTo>
                    <a:pt x="13605" y="107594"/>
                  </a:lnTo>
                </a:path>
              </a:pathLst>
            </a:custGeom>
            <a:ln w="18191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7229" y="4898868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0" y="0"/>
                  </a:moveTo>
                  <a:lnTo>
                    <a:pt x="151471" y="0"/>
                  </a:lnTo>
                </a:path>
              </a:pathLst>
            </a:custGeom>
            <a:ln w="18236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5734" y="4753031"/>
            <a:ext cx="529036" cy="586739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5</a:t>
            </a:fld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3175" algn="ctr">
              <a:lnSpc>
                <a:spcPct val="150000"/>
              </a:lnSpc>
              <a:spcBef>
                <a:spcPts val="100"/>
              </a:spcBef>
            </a:pPr>
            <a:r>
              <a:rPr spc="60" dirty="0"/>
              <a:t>АУДИТ </a:t>
            </a:r>
            <a:r>
              <a:rPr spc="65" dirty="0"/>
              <a:t> </a:t>
            </a:r>
            <a:r>
              <a:rPr spc="175" dirty="0"/>
              <a:t>ИН</a:t>
            </a:r>
            <a:r>
              <a:rPr spc="15" dirty="0"/>
              <a:t>Ф</a:t>
            </a:r>
            <a:r>
              <a:rPr spc="-90" dirty="0"/>
              <a:t>РА</a:t>
            </a:r>
            <a:r>
              <a:rPr spc="-210" dirty="0"/>
              <a:t>С</a:t>
            </a:r>
            <a:r>
              <a:rPr spc="-80" dirty="0"/>
              <a:t>Т</a:t>
            </a:r>
            <a:r>
              <a:rPr spc="50" dirty="0"/>
              <a:t>РУ</a:t>
            </a:r>
            <a:r>
              <a:rPr spc="40" dirty="0"/>
              <a:t>К</a:t>
            </a:r>
            <a:r>
              <a:rPr spc="-80" dirty="0"/>
              <a:t>Т</a:t>
            </a:r>
            <a:r>
              <a:rPr spc="-45" dirty="0"/>
              <a:t>УРЫ  </a:t>
            </a:r>
            <a:r>
              <a:rPr spc="50" dirty="0"/>
              <a:t>ЗАКАЗЧИКА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6</a:t>
            </a:fld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63" y="551688"/>
            <a:ext cx="11169395" cy="554278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77720" y="756173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5835">
              <a:lnSpc>
                <a:spcPct val="100000"/>
              </a:lnSpc>
              <a:spcBef>
                <a:spcPts val="100"/>
              </a:spcBef>
            </a:pPr>
            <a:r>
              <a:rPr sz="1800" b="0" spc="40" dirty="0">
                <a:latin typeface="Lucida Sans Unicode"/>
                <a:cs typeface="Lucida Sans Unicode"/>
              </a:rPr>
              <a:t>И</a:t>
            </a:r>
            <a:r>
              <a:rPr sz="1800" b="0" spc="30" dirty="0">
                <a:latin typeface="Lucida Sans Unicode"/>
                <a:cs typeface="Lucida Sans Unicode"/>
              </a:rPr>
              <a:t>н</a:t>
            </a:r>
            <a:r>
              <a:rPr sz="1800" b="0" spc="20" dirty="0">
                <a:latin typeface="Lucida Sans Unicode"/>
                <a:cs typeface="Lucida Sans Unicode"/>
              </a:rPr>
              <a:t>ж</a:t>
            </a:r>
            <a:r>
              <a:rPr sz="1800" b="0" spc="5" dirty="0">
                <a:latin typeface="Lucida Sans Unicode"/>
                <a:cs typeface="Lucida Sans Unicode"/>
              </a:rPr>
              <a:t>ене</a:t>
            </a:r>
            <a:r>
              <a:rPr sz="1800" b="0" spc="-5" dirty="0">
                <a:latin typeface="Lucida Sans Unicode"/>
                <a:cs typeface="Lucida Sans Unicode"/>
              </a:rPr>
              <a:t>р</a:t>
            </a:r>
            <a:r>
              <a:rPr sz="1800" b="0" spc="5" dirty="0">
                <a:latin typeface="Lucida Sans Unicode"/>
                <a:cs typeface="Lucida Sans Unicode"/>
              </a:rPr>
              <a:t>н</a:t>
            </a:r>
            <a:r>
              <a:rPr sz="1800" b="0" dirty="0">
                <a:latin typeface="Lucida Sans Unicode"/>
                <a:cs typeface="Lucida Sans Unicode"/>
              </a:rPr>
              <a:t>о</a:t>
            </a:r>
            <a:r>
              <a:rPr sz="1800" b="0" spc="15" dirty="0">
                <a:latin typeface="Lucida Sans Unicode"/>
                <a:cs typeface="Lucida Sans Unicode"/>
              </a:rPr>
              <a:t>й  </a:t>
            </a:r>
            <a:r>
              <a:rPr sz="1800" b="0" spc="-25" dirty="0">
                <a:latin typeface="Lucida Sans Unicode"/>
                <a:cs typeface="Lucida Sans Unicode"/>
              </a:rPr>
              <a:t>инфраструктуры</a:t>
            </a:r>
            <a:r>
              <a:rPr sz="1800" b="0" spc="-110" dirty="0">
                <a:latin typeface="Lucida Sans Unicode"/>
                <a:cs typeface="Lucida Sans Unicode"/>
              </a:rPr>
              <a:t> </a:t>
            </a:r>
            <a:r>
              <a:rPr sz="1800" b="0" spc="-65" dirty="0">
                <a:latin typeface="Lucida Sans Unicode"/>
                <a:cs typeface="Lucida Sans Unicode"/>
              </a:rPr>
              <a:t>ЦОД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7</a:t>
            </a:fld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7434682" y="5292054"/>
            <a:ext cx="1699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-10" dirty="0">
                <a:latin typeface="Lucida Sans Unicode"/>
                <a:cs typeface="Lucida Sans Unicode"/>
              </a:rPr>
              <a:t>е</a:t>
            </a:r>
            <a:r>
              <a:rPr sz="1800" spc="-15" dirty="0">
                <a:latin typeface="Lucida Sans Unicode"/>
                <a:cs typeface="Lucida Sans Unicode"/>
              </a:rPr>
              <a:t>т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60" dirty="0">
                <a:latin typeface="Lucida Sans Unicode"/>
                <a:cs typeface="Lucida Sans Unicode"/>
              </a:rPr>
              <a:t>х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20" dirty="0">
                <a:latin typeface="Lucida Sans Unicode"/>
                <a:cs typeface="Lucida Sans Unicode"/>
              </a:rPr>
              <a:t>нен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65" dirty="0">
                <a:latin typeface="Lucida Sans Unicode"/>
                <a:cs typeface="Lucida Sans Unicode"/>
              </a:rPr>
              <a:t>я  </a:t>
            </a:r>
            <a:r>
              <a:rPr sz="1800" spc="-50" dirty="0">
                <a:latin typeface="Lucida Sans Unicode"/>
                <a:cs typeface="Lucida Sans Unicode"/>
              </a:rPr>
              <a:t>да</a:t>
            </a:r>
            <a:r>
              <a:rPr sz="1800" spc="-40" dirty="0">
                <a:latin typeface="Lucida Sans Unicode"/>
                <a:cs typeface="Lucida Sans Unicode"/>
              </a:rPr>
              <a:t>н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r>
              <a:rPr sz="1800" spc="-155" dirty="0">
                <a:latin typeface="Lucida Sans Unicode"/>
                <a:cs typeface="Lucida Sans Unicode"/>
              </a:rPr>
              <a:t>х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(</a:t>
            </a:r>
            <a:r>
              <a:rPr sz="1800" spc="-40" dirty="0">
                <a:latin typeface="Lucida Sans Unicode"/>
                <a:cs typeface="Lucida Sans Unicode"/>
              </a:rPr>
              <a:t>S</a:t>
            </a:r>
            <a:r>
              <a:rPr sz="1800" spc="-45" dirty="0">
                <a:latin typeface="Lucida Sans Unicode"/>
                <a:cs typeface="Lucida Sans Unicode"/>
              </a:rPr>
              <a:t>A</a:t>
            </a:r>
            <a:r>
              <a:rPr sz="1800" spc="35" dirty="0">
                <a:latin typeface="Lucida Sans Unicode"/>
                <a:cs typeface="Lucida Sans Unicode"/>
              </a:rPr>
              <a:t>N</a:t>
            </a:r>
            <a:r>
              <a:rPr sz="1800" spc="-50" dirty="0"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145" y="4156598"/>
            <a:ext cx="2433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ucida Sans Unicode"/>
                <a:cs typeface="Lucida Sans Unicode"/>
              </a:rPr>
              <a:t>Производительности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</a:pPr>
            <a:r>
              <a:rPr sz="1800" spc="-105" dirty="0">
                <a:latin typeface="Lucida Sans Unicode"/>
                <a:cs typeface="Lucida Sans Unicode"/>
              </a:rPr>
              <a:t>СХД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2502" y="1875627"/>
            <a:ext cx="2198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-30" dirty="0">
                <a:latin typeface="Lucida Sans Unicode"/>
                <a:cs typeface="Lucida Sans Unicode"/>
              </a:rPr>
              <a:t>и</a:t>
            </a:r>
            <a:r>
              <a:rPr sz="1800" spc="-15" dirty="0">
                <a:latin typeface="Lucida Sans Unicode"/>
                <a:cs typeface="Lucida Sans Unicode"/>
              </a:rPr>
              <a:t>с</a:t>
            </a:r>
            <a:r>
              <a:rPr sz="1800" spc="-20" dirty="0">
                <a:latin typeface="Lucida Sans Unicode"/>
                <a:cs typeface="Lucida Sans Unicode"/>
              </a:rPr>
              <a:t>т</a:t>
            </a:r>
            <a:r>
              <a:rPr sz="1800" spc="-15" dirty="0">
                <a:latin typeface="Lucida Sans Unicode"/>
                <a:cs typeface="Lucida Sans Unicode"/>
              </a:rPr>
              <a:t>е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dirty="0">
                <a:latin typeface="Lucida Sans Unicode"/>
                <a:cs typeface="Lucida Sans Unicode"/>
              </a:rPr>
              <a:t>з</a:t>
            </a:r>
            <a:r>
              <a:rPr sz="1800" spc="15" dirty="0">
                <a:latin typeface="Lucida Sans Unicode"/>
                <a:cs typeface="Lucida Sans Unicode"/>
              </a:rPr>
              <a:t>е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40" dirty="0">
                <a:latin typeface="Lucida Sans Unicode"/>
                <a:cs typeface="Lucida Sans Unicode"/>
              </a:rPr>
              <a:t>в</a:t>
            </a:r>
            <a:r>
              <a:rPr sz="1800" spc="65" dirty="0">
                <a:latin typeface="Lucida Sans Unicode"/>
                <a:cs typeface="Lucida Sans Unicode"/>
              </a:rPr>
              <a:t>н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114" dirty="0">
                <a:latin typeface="Lucida Sans Unicode"/>
                <a:cs typeface="Lucida Sans Unicode"/>
              </a:rPr>
              <a:t>г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endParaRPr sz="1800">
              <a:latin typeface="Lucida Sans Unicode"/>
              <a:cs typeface="Lucida Sans Unicode"/>
            </a:endParaRPr>
          </a:p>
          <a:p>
            <a:pPr marR="5715" algn="r">
              <a:lnSpc>
                <a:spcPct val="100000"/>
              </a:lnSpc>
            </a:pPr>
            <a:r>
              <a:rPr sz="1800" spc="10" dirty="0">
                <a:latin typeface="Lucida Sans Unicode"/>
                <a:cs typeface="Lucida Sans Unicode"/>
              </a:rPr>
              <a:t>копирования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520" y="2878952"/>
            <a:ext cx="2673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53490" algn="r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Lucida Sans Unicode"/>
                <a:cs typeface="Lucida Sans Unicode"/>
              </a:rPr>
              <a:t>С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35" dirty="0">
                <a:latin typeface="Lucida Sans Unicode"/>
                <a:cs typeface="Lucida Sans Unicode"/>
              </a:rPr>
              <a:t>т</a:t>
            </a:r>
            <a:r>
              <a:rPr sz="1800" spc="-30" dirty="0">
                <a:latin typeface="Lucida Sans Unicode"/>
                <a:cs typeface="Lucida Sans Unicode"/>
              </a:rPr>
              <a:t>о</a:t>
            </a:r>
            <a:r>
              <a:rPr sz="1800" spc="85" dirty="0">
                <a:latin typeface="Lucida Sans Unicode"/>
                <a:cs typeface="Lucida Sans Unicode"/>
              </a:rPr>
              <a:t>я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50" dirty="0">
                <a:latin typeface="Lucida Sans Unicode"/>
                <a:cs typeface="Lucida Sans Unicode"/>
              </a:rPr>
              <a:t>ия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Lucida Sans Unicode"/>
                <a:cs typeface="Lucida Sans Unicode"/>
              </a:rPr>
              <a:t>и  </a:t>
            </a:r>
            <a:r>
              <a:rPr sz="1800" spc="-5" dirty="0">
                <a:latin typeface="Lucida Sans Unicode"/>
                <a:cs typeface="Lucida Sans Unicode"/>
              </a:rPr>
              <a:t>производительности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ви</a:t>
            </a:r>
            <a:r>
              <a:rPr sz="1800" spc="25" dirty="0">
                <a:latin typeface="Lucida Sans Unicode"/>
                <a:cs typeface="Lucida Sans Unicode"/>
              </a:rPr>
              <a:t>р</a:t>
            </a:r>
            <a:r>
              <a:rPr sz="1800" spc="-25" dirty="0">
                <a:latin typeface="Lucida Sans Unicode"/>
                <a:cs typeface="Lucida Sans Unicode"/>
              </a:rPr>
              <a:t>туа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150" dirty="0">
                <a:latin typeface="Lucida Sans Unicode"/>
                <a:cs typeface="Lucida Sans Unicode"/>
              </a:rPr>
              <a:t>ь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r>
              <a:rPr sz="1800" spc="-155" dirty="0">
                <a:latin typeface="Lucida Sans Unicode"/>
                <a:cs typeface="Lucida Sans Unicode"/>
              </a:rPr>
              <a:t>х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165" dirty="0">
                <a:latin typeface="Lucida Sans Unicode"/>
                <a:cs typeface="Lucida Sans Unicode"/>
              </a:rPr>
              <a:t>д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110" dirty="0">
                <a:latin typeface="Lucida Sans Unicode"/>
                <a:cs typeface="Lucida Sans Unicode"/>
              </a:rPr>
              <a:t>С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07348" y="3018856"/>
            <a:ext cx="1572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ucida Sans Unicode"/>
                <a:cs typeface="Lucida Sans Unicode"/>
              </a:rPr>
              <a:t>Сетевой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10" dirty="0">
                <a:latin typeface="Lucida Sans Unicode"/>
                <a:cs typeface="Lucida Sans Unicode"/>
              </a:rPr>
              <a:t>з</a:t>
            </a: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15" dirty="0">
                <a:latin typeface="Lucida Sans Unicode"/>
                <a:cs typeface="Lucida Sans Unicode"/>
              </a:rPr>
              <a:t>ти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52231" y="4156598"/>
            <a:ext cx="1959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Lucida Sans Unicode"/>
                <a:cs typeface="Lucida Sans Unicode"/>
              </a:rPr>
              <a:t>Б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10" dirty="0">
                <a:latin typeface="Lucida Sans Unicode"/>
                <a:cs typeface="Lucida Sans Unicode"/>
              </a:rPr>
              <a:t>з</a:t>
            </a: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15" dirty="0">
                <a:latin typeface="Lucida Sans Unicode"/>
                <a:cs typeface="Lucida Sans Unicode"/>
              </a:rPr>
              <a:t>т</a:t>
            </a:r>
            <a:r>
              <a:rPr sz="1800" spc="-5" dirty="0">
                <a:latin typeface="Lucida Sans Unicode"/>
                <a:cs typeface="Lucida Sans Unicode"/>
              </a:rPr>
              <a:t>и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О</a:t>
            </a:r>
            <a:r>
              <a:rPr sz="1800" spc="-70" dirty="0">
                <a:latin typeface="Lucida Sans Unicode"/>
                <a:cs typeface="Lucida Sans Unicode"/>
              </a:rPr>
              <a:t>С 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приложений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7138" y="885560"/>
            <a:ext cx="2310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Радиообследование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6608" y="5154665"/>
            <a:ext cx="17792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marR="5080" indent="-329565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Lucida Sans Unicode"/>
                <a:cs typeface="Lucida Sans Unicode"/>
              </a:rPr>
              <a:t>Совместимости </a:t>
            </a:r>
            <a:r>
              <a:rPr sz="1800" spc="-560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микрокодов </a:t>
            </a:r>
            <a:r>
              <a:rPr sz="1800" spc="-560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35" dirty="0">
                <a:latin typeface="Lucida Sans Unicode"/>
                <a:cs typeface="Lucida Sans Unicode"/>
              </a:rPr>
              <a:t>йв</a:t>
            </a:r>
            <a:r>
              <a:rPr sz="1800" spc="40" dirty="0">
                <a:latin typeface="Lucida Sans Unicode"/>
                <a:cs typeface="Lucida Sans Unicode"/>
              </a:rPr>
              <a:t>е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90" dirty="0">
                <a:latin typeface="Lucida Sans Unicode"/>
                <a:cs typeface="Lucida Sans Unicode"/>
              </a:rPr>
              <a:t>в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5022" y="1892772"/>
            <a:ext cx="1889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ucida Sans Unicode"/>
                <a:cs typeface="Lucida Sans Unicode"/>
              </a:rPr>
              <a:t>Сетевой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н</a:t>
            </a:r>
            <a:r>
              <a:rPr sz="1800" spc="-150" dirty="0">
                <a:latin typeface="Lucida Sans Unicode"/>
                <a:cs typeface="Lucida Sans Unicode"/>
              </a:rPr>
              <a:t>ф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40" dirty="0">
                <a:latin typeface="Lucida Sans Unicode"/>
                <a:cs typeface="Lucida Sans Unicode"/>
              </a:rPr>
              <a:t>тр</a:t>
            </a:r>
            <a:r>
              <a:rPr sz="1800" spc="-35" dirty="0">
                <a:latin typeface="Lucida Sans Unicode"/>
                <a:cs typeface="Lucida Sans Unicode"/>
              </a:rPr>
              <a:t>у</a:t>
            </a:r>
            <a:r>
              <a:rPr sz="1800" spc="-30" dirty="0">
                <a:latin typeface="Lucida Sans Unicode"/>
                <a:cs typeface="Lucida Sans Unicode"/>
              </a:rPr>
              <a:t>к</a:t>
            </a:r>
            <a:r>
              <a:rPr sz="1800" spc="-40" dirty="0">
                <a:latin typeface="Lucida Sans Unicode"/>
                <a:cs typeface="Lucida Sans Unicode"/>
              </a:rPr>
              <a:t>тур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3919" marR="5080" indent="474980">
              <a:lnSpc>
                <a:spcPct val="150000"/>
              </a:lnSpc>
              <a:spcBef>
                <a:spcPts val="100"/>
              </a:spcBef>
            </a:pPr>
            <a:r>
              <a:rPr spc="-25" dirty="0"/>
              <a:t>ВВОД </a:t>
            </a:r>
            <a:r>
              <a:rPr spc="-20" dirty="0"/>
              <a:t> </a:t>
            </a:r>
            <a:r>
              <a:rPr spc="-30" dirty="0"/>
              <a:t>РЕШЕНИЯ</a:t>
            </a:r>
            <a:r>
              <a:rPr spc="-125" dirty="0"/>
              <a:t> В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29332" y="3822362"/>
            <a:ext cx="2695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0" dirty="0">
                <a:latin typeface="Arial"/>
                <a:cs typeface="Arial"/>
              </a:rPr>
              <a:t>Э</a:t>
            </a:r>
            <a:r>
              <a:rPr sz="2400" b="1" spc="140" dirty="0">
                <a:latin typeface="Arial"/>
                <a:cs typeface="Arial"/>
              </a:rPr>
              <a:t>К</a:t>
            </a:r>
            <a:r>
              <a:rPr sz="2400" b="1" spc="-210" dirty="0">
                <a:latin typeface="Arial"/>
                <a:cs typeface="Arial"/>
              </a:rPr>
              <a:t>С</a:t>
            </a:r>
            <a:r>
              <a:rPr sz="2400" b="1" spc="85" dirty="0">
                <a:latin typeface="Arial"/>
                <a:cs typeface="Arial"/>
              </a:rPr>
              <a:t>ПЛУ</a:t>
            </a:r>
            <a:r>
              <a:rPr sz="2400" b="1" spc="-80" dirty="0">
                <a:latin typeface="Arial"/>
                <a:cs typeface="Arial"/>
              </a:rPr>
              <a:t>АТ</a:t>
            </a:r>
            <a:r>
              <a:rPr sz="2400" b="1" spc="20" dirty="0">
                <a:latin typeface="Arial"/>
                <a:cs typeface="Arial"/>
              </a:rPr>
              <a:t>А</a:t>
            </a:r>
            <a:r>
              <a:rPr sz="2400" b="1" spc="15" dirty="0">
                <a:latin typeface="Arial"/>
                <a:cs typeface="Arial"/>
              </a:rPr>
              <a:t>Ц</a:t>
            </a:r>
            <a:r>
              <a:rPr sz="2400" b="1" spc="250" dirty="0">
                <a:latin typeface="Arial"/>
                <a:cs typeface="Arial"/>
              </a:rPr>
              <a:t>И</a:t>
            </a:r>
            <a:r>
              <a:rPr sz="2400" b="1" spc="90" dirty="0">
                <a:latin typeface="Arial"/>
                <a:cs typeface="Arial"/>
              </a:rPr>
              <a:t>Ю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8</a:t>
            </a:fld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35863" y="1834899"/>
            <a:ext cx="4002404" cy="883919"/>
            <a:chOff x="435863" y="1834899"/>
            <a:chExt cx="4002404" cy="883919"/>
          </a:xfrm>
        </p:grpSpPr>
        <p:sp>
          <p:nvSpPr>
            <p:cNvPr id="11" name="object 11"/>
            <p:cNvSpPr/>
            <p:nvPr/>
          </p:nvSpPr>
          <p:spPr>
            <a:xfrm>
              <a:off x="454913" y="1853949"/>
              <a:ext cx="3964304" cy="845819"/>
            </a:xfrm>
            <a:custGeom>
              <a:avLst/>
              <a:gdLst/>
              <a:ahLst/>
              <a:cxnLst/>
              <a:rect l="l" t="t" r="r" b="b"/>
              <a:pathLst>
                <a:path w="3964304" h="845819">
                  <a:moveTo>
                    <a:pt x="3822954" y="0"/>
                  </a:moveTo>
                  <a:lnTo>
                    <a:pt x="140970" y="0"/>
                  </a:lnTo>
                  <a:lnTo>
                    <a:pt x="96414" y="7185"/>
                  </a:lnTo>
                  <a:lnTo>
                    <a:pt x="57716" y="27196"/>
                  </a:lnTo>
                  <a:lnTo>
                    <a:pt x="27200" y="57711"/>
                  </a:lnTo>
                  <a:lnTo>
                    <a:pt x="7187" y="96409"/>
                  </a:lnTo>
                  <a:lnTo>
                    <a:pt x="0" y="140970"/>
                  </a:lnTo>
                  <a:lnTo>
                    <a:pt x="0" y="704837"/>
                  </a:lnTo>
                  <a:lnTo>
                    <a:pt x="7187" y="749399"/>
                  </a:lnTo>
                  <a:lnTo>
                    <a:pt x="27200" y="788100"/>
                  </a:lnTo>
                  <a:lnTo>
                    <a:pt x="57716" y="818618"/>
                  </a:lnTo>
                  <a:lnTo>
                    <a:pt x="96414" y="838632"/>
                  </a:lnTo>
                  <a:lnTo>
                    <a:pt x="140970" y="845820"/>
                  </a:lnTo>
                  <a:lnTo>
                    <a:pt x="3822954" y="845820"/>
                  </a:lnTo>
                  <a:lnTo>
                    <a:pt x="3867509" y="838632"/>
                  </a:lnTo>
                  <a:lnTo>
                    <a:pt x="3906207" y="818618"/>
                  </a:lnTo>
                  <a:lnTo>
                    <a:pt x="3936723" y="788100"/>
                  </a:lnTo>
                  <a:lnTo>
                    <a:pt x="3956736" y="749399"/>
                  </a:lnTo>
                  <a:lnTo>
                    <a:pt x="3963924" y="704837"/>
                  </a:lnTo>
                  <a:lnTo>
                    <a:pt x="3963924" y="140970"/>
                  </a:lnTo>
                  <a:lnTo>
                    <a:pt x="3956736" y="96409"/>
                  </a:lnTo>
                  <a:lnTo>
                    <a:pt x="3936723" y="57711"/>
                  </a:lnTo>
                  <a:lnTo>
                    <a:pt x="3906207" y="27196"/>
                  </a:lnTo>
                  <a:lnTo>
                    <a:pt x="3867509" y="7185"/>
                  </a:lnTo>
                  <a:lnTo>
                    <a:pt x="3822954" y="0"/>
                  </a:lnTo>
                  <a:close/>
                </a:path>
              </a:pathLst>
            </a:custGeom>
            <a:solidFill>
              <a:srgbClr val="C9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4913" y="1853949"/>
              <a:ext cx="3964304" cy="845819"/>
            </a:xfrm>
            <a:custGeom>
              <a:avLst/>
              <a:gdLst/>
              <a:ahLst/>
              <a:cxnLst/>
              <a:rect l="l" t="t" r="r" b="b"/>
              <a:pathLst>
                <a:path w="3964304" h="845819">
                  <a:moveTo>
                    <a:pt x="0" y="140970"/>
                  </a:moveTo>
                  <a:lnTo>
                    <a:pt x="7187" y="96409"/>
                  </a:lnTo>
                  <a:lnTo>
                    <a:pt x="27200" y="57711"/>
                  </a:lnTo>
                  <a:lnTo>
                    <a:pt x="57716" y="27196"/>
                  </a:lnTo>
                  <a:lnTo>
                    <a:pt x="96414" y="7185"/>
                  </a:lnTo>
                  <a:lnTo>
                    <a:pt x="140970" y="0"/>
                  </a:lnTo>
                  <a:lnTo>
                    <a:pt x="3822954" y="0"/>
                  </a:lnTo>
                  <a:lnTo>
                    <a:pt x="3867509" y="7185"/>
                  </a:lnTo>
                  <a:lnTo>
                    <a:pt x="3906207" y="27196"/>
                  </a:lnTo>
                  <a:lnTo>
                    <a:pt x="3936723" y="57711"/>
                  </a:lnTo>
                  <a:lnTo>
                    <a:pt x="3956736" y="96409"/>
                  </a:lnTo>
                  <a:lnTo>
                    <a:pt x="3963924" y="140970"/>
                  </a:lnTo>
                  <a:lnTo>
                    <a:pt x="3963924" y="704837"/>
                  </a:lnTo>
                  <a:lnTo>
                    <a:pt x="3956736" y="749399"/>
                  </a:lnTo>
                  <a:lnTo>
                    <a:pt x="3936723" y="788100"/>
                  </a:lnTo>
                  <a:lnTo>
                    <a:pt x="3906207" y="818618"/>
                  </a:lnTo>
                  <a:lnTo>
                    <a:pt x="3867509" y="838632"/>
                  </a:lnTo>
                  <a:lnTo>
                    <a:pt x="3822954" y="845820"/>
                  </a:lnTo>
                  <a:lnTo>
                    <a:pt x="140970" y="845820"/>
                  </a:lnTo>
                  <a:lnTo>
                    <a:pt x="96414" y="838632"/>
                  </a:lnTo>
                  <a:lnTo>
                    <a:pt x="57716" y="818618"/>
                  </a:lnTo>
                  <a:lnTo>
                    <a:pt x="27200" y="788100"/>
                  </a:lnTo>
                  <a:lnTo>
                    <a:pt x="7187" y="749399"/>
                  </a:lnTo>
                  <a:lnTo>
                    <a:pt x="0" y="704837"/>
                  </a:lnTo>
                  <a:lnTo>
                    <a:pt x="0" y="140970"/>
                  </a:lnTo>
                  <a:close/>
                </a:path>
              </a:pathLst>
            </a:custGeom>
            <a:ln w="38100">
              <a:solidFill>
                <a:srgbClr val="5646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5199" y="2095840"/>
            <a:ext cx="33229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5" dirty="0">
                <a:latin typeface="Arial"/>
                <a:cs typeface="Arial"/>
              </a:rPr>
              <a:t>Б</a:t>
            </a:r>
            <a:r>
              <a:rPr sz="2000" b="1" dirty="0">
                <a:latin typeface="Arial"/>
                <a:cs typeface="Arial"/>
              </a:rPr>
              <a:t>АЗ</a:t>
            </a:r>
            <a:r>
              <a:rPr sz="2000" b="1" spc="5" dirty="0">
                <a:latin typeface="Arial"/>
                <a:cs typeface="Arial"/>
              </a:rPr>
              <a:t>О</a:t>
            </a:r>
            <a:r>
              <a:rPr sz="2000" b="1" spc="-95" dirty="0">
                <a:latin typeface="Arial"/>
                <a:cs typeface="Arial"/>
              </a:rPr>
              <a:t>ВА</a:t>
            </a:r>
            <a:r>
              <a:rPr sz="2000" b="1" spc="-90" dirty="0">
                <a:latin typeface="Arial"/>
                <a:cs typeface="Arial"/>
              </a:rPr>
              <a:t>Я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200" dirty="0">
                <a:latin typeface="Arial"/>
                <a:cs typeface="Arial"/>
              </a:rPr>
              <a:t>И</a:t>
            </a:r>
            <a:r>
              <a:rPr sz="2000" b="1" spc="85" dirty="0">
                <a:latin typeface="Arial"/>
                <a:cs typeface="Arial"/>
              </a:rPr>
              <a:t>Н</a:t>
            </a:r>
            <a:r>
              <a:rPr sz="2000" b="1" spc="-175" dirty="0">
                <a:latin typeface="Arial"/>
                <a:cs typeface="Arial"/>
              </a:rPr>
              <a:t>С</a:t>
            </a:r>
            <a:r>
              <a:rPr sz="2000" b="1" spc="-65" dirty="0">
                <a:latin typeface="Arial"/>
                <a:cs typeface="Arial"/>
              </a:rPr>
              <a:t>Т</a:t>
            </a:r>
            <a:r>
              <a:rPr sz="2000" b="1" spc="5" dirty="0">
                <a:latin typeface="Arial"/>
                <a:cs typeface="Arial"/>
              </a:rPr>
              <a:t>АЛ</a:t>
            </a:r>
            <a:r>
              <a:rPr sz="2000" b="1" spc="80" dirty="0">
                <a:latin typeface="Arial"/>
                <a:cs typeface="Arial"/>
              </a:rPr>
              <a:t>Л</a:t>
            </a:r>
            <a:r>
              <a:rPr sz="2000" b="1" spc="-110" dirty="0">
                <a:latin typeface="Arial"/>
                <a:cs typeface="Arial"/>
              </a:rPr>
              <a:t>Я</a:t>
            </a:r>
            <a:r>
              <a:rPr sz="2000" b="1" spc="95" dirty="0">
                <a:latin typeface="Arial"/>
                <a:cs typeface="Arial"/>
              </a:rPr>
              <a:t>Ц</a:t>
            </a:r>
            <a:r>
              <a:rPr sz="2000" b="1" spc="200" dirty="0">
                <a:latin typeface="Arial"/>
                <a:cs typeface="Arial"/>
              </a:rPr>
              <a:t>И</a:t>
            </a:r>
            <a:r>
              <a:rPr sz="2000" b="1" spc="-105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8565" y="1853939"/>
            <a:ext cx="7397750" cy="845819"/>
          </a:xfrm>
          <a:custGeom>
            <a:avLst/>
            <a:gdLst/>
            <a:ahLst/>
            <a:cxnLst/>
            <a:rect l="l" t="t" r="r" b="b"/>
            <a:pathLst>
              <a:path w="7397750" h="845819">
                <a:moveTo>
                  <a:pt x="0" y="140982"/>
                </a:moveTo>
                <a:lnTo>
                  <a:pt x="7187" y="96420"/>
                </a:lnTo>
                <a:lnTo>
                  <a:pt x="27200" y="57719"/>
                </a:lnTo>
                <a:lnTo>
                  <a:pt x="57716" y="27201"/>
                </a:lnTo>
                <a:lnTo>
                  <a:pt x="96414" y="7187"/>
                </a:lnTo>
                <a:lnTo>
                  <a:pt x="140970" y="0"/>
                </a:lnTo>
                <a:lnTo>
                  <a:pt x="7256526" y="0"/>
                </a:lnTo>
                <a:lnTo>
                  <a:pt x="7301081" y="7187"/>
                </a:lnTo>
                <a:lnTo>
                  <a:pt x="7339779" y="27201"/>
                </a:lnTo>
                <a:lnTo>
                  <a:pt x="7370295" y="57719"/>
                </a:lnTo>
                <a:lnTo>
                  <a:pt x="7390308" y="96420"/>
                </a:lnTo>
                <a:lnTo>
                  <a:pt x="7397496" y="140982"/>
                </a:lnTo>
                <a:lnTo>
                  <a:pt x="7397496" y="704850"/>
                </a:lnTo>
                <a:lnTo>
                  <a:pt x="7390308" y="749410"/>
                </a:lnTo>
                <a:lnTo>
                  <a:pt x="7370295" y="788108"/>
                </a:lnTo>
                <a:lnTo>
                  <a:pt x="7339779" y="818623"/>
                </a:lnTo>
                <a:lnTo>
                  <a:pt x="7301081" y="838634"/>
                </a:lnTo>
                <a:lnTo>
                  <a:pt x="7256526" y="845819"/>
                </a:lnTo>
                <a:lnTo>
                  <a:pt x="140970" y="845819"/>
                </a:lnTo>
                <a:lnTo>
                  <a:pt x="96414" y="838634"/>
                </a:lnTo>
                <a:lnTo>
                  <a:pt x="57716" y="818623"/>
                </a:lnTo>
                <a:lnTo>
                  <a:pt x="27200" y="788108"/>
                </a:lnTo>
                <a:lnTo>
                  <a:pt x="7187" y="749410"/>
                </a:lnTo>
                <a:lnTo>
                  <a:pt x="0" y="704850"/>
                </a:lnTo>
                <a:lnTo>
                  <a:pt x="0" y="140982"/>
                </a:lnTo>
                <a:close/>
              </a:path>
            </a:pathLst>
          </a:custGeom>
          <a:ln w="38100">
            <a:solidFill>
              <a:srgbClr val="5646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42231" y="2130892"/>
            <a:ext cx="5274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Unicode"/>
                <a:cs typeface="Lucida Sans Unicode"/>
              </a:rPr>
              <a:t>Распаковка,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монтаж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35" dirty="0">
                <a:latin typeface="Lucida Sans Unicode"/>
                <a:cs typeface="Lucida Sans Unicode"/>
              </a:rPr>
              <a:t>стойку,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подключение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кабелей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5008" y="2787397"/>
            <a:ext cx="4003675" cy="883919"/>
            <a:chOff x="445008" y="2787397"/>
            <a:chExt cx="4003675" cy="883919"/>
          </a:xfrm>
        </p:grpSpPr>
        <p:sp>
          <p:nvSpPr>
            <p:cNvPr id="17" name="object 17"/>
            <p:cNvSpPr/>
            <p:nvPr/>
          </p:nvSpPr>
          <p:spPr>
            <a:xfrm>
              <a:off x="464058" y="2806447"/>
              <a:ext cx="3965575" cy="845819"/>
            </a:xfrm>
            <a:custGeom>
              <a:avLst/>
              <a:gdLst/>
              <a:ahLst/>
              <a:cxnLst/>
              <a:rect l="l" t="t" r="r" b="b"/>
              <a:pathLst>
                <a:path w="3965575" h="845820">
                  <a:moveTo>
                    <a:pt x="3824478" y="0"/>
                  </a:moveTo>
                  <a:lnTo>
                    <a:pt x="140970" y="0"/>
                  </a:ln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0" y="704850"/>
                  </a:lnTo>
                  <a:lnTo>
                    <a:pt x="7187" y="749405"/>
                  </a:lnTo>
                  <a:lnTo>
                    <a:pt x="27200" y="788103"/>
                  </a:lnTo>
                  <a:lnTo>
                    <a:pt x="57716" y="818619"/>
                  </a:lnTo>
                  <a:lnTo>
                    <a:pt x="96414" y="838632"/>
                  </a:lnTo>
                  <a:lnTo>
                    <a:pt x="140970" y="845820"/>
                  </a:lnTo>
                  <a:lnTo>
                    <a:pt x="3824478" y="845820"/>
                  </a:lnTo>
                  <a:lnTo>
                    <a:pt x="3869033" y="838632"/>
                  </a:lnTo>
                  <a:lnTo>
                    <a:pt x="3907731" y="818619"/>
                  </a:lnTo>
                  <a:lnTo>
                    <a:pt x="3938247" y="788103"/>
                  </a:lnTo>
                  <a:lnTo>
                    <a:pt x="3958260" y="749405"/>
                  </a:lnTo>
                  <a:lnTo>
                    <a:pt x="3965448" y="704850"/>
                  </a:lnTo>
                  <a:lnTo>
                    <a:pt x="3965448" y="140970"/>
                  </a:lnTo>
                  <a:lnTo>
                    <a:pt x="3958260" y="96414"/>
                  </a:lnTo>
                  <a:lnTo>
                    <a:pt x="3938247" y="57716"/>
                  </a:lnTo>
                  <a:lnTo>
                    <a:pt x="3907731" y="27200"/>
                  </a:lnTo>
                  <a:lnTo>
                    <a:pt x="3869033" y="7187"/>
                  </a:lnTo>
                  <a:lnTo>
                    <a:pt x="3824478" y="0"/>
                  </a:lnTo>
                  <a:close/>
                </a:path>
              </a:pathLst>
            </a:custGeom>
            <a:solidFill>
              <a:srgbClr val="C9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058" y="2806447"/>
              <a:ext cx="3965575" cy="845819"/>
            </a:xfrm>
            <a:custGeom>
              <a:avLst/>
              <a:gdLst/>
              <a:ahLst/>
              <a:cxnLst/>
              <a:rect l="l" t="t" r="r" b="b"/>
              <a:pathLst>
                <a:path w="3965575" h="84582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3824478" y="0"/>
                  </a:lnTo>
                  <a:lnTo>
                    <a:pt x="3869033" y="7187"/>
                  </a:lnTo>
                  <a:lnTo>
                    <a:pt x="3907731" y="27200"/>
                  </a:lnTo>
                  <a:lnTo>
                    <a:pt x="3938247" y="57716"/>
                  </a:lnTo>
                  <a:lnTo>
                    <a:pt x="3958260" y="96414"/>
                  </a:lnTo>
                  <a:lnTo>
                    <a:pt x="3965448" y="140970"/>
                  </a:lnTo>
                  <a:lnTo>
                    <a:pt x="3965448" y="704850"/>
                  </a:lnTo>
                  <a:lnTo>
                    <a:pt x="3958260" y="749405"/>
                  </a:lnTo>
                  <a:lnTo>
                    <a:pt x="3938247" y="788103"/>
                  </a:lnTo>
                  <a:lnTo>
                    <a:pt x="3907731" y="818619"/>
                  </a:lnTo>
                  <a:lnTo>
                    <a:pt x="3869033" y="838632"/>
                  </a:lnTo>
                  <a:lnTo>
                    <a:pt x="3824478" y="845820"/>
                  </a:lnTo>
                  <a:lnTo>
                    <a:pt x="140970" y="845820"/>
                  </a:lnTo>
                  <a:lnTo>
                    <a:pt x="96414" y="838632"/>
                  </a:lnTo>
                  <a:lnTo>
                    <a:pt x="57716" y="818619"/>
                  </a:lnTo>
                  <a:lnTo>
                    <a:pt x="27200" y="788103"/>
                  </a:lnTo>
                  <a:lnTo>
                    <a:pt x="7187" y="749405"/>
                  </a:lnTo>
                  <a:lnTo>
                    <a:pt x="0" y="704850"/>
                  </a:lnTo>
                  <a:lnTo>
                    <a:pt x="0" y="140970"/>
                  </a:lnTo>
                  <a:close/>
                </a:path>
              </a:pathLst>
            </a:custGeom>
            <a:ln w="38100">
              <a:solidFill>
                <a:srgbClr val="5646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0432" y="2895715"/>
            <a:ext cx="340867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3895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Arial"/>
                <a:cs typeface="Arial"/>
              </a:rPr>
              <a:t>РАСШИРЕННАЯ 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20" dirty="0">
                <a:latin typeface="Arial"/>
                <a:cs typeface="Arial"/>
              </a:rPr>
              <a:t>ИНСТАЛЛЯЦИЯ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210" dirty="0">
                <a:latin typeface="Arial"/>
                <a:cs typeface="Arial"/>
              </a:rPr>
              <a:t>И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ЗАПУСК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37709" y="2801876"/>
            <a:ext cx="7397750" cy="844550"/>
          </a:xfrm>
          <a:custGeom>
            <a:avLst/>
            <a:gdLst/>
            <a:ahLst/>
            <a:cxnLst/>
            <a:rect l="l" t="t" r="r" b="b"/>
            <a:pathLst>
              <a:path w="7397750" h="844550">
                <a:moveTo>
                  <a:pt x="0" y="140715"/>
                </a:moveTo>
                <a:lnTo>
                  <a:pt x="7174" y="96240"/>
                </a:lnTo>
                <a:lnTo>
                  <a:pt x="27151" y="57612"/>
                </a:lnTo>
                <a:lnTo>
                  <a:pt x="57612" y="27151"/>
                </a:lnTo>
                <a:lnTo>
                  <a:pt x="96240" y="7174"/>
                </a:lnTo>
                <a:lnTo>
                  <a:pt x="140716" y="0"/>
                </a:lnTo>
                <a:lnTo>
                  <a:pt x="7256780" y="0"/>
                </a:lnTo>
                <a:lnTo>
                  <a:pt x="7301255" y="7174"/>
                </a:lnTo>
                <a:lnTo>
                  <a:pt x="7339883" y="27151"/>
                </a:lnTo>
                <a:lnTo>
                  <a:pt x="7370344" y="57612"/>
                </a:lnTo>
                <a:lnTo>
                  <a:pt x="7390321" y="96240"/>
                </a:lnTo>
                <a:lnTo>
                  <a:pt x="7397496" y="140715"/>
                </a:lnTo>
                <a:lnTo>
                  <a:pt x="7397496" y="703579"/>
                </a:lnTo>
                <a:lnTo>
                  <a:pt x="7390321" y="748055"/>
                </a:lnTo>
                <a:lnTo>
                  <a:pt x="7370344" y="786683"/>
                </a:lnTo>
                <a:lnTo>
                  <a:pt x="7339883" y="817144"/>
                </a:lnTo>
                <a:lnTo>
                  <a:pt x="7301255" y="837121"/>
                </a:lnTo>
                <a:lnTo>
                  <a:pt x="7256780" y="844295"/>
                </a:lnTo>
                <a:lnTo>
                  <a:pt x="140716" y="844295"/>
                </a:lnTo>
                <a:lnTo>
                  <a:pt x="96240" y="837121"/>
                </a:lnTo>
                <a:lnTo>
                  <a:pt x="57612" y="817144"/>
                </a:lnTo>
                <a:lnTo>
                  <a:pt x="27151" y="786683"/>
                </a:lnTo>
                <a:lnTo>
                  <a:pt x="7174" y="748055"/>
                </a:lnTo>
                <a:lnTo>
                  <a:pt x="0" y="703579"/>
                </a:lnTo>
                <a:lnTo>
                  <a:pt x="0" y="140715"/>
                </a:lnTo>
                <a:close/>
              </a:path>
            </a:pathLst>
          </a:custGeom>
          <a:ln w="38100">
            <a:solidFill>
              <a:srgbClr val="5646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22572" y="3077868"/>
            <a:ext cx="5933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solidFill>
                  <a:srgbClr val="0D0E2C"/>
                </a:solidFill>
                <a:latin typeface="Lucida Sans Unicode"/>
                <a:cs typeface="Lucida Sans Unicode"/>
              </a:rPr>
              <a:t>Обновление</a:t>
            </a:r>
            <a:r>
              <a:rPr sz="1600" spc="-95" dirty="0">
                <a:solidFill>
                  <a:srgbClr val="0D0E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0D0E2C"/>
                </a:solidFill>
                <a:latin typeface="Lucida Sans Unicode"/>
                <a:cs typeface="Lucida Sans Unicode"/>
              </a:rPr>
              <a:t>микрокода,</a:t>
            </a:r>
            <a:r>
              <a:rPr sz="1600" spc="-75" dirty="0">
                <a:solidFill>
                  <a:srgbClr val="0D0E2C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0D0E2C"/>
                </a:solidFill>
                <a:latin typeface="Lucida Sans Unicode"/>
                <a:cs typeface="Lucida Sans Unicode"/>
              </a:rPr>
              <a:t>настройка</a:t>
            </a:r>
            <a:r>
              <a:rPr sz="1600" spc="-80" dirty="0">
                <a:solidFill>
                  <a:srgbClr val="0D0E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0D0E2C"/>
                </a:solidFill>
                <a:latin typeface="Lucida Sans Unicode"/>
                <a:cs typeface="Lucida Sans Unicode"/>
              </a:rPr>
              <a:t>базового</a:t>
            </a:r>
            <a:r>
              <a:rPr sz="1600" spc="-95" dirty="0">
                <a:solidFill>
                  <a:srgbClr val="0D0E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0D0E2C"/>
                </a:solidFill>
                <a:latin typeface="Lucida Sans Unicode"/>
                <a:cs typeface="Lucida Sans Unicode"/>
              </a:rPr>
              <a:t>функционала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4151" y="3741421"/>
            <a:ext cx="4003675" cy="882650"/>
            <a:chOff x="454151" y="3741421"/>
            <a:chExt cx="4003675" cy="882650"/>
          </a:xfrm>
        </p:grpSpPr>
        <p:sp>
          <p:nvSpPr>
            <p:cNvPr id="23" name="object 23"/>
            <p:cNvSpPr/>
            <p:nvPr/>
          </p:nvSpPr>
          <p:spPr>
            <a:xfrm>
              <a:off x="473201" y="3760471"/>
              <a:ext cx="3965575" cy="844550"/>
            </a:xfrm>
            <a:custGeom>
              <a:avLst/>
              <a:gdLst/>
              <a:ahLst/>
              <a:cxnLst/>
              <a:rect l="l" t="t" r="r" b="b"/>
              <a:pathLst>
                <a:path w="3965575" h="844550">
                  <a:moveTo>
                    <a:pt x="3824732" y="0"/>
                  </a:moveTo>
                  <a:lnTo>
                    <a:pt x="140716" y="0"/>
                  </a:lnTo>
                  <a:lnTo>
                    <a:pt x="96240" y="7174"/>
                  </a:lnTo>
                  <a:lnTo>
                    <a:pt x="57612" y="27151"/>
                  </a:lnTo>
                  <a:lnTo>
                    <a:pt x="27151" y="57612"/>
                  </a:lnTo>
                  <a:lnTo>
                    <a:pt x="7174" y="96240"/>
                  </a:lnTo>
                  <a:lnTo>
                    <a:pt x="0" y="140716"/>
                  </a:lnTo>
                  <a:lnTo>
                    <a:pt x="0" y="703580"/>
                  </a:lnTo>
                  <a:lnTo>
                    <a:pt x="7174" y="748055"/>
                  </a:lnTo>
                  <a:lnTo>
                    <a:pt x="27151" y="786683"/>
                  </a:lnTo>
                  <a:lnTo>
                    <a:pt x="57612" y="817144"/>
                  </a:lnTo>
                  <a:lnTo>
                    <a:pt x="96240" y="837121"/>
                  </a:lnTo>
                  <a:lnTo>
                    <a:pt x="140716" y="844296"/>
                  </a:lnTo>
                  <a:lnTo>
                    <a:pt x="3824732" y="844296"/>
                  </a:lnTo>
                  <a:lnTo>
                    <a:pt x="3869207" y="837121"/>
                  </a:lnTo>
                  <a:lnTo>
                    <a:pt x="3907835" y="817144"/>
                  </a:lnTo>
                  <a:lnTo>
                    <a:pt x="3938296" y="786683"/>
                  </a:lnTo>
                  <a:lnTo>
                    <a:pt x="3958273" y="748055"/>
                  </a:lnTo>
                  <a:lnTo>
                    <a:pt x="3965448" y="703580"/>
                  </a:lnTo>
                  <a:lnTo>
                    <a:pt x="3965448" y="140716"/>
                  </a:lnTo>
                  <a:lnTo>
                    <a:pt x="3958273" y="96240"/>
                  </a:lnTo>
                  <a:lnTo>
                    <a:pt x="3938296" y="57612"/>
                  </a:lnTo>
                  <a:lnTo>
                    <a:pt x="3907835" y="27151"/>
                  </a:lnTo>
                  <a:lnTo>
                    <a:pt x="3869207" y="7174"/>
                  </a:lnTo>
                  <a:lnTo>
                    <a:pt x="3824732" y="0"/>
                  </a:lnTo>
                  <a:close/>
                </a:path>
              </a:pathLst>
            </a:custGeom>
            <a:solidFill>
              <a:srgbClr val="C9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3201" y="3760471"/>
              <a:ext cx="3965575" cy="844550"/>
            </a:xfrm>
            <a:custGeom>
              <a:avLst/>
              <a:gdLst/>
              <a:ahLst/>
              <a:cxnLst/>
              <a:rect l="l" t="t" r="r" b="b"/>
              <a:pathLst>
                <a:path w="3965575" h="844550">
                  <a:moveTo>
                    <a:pt x="0" y="140716"/>
                  </a:moveTo>
                  <a:lnTo>
                    <a:pt x="7174" y="96240"/>
                  </a:lnTo>
                  <a:lnTo>
                    <a:pt x="27151" y="57612"/>
                  </a:lnTo>
                  <a:lnTo>
                    <a:pt x="57612" y="27151"/>
                  </a:lnTo>
                  <a:lnTo>
                    <a:pt x="96240" y="7174"/>
                  </a:lnTo>
                  <a:lnTo>
                    <a:pt x="140716" y="0"/>
                  </a:lnTo>
                  <a:lnTo>
                    <a:pt x="3824732" y="0"/>
                  </a:lnTo>
                  <a:lnTo>
                    <a:pt x="3869207" y="7174"/>
                  </a:lnTo>
                  <a:lnTo>
                    <a:pt x="3907835" y="27151"/>
                  </a:lnTo>
                  <a:lnTo>
                    <a:pt x="3938296" y="57612"/>
                  </a:lnTo>
                  <a:lnTo>
                    <a:pt x="3958273" y="96240"/>
                  </a:lnTo>
                  <a:lnTo>
                    <a:pt x="3965448" y="140716"/>
                  </a:lnTo>
                  <a:lnTo>
                    <a:pt x="3965448" y="703580"/>
                  </a:lnTo>
                  <a:lnTo>
                    <a:pt x="3958273" y="748055"/>
                  </a:lnTo>
                  <a:lnTo>
                    <a:pt x="3938296" y="786683"/>
                  </a:lnTo>
                  <a:lnTo>
                    <a:pt x="3907835" y="817144"/>
                  </a:lnTo>
                  <a:lnTo>
                    <a:pt x="3869207" y="837121"/>
                  </a:lnTo>
                  <a:lnTo>
                    <a:pt x="3824732" y="844296"/>
                  </a:lnTo>
                  <a:lnTo>
                    <a:pt x="140716" y="844296"/>
                  </a:lnTo>
                  <a:lnTo>
                    <a:pt x="96240" y="837121"/>
                  </a:lnTo>
                  <a:lnTo>
                    <a:pt x="57612" y="817144"/>
                  </a:lnTo>
                  <a:lnTo>
                    <a:pt x="27151" y="786683"/>
                  </a:lnTo>
                  <a:lnTo>
                    <a:pt x="7174" y="748055"/>
                  </a:lnTo>
                  <a:lnTo>
                    <a:pt x="0" y="703580"/>
                  </a:lnTo>
                  <a:lnTo>
                    <a:pt x="0" y="140716"/>
                  </a:lnTo>
                  <a:close/>
                </a:path>
              </a:pathLst>
            </a:custGeom>
            <a:ln w="38100">
              <a:solidFill>
                <a:srgbClr val="5646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07933" y="4001632"/>
            <a:ext cx="32950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60" dirty="0">
                <a:latin typeface="Arial"/>
                <a:cs typeface="Arial"/>
              </a:rPr>
              <a:t>ВВ</a:t>
            </a:r>
            <a:r>
              <a:rPr sz="2000" b="1" spc="-55" dirty="0">
                <a:latin typeface="Arial"/>
                <a:cs typeface="Arial"/>
              </a:rPr>
              <a:t>О</a:t>
            </a:r>
            <a:r>
              <a:rPr sz="2000" b="1" spc="105" dirty="0">
                <a:latin typeface="Arial"/>
                <a:cs typeface="Arial"/>
              </a:rPr>
              <a:t>Д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0" dirty="0">
                <a:latin typeface="Arial"/>
                <a:cs typeface="Arial"/>
              </a:rPr>
              <a:t>В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95" dirty="0">
                <a:latin typeface="Arial"/>
                <a:cs typeface="Arial"/>
              </a:rPr>
              <a:t>Э</a:t>
            </a:r>
            <a:r>
              <a:rPr sz="2000" b="1" spc="-30" dirty="0">
                <a:latin typeface="Arial"/>
                <a:cs typeface="Arial"/>
              </a:rPr>
              <a:t>КС</a:t>
            </a:r>
            <a:r>
              <a:rPr sz="2000" b="1" spc="50" dirty="0">
                <a:latin typeface="Arial"/>
                <a:cs typeface="Arial"/>
              </a:rPr>
              <a:t>П</a:t>
            </a:r>
            <a:r>
              <a:rPr sz="2000" b="1" spc="80" dirty="0">
                <a:latin typeface="Arial"/>
                <a:cs typeface="Arial"/>
              </a:rPr>
              <a:t>ЛУ</a:t>
            </a:r>
            <a:r>
              <a:rPr sz="2000" b="1" spc="-75" dirty="0">
                <a:latin typeface="Arial"/>
                <a:cs typeface="Arial"/>
              </a:rPr>
              <a:t>А</a:t>
            </a:r>
            <a:r>
              <a:rPr sz="2000" b="1" spc="-60" dirty="0">
                <a:latin typeface="Arial"/>
                <a:cs typeface="Arial"/>
              </a:rPr>
              <a:t>Т</a:t>
            </a:r>
            <a:r>
              <a:rPr sz="2000" b="1" spc="15" dirty="0">
                <a:latin typeface="Arial"/>
                <a:cs typeface="Arial"/>
              </a:rPr>
              <a:t>А</a:t>
            </a:r>
            <a:r>
              <a:rPr sz="2000" b="1" spc="10" dirty="0">
                <a:latin typeface="Arial"/>
                <a:cs typeface="Arial"/>
              </a:rPr>
              <a:t>Ц</a:t>
            </a:r>
            <a:r>
              <a:rPr sz="2000" b="1" spc="200" dirty="0">
                <a:latin typeface="Arial"/>
                <a:cs typeface="Arial"/>
              </a:rPr>
              <a:t>И</a:t>
            </a:r>
            <a:r>
              <a:rPr sz="2000" b="1" spc="80" dirty="0">
                <a:latin typeface="Arial"/>
                <a:cs typeface="Arial"/>
              </a:rPr>
              <a:t>Ю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46853" y="3760472"/>
            <a:ext cx="7397750" cy="844550"/>
          </a:xfrm>
          <a:custGeom>
            <a:avLst/>
            <a:gdLst/>
            <a:ahLst/>
            <a:cxnLst/>
            <a:rect l="l" t="t" r="r" b="b"/>
            <a:pathLst>
              <a:path w="7397750" h="844550">
                <a:moveTo>
                  <a:pt x="0" y="140716"/>
                </a:moveTo>
                <a:lnTo>
                  <a:pt x="7174" y="96240"/>
                </a:lnTo>
                <a:lnTo>
                  <a:pt x="27151" y="57612"/>
                </a:lnTo>
                <a:lnTo>
                  <a:pt x="57612" y="27151"/>
                </a:lnTo>
                <a:lnTo>
                  <a:pt x="96240" y="7174"/>
                </a:lnTo>
                <a:lnTo>
                  <a:pt x="140716" y="0"/>
                </a:lnTo>
                <a:lnTo>
                  <a:pt x="7256780" y="0"/>
                </a:lnTo>
                <a:lnTo>
                  <a:pt x="7301255" y="7174"/>
                </a:lnTo>
                <a:lnTo>
                  <a:pt x="7339883" y="27151"/>
                </a:lnTo>
                <a:lnTo>
                  <a:pt x="7370344" y="57612"/>
                </a:lnTo>
                <a:lnTo>
                  <a:pt x="7390321" y="96240"/>
                </a:lnTo>
                <a:lnTo>
                  <a:pt x="7397496" y="140716"/>
                </a:lnTo>
                <a:lnTo>
                  <a:pt x="7397496" y="703580"/>
                </a:lnTo>
                <a:lnTo>
                  <a:pt x="7390321" y="748055"/>
                </a:lnTo>
                <a:lnTo>
                  <a:pt x="7370344" y="786683"/>
                </a:lnTo>
                <a:lnTo>
                  <a:pt x="7339883" y="817144"/>
                </a:lnTo>
                <a:lnTo>
                  <a:pt x="7301255" y="837121"/>
                </a:lnTo>
                <a:lnTo>
                  <a:pt x="7256780" y="844296"/>
                </a:lnTo>
                <a:lnTo>
                  <a:pt x="140716" y="844296"/>
                </a:lnTo>
                <a:lnTo>
                  <a:pt x="96240" y="837121"/>
                </a:lnTo>
                <a:lnTo>
                  <a:pt x="57612" y="817144"/>
                </a:lnTo>
                <a:lnTo>
                  <a:pt x="27151" y="786683"/>
                </a:lnTo>
                <a:lnTo>
                  <a:pt x="7174" y="748055"/>
                </a:lnTo>
                <a:lnTo>
                  <a:pt x="0" y="703580"/>
                </a:lnTo>
                <a:lnTo>
                  <a:pt x="0" y="140716"/>
                </a:lnTo>
                <a:close/>
              </a:path>
            </a:pathLst>
          </a:custGeom>
          <a:ln w="38100">
            <a:solidFill>
              <a:srgbClr val="5646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94157" y="3792844"/>
            <a:ext cx="700976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Lucida Sans Unicode"/>
                <a:cs typeface="Lucida Sans Unicode"/>
              </a:rPr>
              <a:t>Адаптивное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распределение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данных</a:t>
            </a:r>
            <a:r>
              <a:rPr sz="1600" spc="-5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по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уровням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хранения,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настройка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интеграции </a:t>
            </a:r>
            <a:r>
              <a:rPr sz="1600" spc="-55" dirty="0">
                <a:latin typeface="Lucida Sans Unicode"/>
                <a:cs typeface="Lucida Sans Unicode"/>
              </a:rPr>
              <a:t>с </a:t>
            </a:r>
            <a:r>
              <a:rPr sz="1600" spc="10" dirty="0">
                <a:latin typeface="Lucida Sans Unicode"/>
                <a:cs typeface="Lucida Sans Unicode"/>
              </a:rPr>
              <a:t>приложениями </a:t>
            </a:r>
            <a:r>
              <a:rPr sz="1600" spc="-25" dirty="0">
                <a:latin typeface="Lucida Sans Unicode"/>
                <a:cs typeface="Lucida Sans Unicode"/>
              </a:rPr>
              <a:t>Oracle, </a:t>
            </a:r>
            <a:r>
              <a:rPr sz="1600" spc="-30" dirty="0">
                <a:latin typeface="Lucida Sans Unicode"/>
                <a:cs typeface="Lucida Sans Unicode"/>
              </a:rPr>
              <a:t>Microsoft, </a:t>
            </a:r>
            <a:r>
              <a:rPr sz="1600" spc="-10" dirty="0">
                <a:latin typeface="Lucida Sans Unicode"/>
                <a:cs typeface="Lucida Sans Unicode"/>
              </a:rPr>
              <a:t>VMware, </a:t>
            </a:r>
            <a:r>
              <a:rPr sz="1600" spc="-15" dirty="0">
                <a:latin typeface="Lucida Sans Unicode"/>
                <a:cs typeface="Lucida Sans Unicode"/>
              </a:rPr>
              <a:t>настройка </a:t>
            </a:r>
            <a:r>
              <a:rPr sz="1600" spc="-1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25" dirty="0">
                <a:latin typeface="Lucida Sans Unicode"/>
                <a:cs typeface="Lucida Sans Unicode"/>
              </a:rPr>
              <a:t>ка</a:t>
            </a:r>
            <a:r>
              <a:rPr sz="1600" spc="-35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анн</a:t>
            </a:r>
            <a:r>
              <a:rPr sz="1600" spc="70" dirty="0">
                <a:latin typeface="Lucida Sans Unicode"/>
                <a:cs typeface="Lucida Sans Unicode"/>
              </a:rPr>
              <a:t>ы</a:t>
            </a:r>
            <a:r>
              <a:rPr sz="1600" spc="-145" dirty="0">
                <a:latin typeface="Lucida Sans Unicode"/>
                <a:cs typeface="Lucida Sans Unicode"/>
              </a:rPr>
              <a:t>х</a:t>
            </a:r>
            <a:r>
              <a:rPr sz="1600" spc="-80" dirty="0">
                <a:latin typeface="Lucida Sans Unicode"/>
                <a:cs typeface="Lucida Sans Unicode"/>
              </a:rPr>
              <a:t>,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5" dirty="0">
                <a:latin typeface="Lucida Sans Unicode"/>
                <a:cs typeface="Lucida Sans Unicode"/>
              </a:rPr>
              <a:t>а</a:t>
            </a:r>
            <a:r>
              <a:rPr sz="1600" spc="-10" dirty="0">
                <a:latin typeface="Lucida Sans Unicode"/>
                <a:cs typeface="Lucida Sans Unicode"/>
              </a:rPr>
              <a:t>к</a:t>
            </a:r>
            <a:r>
              <a:rPr sz="1600" spc="30" dirty="0">
                <a:latin typeface="Lucida Sans Unicode"/>
                <a:cs typeface="Lucida Sans Unicode"/>
              </a:rPr>
              <a:t>ж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-30" dirty="0">
                <a:latin typeface="Lucida Sans Unicode"/>
                <a:cs typeface="Lucida Sans Unicode"/>
              </a:rPr>
              <a:t>ру</a:t>
            </a:r>
            <a:r>
              <a:rPr sz="1600" spc="-35" dirty="0">
                <a:latin typeface="Lucida Sans Unicode"/>
                <a:cs typeface="Lucida Sans Unicode"/>
              </a:rPr>
              <a:t>г</a:t>
            </a:r>
            <a:r>
              <a:rPr sz="1600" spc="-40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40" dirty="0">
                <a:latin typeface="Lucida Sans Unicode"/>
                <a:cs typeface="Lucida Sans Unicode"/>
              </a:rPr>
              <a:t>ги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9</a:t>
            </a:fld>
            <a:endParaRPr spc="-10" dirty="0"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19829" y="192030"/>
            <a:ext cx="7381875" cy="87439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490"/>
              </a:spcBef>
            </a:pPr>
            <a:r>
              <a:rPr sz="2900" b="0" spc="35" dirty="0">
                <a:solidFill>
                  <a:srgbClr val="0F91FB"/>
                </a:solidFill>
                <a:latin typeface="Tahoma"/>
                <a:cs typeface="Tahoma"/>
              </a:rPr>
              <a:t>ПНР:</a:t>
            </a:r>
            <a:r>
              <a:rPr sz="2900" b="0" spc="-18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0" dirty="0">
                <a:solidFill>
                  <a:srgbClr val="0F91FB"/>
                </a:solidFill>
                <a:latin typeface="Tahoma"/>
                <a:cs typeface="Tahoma"/>
              </a:rPr>
              <a:t>ВВОД</a:t>
            </a:r>
            <a:r>
              <a:rPr sz="2900" b="0" spc="-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20" dirty="0">
                <a:solidFill>
                  <a:srgbClr val="0F91FB"/>
                </a:solidFill>
                <a:latin typeface="Tahoma"/>
                <a:cs typeface="Tahoma"/>
              </a:rPr>
              <a:t>ОБОРУДОВАНИЯ</a:t>
            </a:r>
            <a:r>
              <a:rPr sz="2900" b="0" spc="-12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8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2900" b="0" spc="-19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45" dirty="0">
                <a:solidFill>
                  <a:srgbClr val="0F91FB"/>
                </a:solidFill>
                <a:latin typeface="Tahoma"/>
                <a:cs typeface="Tahoma"/>
              </a:rPr>
              <a:t>РЕШЕНИЙ </a:t>
            </a:r>
            <a:r>
              <a:rPr sz="2900" b="0" spc="-8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0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2900" b="0" spc="-19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4" dirty="0">
                <a:solidFill>
                  <a:srgbClr val="0F91FB"/>
                </a:solidFill>
                <a:latin typeface="Tahoma"/>
                <a:cs typeface="Tahoma"/>
              </a:rPr>
              <a:t>ЭКСПЛУАТАЦИЮ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830" y="1217150"/>
            <a:ext cx="687324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125" dirty="0">
                <a:solidFill>
                  <a:srgbClr val="6BBCF5"/>
                </a:solidFill>
                <a:latin typeface="Tahoma"/>
                <a:cs typeface="Tahoma"/>
              </a:rPr>
              <a:t>Возможные</a:t>
            </a:r>
            <a:r>
              <a:rPr sz="2650" spc="-215" dirty="0">
                <a:solidFill>
                  <a:srgbClr val="6BBCF5"/>
                </a:solidFill>
                <a:latin typeface="Tahoma"/>
                <a:cs typeface="Tahoma"/>
              </a:rPr>
              <a:t> </a:t>
            </a:r>
            <a:r>
              <a:rPr sz="2650" spc="85" dirty="0">
                <a:solidFill>
                  <a:srgbClr val="6BBCF5"/>
                </a:solidFill>
                <a:latin typeface="Tahoma"/>
                <a:cs typeface="Tahoma"/>
              </a:rPr>
              <a:t>уровни</a:t>
            </a:r>
            <a:r>
              <a:rPr sz="2650" spc="-229" dirty="0">
                <a:solidFill>
                  <a:srgbClr val="6BBCF5"/>
                </a:solidFill>
                <a:latin typeface="Tahoma"/>
                <a:cs typeface="Tahoma"/>
              </a:rPr>
              <a:t> </a:t>
            </a:r>
            <a:r>
              <a:rPr sz="2650" spc="70" dirty="0">
                <a:solidFill>
                  <a:srgbClr val="6BBCF5"/>
                </a:solidFill>
                <a:latin typeface="Tahoma"/>
                <a:cs typeface="Tahoma"/>
              </a:rPr>
              <a:t>предоставления</a:t>
            </a:r>
            <a:r>
              <a:rPr sz="2650" spc="-195" dirty="0">
                <a:solidFill>
                  <a:srgbClr val="6BBCF5"/>
                </a:solidFill>
                <a:latin typeface="Tahoma"/>
                <a:cs typeface="Tahoma"/>
              </a:rPr>
              <a:t> </a:t>
            </a:r>
            <a:r>
              <a:rPr sz="2650" spc="95" dirty="0">
                <a:solidFill>
                  <a:srgbClr val="6BBCF5"/>
                </a:solidFill>
                <a:latin typeface="Tahoma"/>
                <a:cs typeface="Tahoma"/>
              </a:rPr>
              <a:t>услуг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1176" y="4735100"/>
            <a:ext cx="78384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95"/>
              </a:spcBef>
              <a:buClr>
                <a:srgbClr val="9C9CD7"/>
              </a:buClr>
              <a:buFont typeface="Arial MT"/>
              <a:buChar char="•"/>
              <a:tabLst>
                <a:tab pos="185420" algn="l"/>
              </a:tabLst>
            </a:pPr>
            <a:r>
              <a:rPr sz="1600" spc="15" dirty="0">
                <a:latin typeface="Lucida Sans Unicode"/>
                <a:cs typeface="Lucida Sans Unicode"/>
              </a:rPr>
              <a:t>Быстрый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старт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эксплуатации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купленного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endParaRPr sz="1600">
              <a:latin typeface="Lucida Sans Unicode"/>
              <a:cs typeface="Lucida Sans Unicode"/>
            </a:endParaRPr>
          </a:p>
          <a:p>
            <a:pPr marL="184785" indent="-172720">
              <a:lnSpc>
                <a:spcPct val="100000"/>
              </a:lnSpc>
              <a:buClr>
                <a:srgbClr val="9C9CD7"/>
              </a:buClr>
              <a:buFont typeface="Arial MT"/>
              <a:buChar char="•"/>
              <a:tabLst>
                <a:tab pos="185420" algn="l"/>
              </a:tabLst>
            </a:pPr>
            <a:r>
              <a:rPr sz="1600" spc="10" dirty="0">
                <a:latin typeface="Lucida Sans Unicode"/>
                <a:cs typeface="Lucida Sans Unicode"/>
              </a:rPr>
              <a:t>Экономия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ресурсов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времени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запуск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endParaRPr sz="1600">
              <a:latin typeface="Lucida Sans Unicode"/>
              <a:cs typeface="Lucida Sans Unicode"/>
            </a:endParaRPr>
          </a:p>
          <a:p>
            <a:pPr marL="184785" indent="-172720">
              <a:lnSpc>
                <a:spcPct val="100000"/>
              </a:lnSpc>
              <a:buClr>
                <a:srgbClr val="9C9CD7"/>
              </a:buClr>
              <a:buFont typeface="Arial MT"/>
              <a:buChar char="•"/>
              <a:tabLst>
                <a:tab pos="185420" algn="l"/>
              </a:tabLst>
            </a:pPr>
            <a:r>
              <a:rPr sz="1600" spc="15" dirty="0">
                <a:latin typeface="Lucida Sans Unicode"/>
                <a:cs typeface="Lucida Sans Unicode"/>
              </a:rPr>
              <a:t>Исключение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риска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поломки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при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выполнении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работ</a:t>
            </a:r>
            <a:endParaRPr sz="1600">
              <a:latin typeface="Lucida Sans Unicode"/>
              <a:cs typeface="Lucida Sans Unicode"/>
            </a:endParaRPr>
          </a:p>
          <a:p>
            <a:pPr marL="184785" indent="-172720">
              <a:lnSpc>
                <a:spcPct val="100000"/>
              </a:lnSpc>
              <a:buClr>
                <a:srgbClr val="9C9CD7"/>
              </a:buClr>
              <a:buFont typeface="Arial MT"/>
              <a:buChar char="•"/>
              <a:tabLst>
                <a:tab pos="185420" algn="l"/>
              </a:tabLst>
            </a:pPr>
            <a:r>
              <a:rPr sz="1600" spc="-15" dirty="0">
                <a:latin typeface="Lucida Sans Unicode"/>
                <a:cs typeface="Lucida Sans Unicode"/>
              </a:rPr>
              <a:t>Тонкая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настройка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производительности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ёмкости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систем</a:t>
            </a:r>
            <a:endParaRPr sz="1600">
              <a:latin typeface="Lucida Sans Unicode"/>
              <a:cs typeface="Lucida Sans Unicode"/>
            </a:endParaRPr>
          </a:p>
          <a:p>
            <a:pPr marL="184785" indent="-172720">
              <a:lnSpc>
                <a:spcPct val="100000"/>
              </a:lnSpc>
              <a:buClr>
                <a:srgbClr val="9C9CD7"/>
              </a:buClr>
              <a:buFont typeface="Arial MT"/>
              <a:buChar char="•"/>
              <a:tabLst>
                <a:tab pos="185420" algn="l"/>
              </a:tabLst>
            </a:pPr>
            <a:r>
              <a:rPr sz="1600" dirty="0">
                <a:latin typeface="Lucida Sans Unicode"/>
                <a:cs typeface="Lucida Sans Unicode"/>
              </a:rPr>
              <a:t>Инсталляция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35" dirty="0">
                <a:latin typeface="Lucida Sans Unicode"/>
                <a:cs typeface="Lucida Sans Unicode"/>
              </a:rPr>
              <a:t>согласно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индивидуальному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Техническому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Заданию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Заказчика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1776" y="2816521"/>
            <a:ext cx="32086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5110">
              <a:lnSpc>
                <a:spcPct val="150000"/>
              </a:lnSpc>
              <a:spcBef>
                <a:spcPts val="100"/>
              </a:spcBef>
            </a:pPr>
            <a:r>
              <a:rPr spc="-20" dirty="0"/>
              <a:t>УПРАВЛЕНИЕ </a:t>
            </a:r>
            <a:r>
              <a:rPr spc="45" dirty="0"/>
              <a:t>ИТ- </a:t>
            </a:r>
            <a:r>
              <a:rPr spc="50" dirty="0"/>
              <a:t> </a:t>
            </a:r>
            <a:r>
              <a:rPr spc="175" dirty="0"/>
              <a:t>ИН</a:t>
            </a:r>
            <a:r>
              <a:rPr spc="15" dirty="0"/>
              <a:t>Ф</a:t>
            </a:r>
            <a:r>
              <a:rPr spc="-90" dirty="0"/>
              <a:t>РА</a:t>
            </a:r>
            <a:r>
              <a:rPr spc="-210" dirty="0"/>
              <a:t>С</a:t>
            </a:r>
            <a:r>
              <a:rPr spc="-80" dirty="0"/>
              <a:t>Т</a:t>
            </a:r>
            <a:r>
              <a:rPr spc="50" dirty="0"/>
              <a:t>РУ</a:t>
            </a:r>
            <a:r>
              <a:rPr spc="40" dirty="0"/>
              <a:t>К</a:t>
            </a:r>
            <a:r>
              <a:rPr spc="-80" dirty="0"/>
              <a:t>Т</a:t>
            </a:r>
            <a:r>
              <a:rPr spc="15" dirty="0"/>
              <a:t>УР</a:t>
            </a:r>
            <a:r>
              <a:rPr spc="10" dirty="0"/>
              <a:t>О</a:t>
            </a:r>
            <a:r>
              <a:rPr spc="250" dirty="0"/>
              <a:t>Й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10</a:t>
            </a:fld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804" y="1269375"/>
            <a:ext cx="11829627" cy="455906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8510" y="1936427"/>
            <a:ext cx="2401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 </a:t>
            </a:r>
            <a:r>
              <a:rPr sz="1600" spc="10" dirty="0">
                <a:latin typeface="Lucida Sans Unicode"/>
                <a:cs typeface="Lucida Sans Unicode"/>
              </a:rPr>
              <a:t>лучших 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практик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управления</a:t>
            </a:r>
            <a:r>
              <a:rPr sz="1600" spc="-120" dirty="0">
                <a:latin typeface="Lucida Sans Unicode"/>
                <a:cs typeface="Lucida Sans Unicode"/>
              </a:rPr>
              <a:t> </a:t>
            </a:r>
            <a:r>
              <a:rPr sz="1600" spc="-45" dirty="0">
                <a:latin typeface="Lucida Sans Unicode"/>
                <a:cs typeface="Lucida Sans Unicode"/>
              </a:rPr>
              <a:t>ИТ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11</a:t>
            </a:fld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19830" y="594367"/>
            <a:ext cx="691070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0" spc="135" dirty="0">
                <a:solidFill>
                  <a:srgbClr val="0F91FB"/>
                </a:solidFill>
                <a:latin typeface="Tahoma"/>
                <a:cs typeface="Tahoma"/>
              </a:rPr>
              <a:t>УПРАВЛЕНИЕ</a:t>
            </a:r>
            <a:r>
              <a:rPr sz="2900" b="0" spc="-21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50" dirty="0">
                <a:solidFill>
                  <a:srgbClr val="0F91FB"/>
                </a:solidFill>
                <a:latin typeface="Tahoma"/>
                <a:cs typeface="Tahoma"/>
              </a:rPr>
              <a:t>ИТ-ИНФРАСТРУКТУРОЙ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6627" y="4062782"/>
            <a:ext cx="36353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Lucida Sans Unicode"/>
                <a:cs typeface="Lucida Sans Unicode"/>
              </a:rPr>
              <a:t>Разработка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реализация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стратегий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безопасности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хранения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данных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8569" y="3005337"/>
            <a:ext cx="1784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5" dirty="0">
                <a:latin typeface="Lucida Sans Unicode"/>
                <a:cs typeface="Lucida Sans Unicode"/>
              </a:rPr>
              <a:t>С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служ</a:t>
            </a:r>
            <a:r>
              <a:rPr sz="1600" dirty="0">
                <a:latin typeface="Lucida Sans Unicode"/>
                <a:cs typeface="Lucida Sans Unicode"/>
              </a:rPr>
              <a:t>б</a:t>
            </a:r>
            <a:r>
              <a:rPr sz="1600" spc="50" dirty="0">
                <a:latin typeface="Lucida Sans Unicode"/>
                <a:cs typeface="Lucida Sans Unicode"/>
              </a:rPr>
              <a:t>ы  </a:t>
            </a:r>
            <a:r>
              <a:rPr sz="1600" spc="-15" dirty="0">
                <a:latin typeface="Lucida Sans Unicode"/>
                <a:cs typeface="Lucida Sans Unicode"/>
              </a:rPr>
              <a:t>Service</a:t>
            </a:r>
            <a:r>
              <a:rPr sz="1600" spc="-110" dirty="0">
                <a:latin typeface="Lucida Sans Unicode"/>
                <a:cs typeface="Lucida Sans Unicode"/>
              </a:rPr>
              <a:t> </a:t>
            </a:r>
            <a:r>
              <a:rPr sz="1600" spc="-45" dirty="0">
                <a:latin typeface="Lucida Sans Unicode"/>
                <a:cs typeface="Lucida Sans Unicode"/>
              </a:rPr>
              <a:t>Desk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6627" y="3000270"/>
            <a:ext cx="3075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 </a:t>
            </a:r>
            <a:r>
              <a:rPr sz="1600" spc="20" dirty="0">
                <a:latin typeface="Lucida Sans Unicode"/>
                <a:cs typeface="Lucida Sans Unicode"/>
              </a:rPr>
              <a:t>и </a:t>
            </a:r>
            <a:r>
              <a:rPr sz="1600" spc="5" dirty="0">
                <a:latin typeface="Lucida Sans Unicode"/>
                <a:cs typeface="Lucida Sans Unicode"/>
              </a:rPr>
              <a:t>оптимизация 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мониторинга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инфраструктуры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8569" y="4069876"/>
            <a:ext cx="21278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 </a:t>
            </a:r>
            <a:r>
              <a:rPr sz="1600" spc="-15" dirty="0">
                <a:latin typeface="Lucida Sans Unicode"/>
                <a:cs typeface="Lucida Sans Unicode"/>
              </a:rPr>
              <a:t>систем </a:t>
            </a:r>
            <a:r>
              <a:rPr sz="1600" spc="-1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управления</a:t>
            </a:r>
            <a:r>
              <a:rPr sz="1600" spc="-114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рисками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6627" y="1941610"/>
            <a:ext cx="34544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latin typeface="Lucida Sans Unicode"/>
                <a:cs typeface="Lucida Sans Unicode"/>
              </a:rPr>
              <a:t>Обучение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персонала,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проведение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технических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тренингов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8771" y="5139076"/>
            <a:ext cx="6797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Lucida Sans Unicode"/>
                <a:cs typeface="Lucida Sans Unicode"/>
              </a:rPr>
              <a:t>Выделенная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команда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технических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специалистов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по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обслуживанию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администрированию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систем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216" y="2542201"/>
            <a:ext cx="226441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pc="-35" dirty="0"/>
              <a:t>РЕАКТИВНАЯ </a:t>
            </a:r>
            <a:r>
              <a:rPr spc="-30" dirty="0"/>
              <a:t> </a:t>
            </a:r>
            <a:r>
              <a:rPr spc="-80" dirty="0"/>
              <a:t>Т</a:t>
            </a:r>
            <a:r>
              <a:rPr spc="-130" dirty="0"/>
              <a:t>Е</a:t>
            </a:r>
            <a:r>
              <a:rPr spc="-135" dirty="0"/>
              <a:t>Х</a:t>
            </a:r>
            <a:r>
              <a:rPr spc="175" dirty="0"/>
              <a:t>НИ</a:t>
            </a:r>
            <a:r>
              <a:rPr spc="60" dirty="0"/>
              <a:t>Ч</a:t>
            </a:r>
            <a:r>
              <a:rPr spc="-225" dirty="0"/>
              <a:t>Е</a:t>
            </a:r>
            <a:r>
              <a:rPr spc="-245" dirty="0"/>
              <a:t>С</a:t>
            </a:r>
            <a:r>
              <a:rPr spc="140" dirty="0"/>
              <a:t>К</a:t>
            </a:r>
            <a:r>
              <a:rPr spc="-75" dirty="0"/>
              <a:t>АЯ  </a:t>
            </a:r>
            <a:r>
              <a:rPr spc="15" dirty="0"/>
              <a:t>ПОДДЕРЖКА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12</a:t>
            </a:fld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5144770" y="856236"/>
            <a:ext cx="1703070" cy="916940"/>
            <a:chOff x="5144770" y="856236"/>
            <a:chExt cx="1703070" cy="916940"/>
          </a:xfrm>
        </p:grpSpPr>
        <p:sp>
          <p:nvSpPr>
            <p:cNvPr id="10" name="object 10"/>
            <p:cNvSpPr/>
            <p:nvPr/>
          </p:nvSpPr>
          <p:spPr>
            <a:xfrm>
              <a:off x="5151120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1539494" y="0"/>
                  </a:moveTo>
                  <a:lnTo>
                    <a:pt x="150622" y="0"/>
                  </a:lnTo>
                  <a:lnTo>
                    <a:pt x="103014" y="7678"/>
                  </a:lnTo>
                  <a:lnTo>
                    <a:pt x="61667" y="29061"/>
                  </a:lnTo>
                  <a:lnTo>
                    <a:pt x="29061" y="61667"/>
                  </a:lnTo>
                  <a:lnTo>
                    <a:pt x="7678" y="103014"/>
                  </a:lnTo>
                  <a:lnTo>
                    <a:pt x="0" y="150622"/>
                  </a:lnTo>
                  <a:lnTo>
                    <a:pt x="0" y="753110"/>
                  </a:lnTo>
                  <a:lnTo>
                    <a:pt x="7678" y="800717"/>
                  </a:lnTo>
                  <a:lnTo>
                    <a:pt x="29061" y="842064"/>
                  </a:lnTo>
                  <a:lnTo>
                    <a:pt x="61667" y="874670"/>
                  </a:lnTo>
                  <a:lnTo>
                    <a:pt x="103014" y="896053"/>
                  </a:lnTo>
                  <a:lnTo>
                    <a:pt x="150622" y="903732"/>
                  </a:lnTo>
                  <a:lnTo>
                    <a:pt x="1539494" y="903732"/>
                  </a:lnTo>
                  <a:lnTo>
                    <a:pt x="1587101" y="896053"/>
                  </a:lnTo>
                  <a:lnTo>
                    <a:pt x="1628448" y="874670"/>
                  </a:lnTo>
                  <a:lnTo>
                    <a:pt x="1661054" y="842064"/>
                  </a:lnTo>
                  <a:lnTo>
                    <a:pt x="1682437" y="800717"/>
                  </a:lnTo>
                  <a:lnTo>
                    <a:pt x="1690116" y="753110"/>
                  </a:lnTo>
                  <a:lnTo>
                    <a:pt x="1690116" y="150622"/>
                  </a:lnTo>
                  <a:lnTo>
                    <a:pt x="1682437" y="103014"/>
                  </a:lnTo>
                  <a:lnTo>
                    <a:pt x="1661054" y="61667"/>
                  </a:lnTo>
                  <a:lnTo>
                    <a:pt x="1628448" y="29061"/>
                  </a:lnTo>
                  <a:lnTo>
                    <a:pt x="1587101" y="7678"/>
                  </a:lnTo>
                  <a:lnTo>
                    <a:pt x="153949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51120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1539494" y="0"/>
                  </a:lnTo>
                  <a:lnTo>
                    <a:pt x="1587101" y="7678"/>
                  </a:lnTo>
                  <a:lnTo>
                    <a:pt x="1628448" y="29061"/>
                  </a:lnTo>
                  <a:lnTo>
                    <a:pt x="1661054" y="61667"/>
                  </a:lnTo>
                  <a:lnTo>
                    <a:pt x="1682437" y="103014"/>
                  </a:lnTo>
                  <a:lnTo>
                    <a:pt x="1690116" y="150622"/>
                  </a:lnTo>
                  <a:lnTo>
                    <a:pt x="1690116" y="753110"/>
                  </a:lnTo>
                  <a:lnTo>
                    <a:pt x="1682437" y="800717"/>
                  </a:lnTo>
                  <a:lnTo>
                    <a:pt x="1661054" y="842064"/>
                  </a:lnTo>
                  <a:lnTo>
                    <a:pt x="1628448" y="874670"/>
                  </a:lnTo>
                  <a:lnTo>
                    <a:pt x="1587101" y="896053"/>
                  </a:lnTo>
                  <a:lnTo>
                    <a:pt x="1539494" y="903732"/>
                  </a:lnTo>
                  <a:lnTo>
                    <a:pt x="150622" y="903732"/>
                  </a:lnTo>
                  <a:lnTo>
                    <a:pt x="103014" y="896053"/>
                  </a:lnTo>
                  <a:lnTo>
                    <a:pt x="61667" y="874670"/>
                  </a:lnTo>
                  <a:lnTo>
                    <a:pt x="29061" y="842064"/>
                  </a:lnTo>
                  <a:lnTo>
                    <a:pt x="7678" y="800717"/>
                  </a:lnTo>
                  <a:lnTo>
                    <a:pt x="0" y="753110"/>
                  </a:lnTo>
                  <a:lnTo>
                    <a:pt x="0" y="150622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88907" y="942178"/>
            <a:ext cx="1415415" cy="72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marR="246379"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БАЗОВЫЙ 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35" dirty="0">
                <a:latin typeface="Arial"/>
                <a:cs typeface="Arial"/>
              </a:rPr>
              <a:t>К</a:t>
            </a:r>
            <a:r>
              <a:rPr sz="1200" b="1" spc="50" dirty="0">
                <a:latin typeface="Arial"/>
                <a:cs typeface="Arial"/>
              </a:rPr>
              <a:t>О</a:t>
            </a:r>
            <a:r>
              <a:rPr sz="1200" b="1" spc="55" dirty="0">
                <a:latin typeface="Arial"/>
                <a:cs typeface="Arial"/>
              </a:rPr>
              <a:t>Н</a:t>
            </a:r>
            <a:r>
              <a:rPr sz="1200" b="1" spc="-40" dirty="0">
                <a:latin typeface="Arial"/>
                <a:cs typeface="Arial"/>
              </a:rPr>
              <a:t>Т</a:t>
            </a:r>
            <a:r>
              <a:rPr sz="1200" b="1" spc="-50" dirty="0">
                <a:latin typeface="Arial"/>
                <a:cs typeface="Arial"/>
              </a:rPr>
              <a:t>Р</a:t>
            </a:r>
            <a:r>
              <a:rPr sz="1200" b="1" spc="-40" dirty="0">
                <a:latin typeface="Arial"/>
                <a:cs typeface="Arial"/>
              </a:rPr>
              <a:t>А</a:t>
            </a:r>
            <a:r>
              <a:rPr sz="1200" b="1" spc="10" dirty="0">
                <a:latin typeface="Arial"/>
                <a:cs typeface="Arial"/>
              </a:rPr>
              <a:t>К</a:t>
            </a:r>
            <a:r>
              <a:rPr sz="1200" b="1" spc="15" dirty="0">
                <a:latin typeface="Arial"/>
                <a:cs typeface="Arial"/>
              </a:rPr>
              <a:t>Т</a:t>
            </a:r>
            <a:r>
              <a:rPr sz="1200" spc="80" dirty="0">
                <a:latin typeface="Lucida Sans Unicode"/>
                <a:cs typeface="Lucida Sans Unicode"/>
              </a:rPr>
              <a:t>*</a:t>
            </a:r>
            <a:endParaRPr sz="1200">
              <a:latin typeface="Lucida Sans Unicode"/>
              <a:cs typeface="Lucida Sans Unicode"/>
            </a:endParaRPr>
          </a:p>
          <a:p>
            <a:pPr marL="12700" marR="5080" indent="-635" algn="ctr">
              <a:lnSpc>
                <a:spcPct val="100000"/>
              </a:lnSpc>
              <a:spcBef>
                <a:spcPts val="5"/>
              </a:spcBef>
            </a:pPr>
            <a:r>
              <a:rPr sz="1100" spc="-30" dirty="0">
                <a:latin typeface="Lucida Sans Unicode"/>
                <a:cs typeface="Lucida Sans Unicode"/>
              </a:rPr>
              <a:t>Н</a:t>
            </a:r>
            <a:r>
              <a:rPr sz="1100" spc="-25" dirty="0">
                <a:latin typeface="Lucida Sans Unicode"/>
                <a:cs typeface="Lucida Sans Unicode"/>
              </a:rPr>
              <a:t>А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ТЕХ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Lucida Sans Unicode"/>
                <a:cs typeface="Lucida Sans Unicode"/>
              </a:rPr>
              <a:t>П</a:t>
            </a:r>
            <a:r>
              <a:rPr sz="1100" spc="5" dirty="0">
                <a:latin typeface="Lucida Sans Unicode"/>
                <a:cs typeface="Lucida Sans Unicode"/>
              </a:rPr>
              <a:t>О</a:t>
            </a:r>
            <a:r>
              <a:rPr sz="1100" spc="-75" dirty="0">
                <a:latin typeface="Lucida Sans Unicode"/>
                <a:cs typeface="Lucida Sans Unicode"/>
              </a:rPr>
              <a:t>ДД</a:t>
            </a:r>
            <a:r>
              <a:rPr sz="1100" spc="30" dirty="0">
                <a:latin typeface="Lucida Sans Unicode"/>
                <a:cs typeface="Lucida Sans Unicode"/>
              </a:rPr>
              <a:t>Е</a:t>
            </a:r>
            <a:r>
              <a:rPr sz="1100" spc="35" dirty="0">
                <a:latin typeface="Lucida Sans Unicode"/>
                <a:cs typeface="Lucida Sans Unicode"/>
              </a:rPr>
              <a:t>Р</a:t>
            </a:r>
            <a:r>
              <a:rPr sz="1100" spc="45" dirty="0">
                <a:latin typeface="Lucida Sans Unicode"/>
                <a:cs typeface="Lucida Sans Unicode"/>
              </a:rPr>
              <a:t>Ж</a:t>
            </a:r>
            <a:r>
              <a:rPr sz="1100" spc="15" dirty="0">
                <a:latin typeface="Lucida Sans Unicode"/>
                <a:cs typeface="Lucida Sans Unicode"/>
              </a:rPr>
              <a:t>К</a:t>
            </a:r>
            <a:r>
              <a:rPr sz="1100" spc="-15" dirty="0">
                <a:latin typeface="Lucida Sans Unicode"/>
                <a:cs typeface="Lucida Sans Unicode"/>
              </a:rPr>
              <a:t>У  </a:t>
            </a:r>
            <a:r>
              <a:rPr sz="1100" spc="40" dirty="0">
                <a:latin typeface="Lucida Sans Unicode"/>
                <a:cs typeface="Lucida Sans Unicode"/>
              </a:rPr>
              <a:t>Б</a:t>
            </a:r>
            <a:r>
              <a:rPr sz="1100" dirty="0">
                <a:latin typeface="Lucida Sans Unicode"/>
                <a:cs typeface="Lucida Sans Unicode"/>
              </a:rPr>
              <a:t>А</a:t>
            </a:r>
            <a:r>
              <a:rPr sz="1100" spc="-5" dirty="0">
                <a:latin typeface="Lucida Sans Unicode"/>
                <a:cs typeface="Lucida Sans Unicode"/>
              </a:rPr>
              <a:t>З</a:t>
            </a:r>
            <a:r>
              <a:rPr sz="1100" spc="15" dirty="0">
                <a:latin typeface="Lucida Sans Unicode"/>
                <a:cs typeface="Lucida Sans Unicode"/>
              </a:rPr>
              <a:t>ОВАЯ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Г</a:t>
            </a:r>
            <a:r>
              <a:rPr sz="1100" dirty="0">
                <a:latin typeface="Lucida Sans Unicode"/>
                <a:cs typeface="Lucida Sans Unicode"/>
              </a:rPr>
              <a:t>АР</a:t>
            </a:r>
            <a:r>
              <a:rPr sz="1100" spc="-25" dirty="0">
                <a:latin typeface="Lucida Sans Unicode"/>
                <a:cs typeface="Lucida Sans Unicode"/>
              </a:rPr>
              <a:t>А</a:t>
            </a:r>
            <a:r>
              <a:rPr sz="1100" spc="-30" dirty="0">
                <a:latin typeface="Lucida Sans Unicode"/>
                <a:cs typeface="Lucida Sans Unicode"/>
              </a:rPr>
              <a:t>Н</a:t>
            </a:r>
            <a:r>
              <a:rPr sz="1100" spc="-90" dirty="0">
                <a:latin typeface="Lucida Sans Unicode"/>
                <a:cs typeface="Lucida Sans Unicode"/>
              </a:rPr>
              <a:t>Т</a:t>
            </a:r>
            <a:r>
              <a:rPr sz="1100" spc="30" dirty="0">
                <a:latin typeface="Lucida Sans Unicode"/>
                <a:cs typeface="Lucida Sans Unicode"/>
              </a:rPr>
              <a:t>И</a:t>
            </a:r>
            <a:r>
              <a:rPr sz="1100" spc="20" dirty="0">
                <a:latin typeface="Lucida Sans Unicode"/>
                <a:cs typeface="Lucida Sans Unicode"/>
              </a:rPr>
              <a:t>Я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71461" y="856236"/>
            <a:ext cx="1703070" cy="916940"/>
            <a:chOff x="6871461" y="856236"/>
            <a:chExt cx="1703070" cy="916940"/>
          </a:xfrm>
        </p:grpSpPr>
        <p:sp>
          <p:nvSpPr>
            <p:cNvPr id="14" name="object 14"/>
            <p:cNvSpPr/>
            <p:nvPr/>
          </p:nvSpPr>
          <p:spPr>
            <a:xfrm>
              <a:off x="6877811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1539494" y="0"/>
                  </a:moveTo>
                  <a:lnTo>
                    <a:pt x="150622" y="0"/>
                  </a:lnTo>
                  <a:lnTo>
                    <a:pt x="103014" y="7678"/>
                  </a:lnTo>
                  <a:lnTo>
                    <a:pt x="61667" y="29061"/>
                  </a:lnTo>
                  <a:lnTo>
                    <a:pt x="29061" y="61667"/>
                  </a:lnTo>
                  <a:lnTo>
                    <a:pt x="7678" y="103014"/>
                  </a:lnTo>
                  <a:lnTo>
                    <a:pt x="0" y="150622"/>
                  </a:lnTo>
                  <a:lnTo>
                    <a:pt x="0" y="753110"/>
                  </a:lnTo>
                  <a:lnTo>
                    <a:pt x="7678" y="800717"/>
                  </a:lnTo>
                  <a:lnTo>
                    <a:pt x="29061" y="842064"/>
                  </a:lnTo>
                  <a:lnTo>
                    <a:pt x="61667" y="874670"/>
                  </a:lnTo>
                  <a:lnTo>
                    <a:pt x="103014" y="896053"/>
                  </a:lnTo>
                  <a:lnTo>
                    <a:pt x="150622" y="903732"/>
                  </a:lnTo>
                  <a:lnTo>
                    <a:pt x="1539494" y="903732"/>
                  </a:lnTo>
                  <a:lnTo>
                    <a:pt x="1587101" y="896053"/>
                  </a:lnTo>
                  <a:lnTo>
                    <a:pt x="1628448" y="874670"/>
                  </a:lnTo>
                  <a:lnTo>
                    <a:pt x="1661054" y="842064"/>
                  </a:lnTo>
                  <a:lnTo>
                    <a:pt x="1682437" y="800717"/>
                  </a:lnTo>
                  <a:lnTo>
                    <a:pt x="1690116" y="753110"/>
                  </a:lnTo>
                  <a:lnTo>
                    <a:pt x="1690116" y="150622"/>
                  </a:lnTo>
                  <a:lnTo>
                    <a:pt x="1682437" y="103014"/>
                  </a:lnTo>
                  <a:lnTo>
                    <a:pt x="1661054" y="61667"/>
                  </a:lnTo>
                  <a:lnTo>
                    <a:pt x="1628448" y="29061"/>
                  </a:lnTo>
                  <a:lnTo>
                    <a:pt x="1587101" y="7678"/>
                  </a:lnTo>
                  <a:lnTo>
                    <a:pt x="1539494" y="0"/>
                  </a:lnTo>
                  <a:close/>
                </a:path>
              </a:pathLst>
            </a:custGeom>
            <a:solidFill>
              <a:srgbClr val="D9F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7811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1539494" y="0"/>
                  </a:lnTo>
                  <a:lnTo>
                    <a:pt x="1587101" y="7678"/>
                  </a:lnTo>
                  <a:lnTo>
                    <a:pt x="1628448" y="29061"/>
                  </a:lnTo>
                  <a:lnTo>
                    <a:pt x="1661054" y="61667"/>
                  </a:lnTo>
                  <a:lnTo>
                    <a:pt x="1682437" y="103014"/>
                  </a:lnTo>
                  <a:lnTo>
                    <a:pt x="1690116" y="150622"/>
                  </a:lnTo>
                  <a:lnTo>
                    <a:pt x="1690116" y="753110"/>
                  </a:lnTo>
                  <a:lnTo>
                    <a:pt x="1682437" y="800717"/>
                  </a:lnTo>
                  <a:lnTo>
                    <a:pt x="1661054" y="842064"/>
                  </a:lnTo>
                  <a:lnTo>
                    <a:pt x="1628448" y="874670"/>
                  </a:lnTo>
                  <a:lnTo>
                    <a:pt x="1587101" y="896053"/>
                  </a:lnTo>
                  <a:lnTo>
                    <a:pt x="1539494" y="903732"/>
                  </a:lnTo>
                  <a:lnTo>
                    <a:pt x="150622" y="903732"/>
                  </a:lnTo>
                  <a:lnTo>
                    <a:pt x="103014" y="896053"/>
                  </a:lnTo>
                  <a:lnTo>
                    <a:pt x="61667" y="874670"/>
                  </a:lnTo>
                  <a:lnTo>
                    <a:pt x="29061" y="842064"/>
                  </a:lnTo>
                  <a:lnTo>
                    <a:pt x="7678" y="800717"/>
                  </a:lnTo>
                  <a:lnTo>
                    <a:pt x="0" y="753110"/>
                  </a:lnTo>
                  <a:lnTo>
                    <a:pt x="0" y="150622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21327" y="926938"/>
            <a:ext cx="1402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94615" indent="-186055">
              <a:lnSpc>
                <a:spcPct val="100000"/>
              </a:lnSpc>
              <a:spcBef>
                <a:spcPts val="100"/>
              </a:spcBef>
            </a:pPr>
            <a:r>
              <a:rPr sz="1200" b="1" spc="-105" dirty="0">
                <a:latin typeface="Arial"/>
                <a:cs typeface="Arial"/>
              </a:rPr>
              <a:t>С</a:t>
            </a:r>
            <a:r>
              <a:rPr sz="1200" b="1" spc="-40" dirty="0">
                <a:latin typeface="Arial"/>
                <a:cs typeface="Arial"/>
              </a:rPr>
              <a:t>Т</a:t>
            </a:r>
            <a:r>
              <a:rPr sz="1200" b="1" spc="5" dirty="0">
                <a:latin typeface="Arial"/>
                <a:cs typeface="Arial"/>
              </a:rPr>
              <a:t>А</a:t>
            </a:r>
            <a:r>
              <a:rPr sz="1200" b="1" spc="10" dirty="0">
                <a:latin typeface="Arial"/>
                <a:cs typeface="Arial"/>
              </a:rPr>
              <a:t>Н</a:t>
            </a:r>
            <a:r>
              <a:rPr sz="1200" b="1" spc="55" dirty="0">
                <a:latin typeface="Arial"/>
                <a:cs typeface="Arial"/>
              </a:rPr>
              <a:t>Д</a:t>
            </a:r>
            <a:r>
              <a:rPr sz="1200" b="1" spc="-45" dirty="0">
                <a:latin typeface="Arial"/>
                <a:cs typeface="Arial"/>
              </a:rPr>
              <a:t>АР</a:t>
            </a:r>
            <a:r>
              <a:rPr sz="1200" b="1" spc="-40" dirty="0">
                <a:latin typeface="Arial"/>
                <a:cs typeface="Arial"/>
              </a:rPr>
              <a:t>Т</a:t>
            </a:r>
            <a:r>
              <a:rPr sz="1200" b="1" spc="55" dirty="0">
                <a:latin typeface="Arial"/>
                <a:cs typeface="Arial"/>
              </a:rPr>
              <a:t>Н</a:t>
            </a:r>
            <a:r>
              <a:rPr sz="1200" b="1" spc="-90" dirty="0">
                <a:latin typeface="Arial"/>
                <a:cs typeface="Arial"/>
              </a:rPr>
              <a:t>Ы</a:t>
            </a:r>
            <a:r>
              <a:rPr sz="1200" b="1" spc="70" dirty="0">
                <a:latin typeface="Arial"/>
                <a:cs typeface="Arial"/>
              </a:rPr>
              <a:t>Й  </a:t>
            </a:r>
            <a:r>
              <a:rPr sz="1200" b="1" spc="5" dirty="0">
                <a:latin typeface="Arial"/>
                <a:cs typeface="Arial"/>
              </a:rPr>
              <a:t>КОНТРАКТ</a:t>
            </a:r>
            <a:endParaRPr sz="1200">
              <a:latin typeface="Arial"/>
              <a:cs typeface="Arial"/>
            </a:endParaRPr>
          </a:p>
          <a:p>
            <a:pPr marL="231775" marR="5080" indent="-219710">
              <a:lnSpc>
                <a:spcPct val="100000"/>
              </a:lnSpc>
            </a:pPr>
            <a:r>
              <a:rPr sz="1200" dirty="0">
                <a:latin typeface="Lucida Sans Unicode"/>
                <a:cs typeface="Lucida Sans Unicode"/>
              </a:rPr>
              <a:t>Н</a:t>
            </a:r>
            <a:r>
              <a:rPr sz="1200" spc="-65" dirty="0">
                <a:latin typeface="Lucida Sans Unicode"/>
                <a:cs typeface="Lucida Sans Unicode"/>
              </a:rPr>
              <a:t>А</a:t>
            </a:r>
            <a:r>
              <a:rPr sz="1200" spc="-70" dirty="0">
                <a:latin typeface="Lucida Sans Unicode"/>
                <a:cs typeface="Lucida Sans Unicode"/>
              </a:rPr>
              <a:t> </a:t>
            </a:r>
            <a:r>
              <a:rPr sz="1200" spc="-95" dirty="0">
                <a:latin typeface="Lucida Sans Unicode"/>
                <a:cs typeface="Lucida Sans Unicode"/>
              </a:rPr>
              <a:t>Т</a:t>
            </a:r>
            <a:r>
              <a:rPr sz="1200" spc="15" dirty="0">
                <a:latin typeface="Lucida Sans Unicode"/>
                <a:cs typeface="Lucida Sans Unicode"/>
              </a:rPr>
              <a:t>Е</a:t>
            </a:r>
            <a:r>
              <a:rPr sz="1200" spc="-50" dirty="0">
                <a:latin typeface="Lucida Sans Unicode"/>
                <a:cs typeface="Lucida Sans Unicode"/>
              </a:rPr>
              <a:t>Х</a:t>
            </a:r>
            <a:r>
              <a:rPr sz="1200" dirty="0">
                <a:latin typeface="Lucida Sans Unicode"/>
                <a:cs typeface="Lucida Sans Unicode"/>
              </a:rPr>
              <a:t>Н</a:t>
            </a:r>
            <a:r>
              <a:rPr sz="1200" spc="45" dirty="0">
                <a:latin typeface="Lucida Sans Unicode"/>
                <a:cs typeface="Lucida Sans Unicode"/>
              </a:rPr>
              <a:t>ИЧ</a:t>
            </a:r>
            <a:r>
              <a:rPr sz="1200" spc="25" dirty="0">
                <a:latin typeface="Lucida Sans Unicode"/>
                <a:cs typeface="Lucida Sans Unicode"/>
              </a:rPr>
              <a:t>Е</a:t>
            </a:r>
            <a:r>
              <a:rPr sz="1200" spc="-80" dirty="0">
                <a:latin typeface="Lucida Sans Unicode"/>
                <a:cs typeface="Lucida Sans Unicode"/>
              </a:rPr>
              <a:t>С</a:t>
            </a:r>
            <a:r>
              <a:rPr sz="1200" dirty="0">
                <a:latin typeface="Lucida Sans Unicode"/>
                <a:cs typeface="Lucida Sans Unicode"/>
              </a:rPr>
              <a:t>К</a:t>
            </a:r>
            <a:r>
              <a:rPr sz="1200" spc="-5" dirty="0">
                <a:latin typeface="Lucida Sans Unicode"/>
                <a:cs typeface="Lucida Sans Unicode"/>
              </a:rPr>
              <a:t>У</a:t>
            </a:r>
            <a:r>
              <a:rPr sz="1200" spc="55" dirty="0">
                <a:latin typeface="Lucida Sans Unicode"/>
                <a:cs typeface="Lucida Sans Unicode"/>
              </a:rPr>
              <a:t>Ю  </a:t>
            </a:r>
            <a:r>
              <a:rPr sz="1200" spc="-10" dirty="0">
                <a:latin typeface="Lucida Sans Unicode"/>
                <a:cs typeface="Lucida Sans Unicode"/>
              </a:rPr>
              <a:t>ПОДДЕРЖКУ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604250" y="856236"/>
            <a:ext cx="1703070" cy="916940"/>
            <a:chOff x="8604250" y="856236"/>
            <a:chExt cx="1703070" cy="916940"/>
          </a:xfrm>
        </p:grpSpPr>
        <p:sp>
          <p:nvSpPr>
            <p:cNvPr id="18" name="object 18"/>
            <p:cNvSpPr/>
            <p:nvPr/>
          </p:nvSpPr>
          <p:spPr>
            <a:xfrm>
              <a:off x="8610600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1539494" y="0"/>
                  </a:moveTo>
                  <a:lnTo>
                    <a:pt x="150622" y="0"/>
                  </a:lnTo>
                  <a:lnTo>
                    <a:pt x="103014" y="7678"/>
                  </a:lnTo>
                  <a:lnTo>
                    <a:pt x="61667" y="29061"/>
                  </a:lnTo>
                  <a:lnTo>
                    <a:pt x="29061" y="61667"/>
                  </a:lnTo>
                  <a:lnTo>
                    <a:pt x="7678" y="103014"/>
                  </a:lnTo>
                  <a:lnTo>
                    <a:pt x="0" y="150622"/>
                  </a:lnTo>
                  <a:lnTo>
                    <a:pt x="0" y="753110"/>
                  </a:lnTo>
                  <a:lnTo>
                    <a:pt x="7678" y="800717"/>
                  </a:lnTo>
                  <a:lnTo>
                    <a:pt x="29061" y="842064"/>
                  </a:lnTo>
                  <a:lnTo>
                    <a:pt x="61667" y="874670"/>
                  </a:lnTo>
                  <a:lnTo>
                    <a:pt x="103014" y="896053"/>
                  </a:lnTo>
                  <a:lnTo>
                    <a:pt x="150622" y="903732"/>
                  </a:lnTo>
                  <a:lnTo>
                    <a:pt x="1539494" y="903732"/>
                  </a:lnTo>
                  <a:lnTo>
                    <a:pt x="1587101" y="896053"/>
                  </a:lnTo>
                  <a:lnTo>
                    <a:pt x="1628448" y="874670"/>
                  </a:lnTo>
                  <a:lnTo>
                    <a:pt x="1661054" y="842064"/>
                  </a:lnTo>
                  <a:lnTo>
                    <a:pt x="1682437" y="800717"/>
                  </a:lnTo>
                  <a:lnTo>
                    <a:pt x="1690116" y="753110"/>
                  </a:lnTo>
                  <a:lnTo>
                    <a:pt x="1690116" y="150622"/>
                  </a:lnTo>
                  <a:lnTo>
                    <a:pt x="1682437" y="103014"/>
                  </a:lnTo>
                  <a:lnTo>
                    <a:pt x="1661054" y="61667"/>
                  </a:lnTo>
                  <a:lnTo>
                    <a:pt x="1628448" y="29061"/>
                  </a:lnTo>
                  <a:lnTo>
                    <a:pt x="1587101" y="7678"/>
                  </a:lnTo>
                  <a:lnTo>
                    <a:pt x="1539494" y="0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10600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1539494" y="0"/>
                  </a:lnTo>
                  <a:lnTo>
                    <a:pt x="1587101" y="7678"/>
                  </a:lnTo>
                  <a:lnTo>
                    <a:pt x="1628448" y="29061"/>
                  </a:lnTo>
                  <a:lnTo>
                    <a:pt x="1661054" y="61667"/>
                  </a:lnTo>
                  <a:lnTo>
                    <a:pt x="1682437" y="103014"/>
                  </a:lnTo>
                  <a:lnTo>
                    <a:pt x="1690116" y="150622"/>
                  </a:lnTo>
                  <a:lnTo>
                    <a:pt x="1690116" y="753110"/>
                  </a:lnTo>
                  <a:lnTo>
                    <a:pt x="1682437" y="800717"/>
                  </a:lnTo>
                  <a:lnTo>
                    <a:pt x="1661054" y="842064"/>
                  </a:lnTo>
                  <a:lnTo>
                    <a:pt x="1628448" y="874670"/>
                  </a:lnTo>
                  <a:lnTo>
                    <a:pt x="1587101" y="896053"/>
                  </a:lnTo>
                  <a:lnTo>
                    <a:pt x="1539494" y="903732"/>
                  </a:lnTo>
                  <a:lnTo>
                    <a:pt x="150622" y="903732"/>
                  </a:lnTo>
                  <a:lnTo>
                    <a:pt x="103014" y="896053"/>
                  </a:lnTo>
                  <a:lnTo>
                    <a:pt x="61667" y="874670"/>
                  </a:lnTo>
                  <a:lnTo>
                    <a:pt x="29061" y="842064"/>
                  </a:lnTo>
                  <a:lnTo>
                    <a:pt x="7678" y="800717"/>
                  </a:lnTo>
                  <a:lnTo>
                    <a:pt x="0" y="753110"/>
                  </a:lnTo>
                  <a:lnTo>
                    <a:pt x="0" y="150622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53827" y="926938"/>
            <a:ext cx="1402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83210" algn="ctr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Arial"/>
                <a:cs typeface="Arial"/>
              </a:rPr>
              <a:t>В</a:t>
            </a:r>
            <a:r>
              <a:rPr sz="1200" b="1" spc="-90" dirty="0">
                <a:latin typeface="Arial"/>
                <a:cs typeface="Arial"/>
              </a:rPr>
              <a:t>Ы</a:t>
            </a:r>
            <a:r>
              <a:rPr sz="1200" b="1" spc="-105" dirty="0">
                <a:latin typeface="Arial"/>
                <a:cs typeface="Arial"/>
              </a:rPr>
              <a:t>С</a:t>
            </a:r>
            <a:r>
              <a:rPr sz="1200" b="1" spc="20" dirty="0">
                <a:latin typeface="Arial"/>
                <a:cs typeface="Arial"/>
              </a:rPr>
              <a:t>О</a:t>
            </a:r>
            <a:r>
              <a:rPr sz="1200" b="1" spc="65" dirty="0">
                <a:latin typeface="Arial"/>
                <a:cs typeface="Arial"/>
              </a:rPr>
              <a:t>К</a:t>
            </a:r>
            <a:r>
              <a:rPr sz="1200" b="1" spc="80" dirty="0">
                <a:latin typeface="Arial"/>
                <a:cs typeface="Arial"/>
              </a:rPr>
              <a:t>ИЙ  </a:t>
            </a:r>
            <a:r>
              <a:rPr sz="1200" b="1" spc="35" dirty="0">
                <a:latin typeface="Arial"/>
                <a:cs typeface="Arial"/>
              </a:rPr>
              <a:t>К</a:t>
            </a:r>
            <a:r>
              <a:rPr sz="1200" b="1" spc="50" dirty="0">
                <a:latin typeface="Arial"/>
                <a:cs typeface="Arial"/>
              </a:rPr>
              <a:t>О</a:t>
            </a:r>
            <a:r>
              <a:rPr sz="1200" b="1" spc="55" dirty="0">
                <a:latin typeface="Arial"/>
                <a:cs typeface="Arial"/>
              </a:rPr>
              <a:t>Н</a:t>
            </a:r>
            <a:r>
              <a:rPr sz="1200" b="1" spc="-40" dirty="0">
                <a:latin typeface="Arial"/>
                <a:cs typeface="Arial"/>
              </a:rPr>
              <a:t>Т</a:t>
            </a:r>
            <a:r>
              <a:rPr sz="1200" b="1" spc="-50" dirty="0">
                <a:latin typeface="Arial"/>
                <a:cs typeface="Arial"/>
              </a:rPr>
              <a:t>Р</a:t>
            </a:r>
            <a:r>
              <a:rPr sz="1200" b="1" spc="-40" dirty="0">
                <a:latin typeface="Arial"/>
                <a:cs typeface="Arial"/>
              </a:rPr>
              <a:t>А</a:t>
            </a:r>
            <a:r>
              <a:rPr sz="1200" b="1" spc="10" dirty="0">
                <a:latin typeface="Arial"/>
                <a:cs typeface="Arial"/>
              </a:rPr>
              <a:t>КТ</a:t>
            </a:r>
            <a:endParaRPr sz="12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dirty="0">
                <a:latin typeface="Lucida Sans Unicode"/>
                <a:cs typeface="Lucida Sans Unicode"/>
              </a:rPr>
              <a:t>Н</a:t>
            </a:r>
            <a:r>
              <a:rPr sz="1200" spc="-65" dirty="0">
                <a:latin typeface="Lucida Sans Unicode"/>
                <a:cs typeface="Lucida Sans Unicode"/>
              </a:rPr>
              <a:t>А</a:t>
            </a:r>
            <a:r>
              <a:rPr sz="1200" spc="-70" dirty="0">
                <a:latin typeface="Lucida Sans Unicode"/>
                <a:cs typeface="Lucida Sans Unicode"/>
              </a:rPr>
              <a:t> </a:t>
            </a:r>
            <a:r>
              <a:rPr sz="1200" spc="-95" dirty="0">
                <a:latin typeface="Lucida Sans Unicode"/>
                <a:cs typeface="Lucida Sans Unicode"/>
              </a:rPr>
              <a:t>Т</a:t>
            </a:r>
            <a:r>
              <a:rPr sz="1200" spc="15" dirty="0">
                <a:latin typeface="Lucida Sans Unicode"/>
                <a:cs typeface="Lucida Sans Unicode"/>
              </a:rPr>
              <a:t>Е</a:t>
            </a:r>
            <a:r>
              <a:rPr sz="1200" spc="-50" dirty="0">
                <a:latin typeface="Lucida Sans Unicode"/>
                <a:cs typeface="Lucida Sans Unicode"/>
              </a:rPr>
              <a:t>Х</a:t>
            </a:r>
            <a:r>
              <a:rPr sz="1200" dirty="0">
                <a:latin typeface="Lucida Sans Unicode"/>
                <a:cs typeface="Lucida Sans Unicode"/>
              </a:rPr>
              <a:t>Н</a:t>
            </a:r>
            <a:r>
              <a:rPr sz="1200" spc="45" dirty="0">
                <a:latin typeface="Lucida Sans Unicode"/>
                <a:cs typeface="Lucida Sans Unicode"/>
              </a:rPr>
              <a:t>ИЧ</a:t>
            </a:r>
            <a:r>
              <a:rPr sz="1200" spc="25" dirty="0">
                <a:latin typeface="Lucida Sans Unicode"/>
                <a:cs typeface="Lucida Sans Unicode"/>
              </a:rPr>
              <a:t>Е</a:t>
            </a:r>
            <a:r>
              <a:rPr sz="1200" spc="-80" dirty="0">
                <a:latin typeface="Lucida Sans Unicode"/>
                <a:cs typeface="Lucida Sans Unicode"/>
              </a:rPr>
              <a:t>С</a:t>
            </a:r>
            <a:r>
              <a:rPr sz="1200" dirty="0">
                <a:latin typeface="Lucida Sans Unicode"/>
                <a:cs typeface="Lucida Sans Unicode"/>
              </a:rPr>
              <a:t>К</a:t>
            </a:r>
            <a:r>
              <a:rPr sz="1200" spc="-5" dirty="0">
                <a:latin typeface="Lucida Sans Unicode"/>
                <a:cs typeface="Lucida Sans Unicode"/>
              </a:rPr>
              <a:t>У</a:t>
            </a:r>
            <a:r>
              <a:rPr sz="1200" spc="55" dirty="0">
                <a:latin typeface="Lucida Sans Unicode"/>
                <a:cs typeface="Lucida Sans Unicode"/>
              </a:rPr>
              <a:t>Ю  </a:t>
            </a:r>
            <a:r>
              <a:rPr sz="1200" spc="-10" dirty="0">
                <a:latin typeface="Lucida Sans Unicode"/>
                <a:cs typeface="Lucida Sans Unicode"/>
              </a:rPr>
              <a:t>ПОДДЕРЖКУ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340085" y="856236"/>
            <a:ext cx="1703070" cy="916940"/>
            <a:chOff x="10340085" y="856236"/>
            <a:chExt cx="1703070" cy="916940"/>
          </a:xfrm>
        </p:grpSpPr>
        <p:sp>
          <p:nvSpPr>
            <p:cNvPr id="22" name="object 22"/>
            <p:cNvSpPr/>
            <p:nvPr/>
          </p:nvSpPr>
          <p:spPr>
            <a:xfrm>
              <a:off x="10346435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1539494" y="0"/>
                  </a:moveTo>
                  <a:lnTo>
                    <a:pt x="150622" y="0"/>
                  </a:lnTo>
                  <a:lnTo>
                    <a:pt x="103014" y="7678"/>
                  </a:lnTo>
                  <a:lnTo>
                    <a:pt x="61667" y="29061"/>
                  </a:lnTo>
                  <a:lnTo>
                    <a:pt x="29061" y="61667"/>
                  </a:lnTo>
                  <a:lnTo>
                    <a:pt x="7678" y="103014"/>
                  </a:lnTo>
                  <a:lnTo>
                    <a:pt x="0" y="150622"/>
                  </a:lnTo>
                  <a:lnTo>
                    <a:pt x="0" y="753110"/>
                  </a:lnTo>
                  <a:lnTo>
                    <a:pt x="7678" y="800717"/>
                  </a:lnTo>
                  <a:lnTo>
                    <a:pt x="29061" y="842064"/>
                  </a:lnTo>
                  <a:lnTo>
                    <a:pt x="61667" y="874670"/>
                  </a:lnTo>
                  <a:lnTo>
                    <a:pt x="103014" y="896053"/>
                  </a:lnTo>
                  <a:lnTo>
                    <a:pt x="150622" y="903732"/>
                  </a:lnTo>
                  <a:lnTo>
                    <a:pt x="1539494" y="903732"/>
                  </a:lnTo>
                  <a:lnTo>
                    <a:pt x="1587101" y="896053"/>
                  </a:lnTo>
                  <a:lnTo>
                    <a:pt x="1628448" y="874670"/>
                  </a:lnTo>
                  <a:lnTo>
                    <a:pt x="1661054" y="842064"/>
                  </a:lnTo>
                  <a:lnTo>
                    <a:pt x="1682437" y="800717"/>
                  </a:lnTo>
                  <a:lnTo>
                    <a:pt x="1690116" y="753110"/>
                  </a:lnTo>
                  <a:lnTo>
                    <a:pt x="1690116" y="150622"/>
                  </a:lnTo>
                  <a:lnTo>
                    <a:pt x="1682437" y="103014"/>
                  </a:lnTo>
                  <a:lnTo>
                    <a:pt x="1661054" y="61667"/>
                  </a:lnTo>
                  <a:lnTo>
                    <a:pt x="1628448" y="29061"/>
                  </a:lnTo>
                  <a:lnTo>
                    <a:pt x="1587101" y="7678"/>
                  </a:lnTo>
                  <a:lnTo>
                    <a:pt x="1539494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346435" y="862586"/>
              <a:ext cx="1690370" cy="904240"/>
            </a:xfrm>
            <a:custGeom>
              <a:avLst/>
              <a:gdLst/>
              <a:ahLst/>
              <a:cxnLst/>
              <a:rect l="l" t="t" r="r" b="b"/>
              <a:pathLst>
                <a:path w="1690370" h="904239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1539494" y="0"/>
                  </a:lnTo>
                  <a:lnTo>
                    <a:pt x="1587101" y="7678"/>
                  </a:lnTo>
                  <a:lnTo>
                    <a:pt x="1628448" y="29061"/>
                  </a:lnTo>
                  <a:lnTo>
                    <a:pt x="1661054" y="61667"/>
                  </a:lnTo>
                  <a:lnTo>
                    <a:pt x="1682437" y="103014"/>
                  </a:lnTo>
                  <a:lnTo>
                    <a:pt x="1690116" y="150622"/>
                  </a:lnTo>
                  <a:lnTo>
                    <a:pt x="1690116" y="753110"/>
                  </a:lnTo>
                  <a:lnTo>
                    <a:pt x="1682437" y="800717"/>
                  </a:lnTo>
                  <a:lnTo>
                    <a:pt x="1661054" y="842064"/>
                  </a:lnTo>
                  <a:lnTo>
                    <a:pt x="1628448" y="874670"/>
                  </a:lnTo>
                  <a:lnTo>
                    <a:pt x="1587101" y="896053"/>
                  </a:lnTo>
                  <a:lnTo>
                    <a:pt x="1539494" y="903732"/>
                  </a:lnTo>
                  <a:lnTo>
                    <a:pt x="150622" y="903732"/>
                  </a:lnTo>
                  <a:lnTo>
                    <a:pt x="103014" y="896053"/>
                  </a:lnTo>
                  <a:lnTo>
                    <a:pt x="61667" y="874670"/>
                  </a:lnTo>
                  <a:lnTo>
                    <a:pt x="29061" y="842064"/>
                  </a:lnTo>
                  <a:lnTo>
                    <a:pt x="7678" y="800717"/>
                  </a:lnTo>
                  <a:lnTo>
                    <a:pt x="0" y="753110"/>
                  </a:lnTo>
                  <a:lnTo>
                    <a:pt x="0" y="150622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489744" y="926938"/>
            <a:ext cx="1402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00965" indent="-18034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1200" b="1" spc="4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1200" b="1" spc="7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200" b="1" spc="75" dirty="0">
                <a:solidFill>
                  <a:srgbClr val="FFFFFF"/>
                </a:solidFill>
                <a:latin typeface="Arial"/>
                <a:cs typeface="Arial"/>
              </a:rPr>
              <a:t>Ч</a:t>
            </a:r>
            <a:r>
              <a:rPr sz="1200" b="1" spc="-130" dirty="0">
                <a:solidFill>
                  <a:srgbClr val="FFFFFF"/>
                </a:solidFill>
                <a:latin typeface="Arial"/>
                <a:cs typeface="Arial"/>
              </a:rPr>
              <a:t>Е</a:t>
            </a:r>
            <a:r>
              <a:rPr sz="1200" b="1" spc="-105" dirty="0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sz="1200" b="1" spc="6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1200" b="1" spc="80" dirty="0">
                <a:solidFill>
                  <a:srgbClr val="FFFFFF"/>
                </a:solidFill>
                <a:latin typeface="Arial"/>
                <a:cs typeface="Arial"/>
              </a:rPr>
              <a:t>ИЙ  </a:t>
            </a:r>
            <a:r>
              <a:rPr sz="1200" b="1" spc="5" dirty="0">
                <a:solidFill>
                  <a:srgbClr val="FFFFFF"/>
                </a:solidFill>
                <a:latin typeface="Arial"/>
                <a:cs typeface="Arial"/>
              </a:rPr>
              <a:t>КОНТРАКТ</a:t>
            </a:r>
            <a:endParaRPr sz="1200">
              <a:latin typeface="Arial"/>
              <a:cs typeface="Arial"/>
            </a:endParaRPr>
          </a:p>
          <a:p>
            <a:pPr marL="231775" marR="5080" indent="-21971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Н</a:t>
            </a:r>
            <a:r>
              <a:rPr sz="1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А</a:t>
            </a:r>
            <a:r>
              <a:rPr sz="12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Т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Е</a:t>
            </a: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Х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Н</a:t>
            </a:r>
            <a:r>
              <a:rPr sz="1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ИЧ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Е</a:t>
            </a:r>
            <a:r>
              <a:rPr sz="12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С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К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У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Ю 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ПОДДЕРЖКУ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74087" y="2021677"/>
            <a:ext cx="2955290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latin typeface="Lucida Sans Unicode"/>
                <a:cs typeface="Lucida Sans Unicode"/>
              </a:rPr>
              <a:t>Д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35" dirty="0">
                <a:latin typeface="Lucida Sans Unicode"/>
                <a:cs typeface="Lucida Sans Unicode"/>
              </a:rPr>
              <a:t>ту</a:t>
            </a:r>
            <a:r>
              <a:rPr sz="1800" spc="-25" dirty="0">
                <a:latin typeface="Lucida Sans Unicode"/>
                <a:cs typeface="Lucida Sans Unicode"/>
              </a:rPr>
              <a:t>п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к</a:t>
            </a:r>
            <a:r>
              <a:rPr sz="1800" spc="-110" dirty="0">
                <a:latin typeface="Lucida Sans Unicode"/>
                <a:cs typeface="Lucida Sans Unicode"/>
              </a:rPr>
              <a:t> С</a:t>
            </a:r>
            <a:r>
              <a:rPr sz="1800" spc="-85" dirty="0">
                <a:latin typeface="Lucida Sans Unicode"/>
                <a:cs typeface="Lucida Sans Unicode"/>
              </a:rPr>
              <a:t>ТП</a:t>
            </a:r>
            <a:endParaRPr sz="18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2020"/>
              </a:spcBef>
            </a:pPr>
            <a:r>
              <a:rPr sz="1800" spc="45" dirty="0">
                <a:latin typeface="Lucida Sans Unicode"/>
                <a:cs typeface="Lucida Sans Unicode"/>
              </a:rPr>
              <a:t>Время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реакции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инженера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44770" y="1956563"/>
            <a:ext cx="1703070" cy="438150"/>
            <a:chOff x="5144770" y="1956563"/>
            <a:chExt cx="1703070" cy="438150"/>
          </a:xfrm>
        </p:grpSpPr>
        <p:sp>
          <p:nvSpPr>
            <p:cNvPr id="27" name="object 27"/>
            <p:cNvSpPr/>
            <p:nvPr/>
          </p:nvSpPr>
          <p:spPr>
            <a:xfrm>
              <a:off x="5151120" y="1962913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51120" y="1962913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63429" y="1994848"/>
            <a:ext cx="466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latin typeface="Arial"/>
                <a:cs typeface="Arial"/>
              </a:rPr>
              <a:t>9х5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71461" y="1956565"/>
            <a:ext cx="5177790" cy="438150"/>
            <a:chOff x="6871461" y="1956565"/>
            <a:chExt cx="5177790" cy="43815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7811" y="1962912"/>
              <a:ext cx="5164835" cy="4251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877811" y="1962915"/>
              <a:ext cx="5165090" cy="425450"/>
            </a:xfrm>
            <a:custGeom>
              <a:avLst/>
              <a:gdLst/>
              <a:ahLst/>
              <a:cxnLst/>
              <a:rect l="l" t="t" r="r" b="b"/>
              <a:pathLst>
                <a:path w="516509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5093970" y="0"/>
                  </a:lnTo>
                  <a:lnTo>
                    <a:pt x="5121555" y="5568"/>
                  </a:lnTo>
                  <a:lnTo>
                    <a:pt x="5144081" y="20754"/>
                  </a:lnTo>
                  <a:lnTo>
                    <a:pt x="5159267" y="43280"/>
                  </a:lnTo>
                  <a:lnTo>
                    <a:pt x="5164836" y="70865"/>
                  </a:lnTo>
                  <a:lnTo>
                    <a:pt x="5164836" y="354317"/>
                  </a:lnTo>
                  <a:lnTo>
                    <a:pt x="5159267" y="381904"/>
                  </a:lnTo>
                  <a:lnTo>
                    <a:pt x="5144081" y="404434"/>
                  </a:lnTo>
                  <a:lnTo>
                    <a:pt x="5121555" y="419625"/>
                  </a:lnTo>
                  <a:lnTo>
                    <a:pt x="5093970" y="425195"/>
                  </a:lnTo>
                  <a:lnTo>
                    <a:pt x="70866" y="425195"/>
                  </a:lnTo>
                  <a:lnTo>
                    <a:pt x="43280" y="419625"/>
                  </a:lnTo>
                  <a:lnTo>
                    <a:pt x="20754" y="404434"/>
                  </a:lnTo>
                  <a:lnTo>
                    <a:pt x="5568" y="381904"/>
                  </a:lnTo>
                  <a:lnTo>
                    <a:pt x="0" y="354317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153614" y="1994852"/>
            <a:ext cx="6127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latin typeface="Arial"/>
                <a:cs typeface="Arial"/>
              </a:rPr>
              <a:t>24х7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144770" y="3093467"/>
            <a:ext cx="1703070" cy="438150"/>
            <a:chOff x="5144770" y="3093467"/>
            <a:chExt cx="1703070" cy="438150"/>
          </a:xfrm>
        </p:grpSpPr>
        <p:sp>
          <p:nvSpPr>
            <p:cNvPr id="35" name="object 35"/>
            <p:cNvSpPr/>
            <p:nvPr/>
          </p:nvSpPr>
          <p:spPr>
            <a:xfrm>
              <a:off x="5151120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51120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467774" y="3132527"/>
            <a:ext cx="1056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5" dirty="0">
                <a:latin typeface="Arial"/>
                <a:cs typeface="Arial"/>
              </a:rPr>
              <a:t>90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114" dirty="0">
                <a:latin typeface="Arial"/>
                <a:cs typeface="Arial"/>
              </a:rPr>
              <a:t>дней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71461" y="3093467"/>
            <a:ext cx="1703070" cy="438150"/>
            <a:chOff x="6871461" y="3093467"/>
            <a:chExt cx="1703070" cy="438150"/>
          </a:xfrm>
        </p:grpSpPr>
        <p:sp>
          <p:nvSpPr>
            <p:cNvPr id="39" name="object 39"/>
            <p:cNvSpPr/>
            <p:nvPr/>
          </p:nvSpPr>
          <p:spPr>
            <a:xfrm>
              <a:off x="6877811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D9F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77811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94140" y="3132531"/>
            <a:ext cx="1056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5" dirty="0">
                <a:latin typeface="Arial"/>
                <a:cs typeface="Arial"/>
              </a:rPr>
              <a:t>14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114" dirty="0">
                <a:latin typeface="Arial"/>
                <a:cs typeface="Arial"/>
              </a:rPr>
              <a:t>дней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04250" y="3093467"/>
            <a:ext cx="1703070" cy="438150"/>
            <a:chOff x="8604250" y="3093467"/>
            <a:chExt cx="1703070" cy="438150"/>
          </a:xfrm>
        </p:grpSpPr>
        <p:sp>
          <p:nvSpPr>
            <p:cNvPr id="43" name="object 43"/>
            <p:cNvSpPr/>
            <p:nvPr/>
          </p:nvSpPr>
          <p:spPr>
            <a:xfrm>
              <a:off x="8610600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10600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091885" y="3132531"/>
            <a:ext cx="728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0" dirty="0">
                <a:latin typeface="Arial"/>
                <a:cs typeface="Arial"/>
              </a:rPr>
              <a:t>3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65" dirty="0">
                <a:latin typeface="Arial"/>
                <a:cs typeface="Arial"/>
              </a:rPr>
              <a:t>дня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340085" y="3093467"/>
            <a:ext cx="1703070" cy="438150"/>
            <a:chOff x="10340085" y="3093467"/>
            <a:chExt cx="1703070" cy="438150"/>
          </a:xfrm>
        </p:grpSpPr>
        <p:sp>
          <p:nvSpPr>
            <p:cNvPr id="47" name="object 47"/>
            <p:cNvSpPr/>
            <p:nvPr/>
          </p:nvSpPr>
          <p:spPr>
            <a:xfrm>
              <a:off x="10346435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346435" y="3099817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549752" y="3132531"/>
            <a:ext cx="1283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solidFill>
                  <a:srgbClr val="FFFFFF"/>
                </a:solidFill>
                <a:latin typeface="Arial"/>
                <a:cs typeface="Arial"/>
              </a:rPr>
              <a:t>NBD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27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85" dirty="0">
                <a:solidFill>
                  <a:srgbClr val="FFFFFF"/>
                </a:solidFill>
                <a:latin typeface="Arial"/>
                <a:cs typeface="Arial"/>
              </a:rPr>
              <a:t>ч.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150865" y="3631440"/>
            <a:ext cx="1703070" cy="436880"/>
            <a:chOff x="5150865" y="3631440"/>
            <a:chExt cx="1703070" cy="436880"/>
          </a:xfrm>
        </p:grpSpPr>
        <p:sp>
          <p:nvSpPr>
            <p:cNvPr id="51" name="object 51"/>
            <p:cNvSpPr/>
            <p:nvPr/>
          </p:nvSpPr>
          <p:spPr>
            <a:xfrm>
              <a:off x="5157215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1619504" y="0"/>
                  </a:moveTo>
                  <a:lnTo>
                    <a:pt x="70612" y="0"/>
                  </a:lnTo>
                  <a:lnTo>
                    <a:pt x="43125" y="5548"/>
                  </a:lnTo>
                  <a:lnTo>
                    <a:pt x="20680" y="20680"/>
                  </a:lnTo>
                  <a:lnTo>
                    <a:pt x="5548" y="43125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48" y="380541"/>
                  </a:lnTo>
                  <a:lnTo>
                    <a:pt x="20680" y="402986"/>
                  </a:lnTo>
                  <a:lnTo>
                    <a:pt x="43125" y="418121"/>
                  </a:lnTo>
                  <a:lnTo>
                    <a:pt x="70612" y="423672"/>
                  </a:lnTo>
                  <a:lnTo>
                    <a:pt x="1619504" y="423672"/>
                  </a:lnTo>
                  <a:lnTo>
                    <a:pt x="1646990" y="418121"/>
                  </a:lnTo>
                  <a:lnTo>
                    <a:pt x="1669435" y="402986"/>
                  </a:lnTo>
                  <a:lnTo>
                    <a:pt x="1684567" y="380541"/>
                  </a:lnTo>
                  <a:lnTo>
                    <a:pt x="1690116" y="353060"/>
                  </a:lnTo>
                  <a:lnTo>
                    <a:pt x="1690116" y="70612"/>
                  </a:lnTo>
                  <a:lnTo>
                    <a:pt x="1684567" y="43125"/>
                  </a:lnTo>
                  <a:lnTo>
                    <a:pt x="1669435" y="20680"/>
                  </a:lnTo>
                  <a:lnTo>
                    <a:pt x="1646990" y="5548"/>
                  </a:lnTo>
                  <a:lnTo>
                    <a:pt x="161950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57215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0" y="70612"/>
                  </a:moveTo>
                  <a:lnTo>
                    <a:pt x="5548" y="43125"/>
                  </a:lnTo>
                  <a:lnTo>
                    <a:pt x="20680" y="20680"/>
                  </a:lnTo>
                  <a:lnTo>
                    <a:pt x="43125" y="5548"/>
                  </a:lnTo>
                  <a:lnTo>
                    <a:pt x="70612" y="0"/>
                  </a:lnTo>
                  <a:lnTo>
                    <a:pt x="1619504" y="0"/>
                  </a:lnTo>
                  <a:lnTo>
                    <a:pt x="1646990" y="5548"/>
                  </a:lnTo>
                  <a:lnTo>
                    <a:pt x="1669435" y="20680"/>
                  </a:lnTo>
                  <a:lnTo>
                    <a:pt x="1684567" y="43125"/>
                  </a:lnTo>
                  <a:lnTo>
                    <a:pt x="1690116" y="70612"/>
                  </a:lnTo>
                  <a:lnTo>
                    <a:pt x="1690116" y="353060"/>
                  </a:lnTo>
                  <a:lnTo>
                    <a:pt x="1684567" y="380541"/>
                  </a:lnTo>
                  <a:lnTo>
                    <a:pt x="1669435" y="402986"/>
                  </a:lnTo>
                  <a:lnTo>
                    <a:pt x="1646990" y="418121"/>
                  </a:lnTo>
                  <a:lnTo>
                    <a:pt x="1619504" y="423672"/>
                  </a:lnTo>
                  <a:lnTo>
                    <a:pt x="70612" y="423672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60"/>
                  </a:lnTo>
                  <a:lnTo>
                    <a:pt x="0" y="70612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546825" y="3669498"/>
            <a:ext cx="911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latin typeface="Arial"/>
                <a:cs typeface="Arial"/>
              </a:rPr>
              <a:t>7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114" dirty="0">
                <a:latin typeface="Arial"/>
                <a:cs typeface="Arial"/>
              </a:rPr>
              <a:t>дней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877557" y="3631440"/>
            <a:ext cx="1703070" cy="436880"/>
            <a:chOff x="6877557" y="3631440"/>
            <a:chExt cx="1703070" cy="436880"/>
          </a:xfrm>
        </p:grpSpPr>
        <p:sp>
          <p:nvSpPr>
            <p:cNvPr id="55" name="object 55"/>
            <p:cNvSpPr/>
            <p:nvPr/>
          </p:nvSpPr>
          <p:spPr>
            <a:xfrm>
              <a:off x="6883907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1619504" y="0"/>
                  </a:moveTo>
                  <a:lnTo>
                    <a:pt x="70612" y="0"/>
                  </a:lnTo>
                  <a:lnTo>
                    <a:pt x="43125" y="5548"/>
                  </a:lnTo>
                  <a:lnTo>
                    <a:pt x="20680" y="20680"/>
                  </a:lnTo>
                  <a:lnTo>
                    <a:pt x="5548" y="43125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48" y="380541"/>
                  </a:lnTo>
                  <a:lnTo>
                    <a:pt x="20680" y="402986"/>
                  </a:lnTo>
                  <a:lnTo>
                    <a:pt x="43125" y="418121"/>
                  </a:lnTo>
                  <a:lnTo>
                    <a:pt x="70612" y="423672"/>
                  </a:lnTo>
                  <a:lnTo>
                    <a:pt x="1619504" y="423672"/>
                  </a:lnTo>
                  <a:lnTo>
                    <a:pt x="1646990" y="418121"/>
                  </a:lnTo>
                  <a:lnTo>
                    <a:pt x="1669435" y="402986"/>
                  </a:lnTo>
                  <a:lnTo>
                    <a:pt x="1684567" y="380541"/>
                  </a:lnTo>
                  <a:lnTo>
                    <a:pt x="1690116" y="353060"/>
                  </a:lnTo>
                  <a:lnTo>
                    <a:pt x="1690116" y="70612"/>
                  </a:lnTo>
                  <a:lnTo>
                    <a:pt x="1684567" y="43125"/>
                  </a:lnTo>
                  <a:lnTo>
                    <a:pt x="1669435" y="20680"/>
                  </a:lnTo>
                  <a:lnTo>
                    <a:pt x="1646990" y="5548"/>
                  </a:lnTo>
                  <a:lnTo>
                    <a:pt x="1619504" y="0"/>
                  </a:lnTo>
                  <a:close/>
                </a:path>
              </a:pathLst>
            </a:custGeom>
            <a:solidFill>
              <a:srgbClr val="D9F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83907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0" y="70612"/>
                  </a:moveTo>
                  <a:lnTo>
                    <a:pt x="5548" y="43125"/>
                  </a:lnTo>
                  <a:lnTo>
                    <a:pt x="20680" y="20680"/>
                  </a:lnTo>
                  <a:lnTo>
                    <a:pt x="43125" y="5548"/>
                  </a:lnTo>
                  <a:lnTo>
                    <a:pt x="70612" y="0"/>
                  </a:lnTo>
                  <a:lnTo>
                    <a:pt x="1619504" y="0"/>
                  </a:lnTo>
                  <a:lnTo>
                    <a:pt x="1646990" y="5548"/>
                  </a:lnTo>
                  <a:lnTo>
                    <a:pt x="1669435" y="20680"/>
                  </a:lnTo>
                  <a:lnTo>
                    <a:pt x="1684567" y="43125"/>
                  </a:lnTo>
                  <a:lnTo>
                    <a:pt x="1690116" y="70612"/>
                  </a:lnTo>
                  <a:lnTo>
                    <a:pt x="1690116" y="353060"/>
                  </a:lnTo>
                  <a:lnTo>
                    <a:pt x="1684567" y="380541"/>
                  </a:lnTo>
                  <a:lnTo>
                    <a:pt x="1669435" y="402986"/>
                  </a:lnTo>
                  <a:lnTo>
                    <a:pt x="1646990" y="418121"/>
                  </a:lnTo>
                  <a:lnTo>
                    <a:pt x="1619504" y="423672"/>
                  </a:lnTo>
                  <a:lnTo>
                    <a:pt x="70612" y="423672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60"/>
                  </a:lnTo>
                  <a:lnTo>
                    <a:pt x="0" y="70612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364603" y="3669502"/>
            <a:ext cx="72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latin typeface="Arial"/>
                <a:cs typeface="Arial"/>
              </a:rPr>
              <a:t>2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дня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611868" y="3631439"/>
            <a:ext cx="1704339" cy="436880"/>
            <a:chOff x="8611868" y="3631439"/>
            <a:chExt cx="1704339" cy="436880"/>
          </a:xfrm>
        </p:grpSpPr>
        <p:sp>
          <p:nvSpPr>
            <p:cNvPr id="59" name="object 59"/>
            <p:cNvSpPr/>
            <p:nvPr/>
          </p:nvSpPr>
          <p:spPr>
            <a:xfrm>
              <a:off x="8618220" y="3637789"/>
              <a:ext cx="1691639" cy="424180"/>
            </a:xfrm>
            <a:custGeom>
              <a:avLst/>
              <a:gdLst/>
              <a:ahLst/>
              <a:cxnLst/>
              <a:rect l="l" t="t" r="r" b="b"/>
              <a:pathLst>
                <a:path w="1691640" h="424179">
                  <a:moveTo>
                    <a:pt x="1621028" y="0"/>
                  </a:moveTo>
                  <a:lnTo>
                    <a:pt x="70612" y="0"/>
                  </a:lnTo>
                  <a:lnTo>
                    <a:pt x="43125" y="5548"/>
                  </a:lnTo>
                  <a:lnTo>
                    <a:pt x="20680" y="20680"/>
                  </a:lnTo>
                  <a:lnTo>
                    <a:pt x="5548" y="43125"/>
                  </a:lnTo>
                  <a:lnTo>
                    <a:pt x="0" y="70611"/>
                  </a:lnTo>
                  <a:lnTo>
                    <a:pt x="0" y="353059"/>
                  </a:lnTo>
                  <a:lnTo>
                    <a:pt x="5548" y="380546"/>
                  </a:lnTo>
                  <a:lnTo>
                    <a:pt x="20680" y="402991"/>
                  </a:lnTo>
                  <a:lnTo>
                    <a:pt x="43125" y="418123"/>
                  </a:lnTo>
                  <a:lnTo>
                    <a:pt x="70612" y="423671"/>
                  </a:lnTo>
                  <a:lnTo>
                    <a:pt x="1621028" y="423671"/>
                  </a:lnTo>
                  <a:lnTo>
                    <a:pt x="1648514" y="418123"/>
                  </a:lnTo>
                  <a:lnTo>
                    <a:pt x="1670959" y="402991"/>
                  </a:lnTo>
                  <a:lnTo>
                    <a:pt x="1686091" y="380546"/>
                  </a:lnTo>
                  <a:lnTo>
                    <a:pt x="1691639" y="353059"/>
                  </a:lnTo>
                  <a:lnTo>
                    <a:pt x="1691639" y="70611"/>
                  </a:lnTo>
                  <a:lnTo>
                    <a:pt x="1686091" y="43125"/>
                  </a:lnTo>
                  <a:lnTo>
                    <a:pt x="1670959" y="20680"/>
                  </a:lnTo>
                  <a:lnTo>
                    <a:pt x="1648514" y="5548"/>
                  </a:lnTo>
                  <a:lnTo>
                    <a:pt x="1621028" y="0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18218" y="3637789"/>
              <a:ext cx="1691639" cy="424180"/>
            </a:xfrm>
            <a:custGeom>
              <a:avLst/>
              <a:gdLst/>
              <a:ahLst/>
              <a:cxnLst/>
              <a:rect l="l" t="t" r="r" b="b"/>
              <a:pathLst>
                <a:path w="1691640" h="424179">
                  <a:moveTo>
                    <a:pt x="0" y="70611"/>
                  </a:moveTo>
                  <a:lnTo>
                    <a:pt x="5548" y="43125"/>
                  </a:lnTo>
                  <a:lnTo>
                    <a:pt x="20680" y="20680"/>
                  </a:lnTo>
                  <a:lnTo>
                    <a:pt x="43125" y="5548"/>
                  </a:lnTo>
                  <a:lnTo>
                    <a:pt x="70612" y="0"/>
                  </a:lnTo>
                  <a:lnTo>
                    <a:pt x="1621028" y="0"/>
                  </a:lnTo>
                  <a:lnTo>
                    <a:pt x="1648514" y="5548"/>
                  </a:lnTo>
                  <a:lnTo>
                    <a:pt x="1670959" y="20680"/>
                  </a:lnTo>
                  <a:lnTo>
                    <a:pt x="1686091" y="43125"/>
                  </a:lnTo>
                  <a:lnTo>
                    <a:pt x="1691639" y="70611"/>
                  </a:lnTo>
                  <a:lnTo>
                    <a:pt x="1691639" y="353059"/>
                  </a:lnTo>
                  <a:lnTo>
                    <a:pt x="1686091" y="380546"/>
                  </a:lnTo>
                  <a:lnTo>
                    <a:pt x="1670959" y="402991"/>
                  </a:lnTo>
                  <a:lnTo>
                    <a:pt x="1648514" y="418123"/>
                  </a:lnTo>
                  <a:lnTo>
                    <a:pt x="1621028" y="423671"/>
                  </a:lnTo>
                  <a:lnTo>
                    <a:pt x="70612" y="423671"/>
                  </a:lnTo>
                  <a:lnTo>
                    <a:pt x="43125" y="418123"/>
                  </a:lnTo>
                  <a:lnTo>
                    <a:pt x="20680" y="402991"/>
                  </a:lnTo>
                  <a:lnTo>
                    <a:pt x="5548" y="380546"/>
                  </a:lnTo>
                  <a:lnTo>
                    <a:pt x="0" y="353059"/>
                  </a:lnTo>
                  <a:lnTo>
                    <a:pt x="0" y="70611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886264" y="3669502"/>
            <a:ext cx="1153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5" dirty="0">
                <a:latin typeface="Arial"/>
                <a:cs typeface="Arial"/>
              </a:rPr>
              <a:t>12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часов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0346180" y="3631440"/>
            <a:ext cx="1703070" cy="436880"/>
            <a:chOff x="10346180" y="3631440"/>
            <a:chExt cx="1703070" cy="436880"/>
          </a:xfrm>
        </p:grpSpPr>
        <p:sp>
          <p:nvSpPr>
            <p:cNvPr id="63" name="object 63"/>
            <p:cNvSpPr/>
            <p:nvPr/>
          </p:nvSpPr>
          <p:spPr>
            <a:xfrm>
              <a:off x="10352532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1619504" y="0"/>
                  </a:moveTo>
                  <a:lnTo>
                    <a:pt x="70612" y="0"/>
                  </a:lnTo>
                  <a:lnTo>
                    <a:pt x="43125" y="5548"/>
                  </a:lnTo>
                  <a:lnTo>
                    <a:pt x="20680" y="20680"/>
                  </a:lnTo>
                  <a:lnTo>
                    <a:pt x="5548" y="43125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48" y="380541"/>
                  </a:lnTo>
                  <a:lnTo>
                    <a:pt x="20680" y="402986"/>
                  </a:lnTo>
                  <a:lnTo>
                    <a:pt x="43125" y="418121"/>
                  </a:lnTo>
                  <a:lnTo>
                    <a:pt x="70612" y="423672"/>
                  </a:lnTo>
                  <a:lnTo>
                    <a:pt x="1619504" y="423672"/>
                  </a:lnTo>
                  <a:lnTo>
                    <a:pt x="1646990" y="418121"/>
                  </a:lnTo>
                  <a:lnTo>
                    <a:pt x="1669435" y="402986"/>
                  </a:lnTo>
                  <a:lnTo>
                    <a:pt x="1684567" y="380541"/>
                  </a:lnTo>
                  <a:lnTo>
                    <a:pt x="1690116" y="353060"/>
                  </a:lnTo>
                  <a:lnTo>
                    <a:pt x="1690116" y="70612"/>
                  </a:lnTo>
                  <a:lnTo>
                    <a:pt x="1684567" y="43125"/>
                  </a:lnTo>
                  <a:lnTo>
                    <a:pt x="1669435" y="20680"/>
                  </a:lnTo>
                  <a:lnTo>
                    <a:pt x="1646990" y="5548"/>
                  </a:lnTo>
                  <a:lnTo>
                    <a:pt x="1619504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352530" y="3637790"/>
              <a:ext cx="1690370" cy="424180"/>
            </a:xfrm>
            <a:custGeom>
              <a:avLst/>
              <a:gdLst/>
              <a:ahLst/>
              <a:cxnLst/>
              <a:rect l="l" t="t" r="r" b="b"/>
              <a:pathLst>
                <a:path w="1690370" h="424179">
                  <a:moveTo>
                    <a:pt x="0" y="70612"/>
                  </a:moveTo>
                  <a:lnTo>
                    <a:pt x="5548" y="43125"/>
                  </a:lnTo>
                  <a:lnTo>
                    <a:pt x="20680" y="20680"/>
                  </a:lnTo>
                  <a:lnTo>
                    <a:pt x="43125" y="5548"/>
                  </a:lnTo>
                  <a:lnTo>
                    <a:pt x="70612" y="0"/>
                  </a:lnTo>
                  <a:lnTo>
                    <a:pt x="1619504" y="0"/>
                  </a:lnTo>
                  <a:lnTo>
                    <a:pt x="1646990" y="5548"/>
                  </a:lnTo>
                  <a:lnTo>
                    <a:pt x="1669435" y="20680"/>
                  </a:lnTo>
                  <a:lnTo>
                    <a:pt x="1684567" y="43125"/>
                  </a:lnTo>
                  <a:lnTo>
                    <a:pt x="1690116" y="70612"/>
                  </a:lnTo>
                  <a:lnTo>
                    <a:pt x="1690116" y="353060"/>
                  </a:lnTo>
                  <a:lnTo>
                    <a:pt x="1684567" y="380541"/>
                  </a:lnTo>
                  <a:lnTo>
                    <a:pt x="1669435" y="402986"/>
                  </a:lnTo>
                  <a:lnTo>
                    <a:pt x="1646990" y="418121"/>
                  </a:lnTo>
                  <a:lnTo>
                    <a:pt x="1619504" y="423672"/>
                  </a:lnTo>
                  <a:lnTo>
                    <a:pt x="70612" y="423672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60"/>
                  </a:lnTo>
                  <a:lnTo>
                    <a:pt x="0" y="70612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0773585" y="3669502"/>
            <a:ext cx="8458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65" dirty="0">
                <a:solidFill>
                  <a:srgbClr val="FFFFFF"/>
                </a:solidFill>
                <a:latin typeface="Arial"/>
                <a:cs typeface="Arial"/>
              </a:rPr>
              <a:t>часа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19748" y="3148481"/>
            <a:ext cx="3649345" cy="80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Отправка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35" dirty="0">
                <a:latin typeface="Lucida Sans Unicode"/>
                <a:cs typeface="Lucida Sans Unicode"/>
              </a:rPr>
              <a:t>ЗИП</a:t>
            </a:r>
            <a:endParaRPr sz="18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785"/>
              </a:spcBef>
            </a:pP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130" dirty="0">
                <a:latin typeface="Lucida Sans Unicode"/>
                <a:cs typeface="Lucida Sans Unicode"/>
              </a:rPr>
              <a:t>ы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75" dirty="0">
                <a:latin typeface="Lucida Sans Unicode"/>
                <a:cs typeface="Lucida Sans Unicode"/>
              </a:rPr>
              <a:t>з</a:t>
            </a:r>
            <a:r>
              <a:rPr sz="1800" spc="-90" dirty="0">
                <a:latin typeface="Lucida Sans Unicode"/>
                <a:cs typeface="Lucida Sans Unicode"/>
              </a:rPr>
              <a:t>д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f</a:t>
            </a:r>
            <a:r>
              <a:rPr sz="1800" spc="-25" dirty="0">
                <a:latin typeface="Lucida Sans Unicode"/>
                <a:cs typeface="Lucida Sans Unicode"/>
              </a:rPr>
              <a:t>ie</a:t>
            </a:r>
            <a:r>
              <a:rPr sz="1800" spc="-30" dirty="0">
                <a:latin typeface="Lucida Sans Unicode"/>
                <a:cs typeface="Lucida Sans Unicode"/>
              </a:rPr>
              <a:t>l</a:t>
            </a:r>
            <a:r>
              <a:rPr sz="1800" spc="-65" dirty="0">
                <a:latin typeface="Lucida Sans Unicode"/>
                <a:cs typeface="Lucida Sans Unicode"/>
              </a:rPr>
              <a:t>d</a:t>
            </a:r>
            <a:r>
              <a:rPr sz="1800" spc="-470" dirty="0">
                <a:latin typeface="Lucida Sans Unicode"/>
                <a:cs typeface="Lucida Sans Unicode"/>
              </a:rPr>
              <a:t>-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30" dirty="0">
                <a:latin typeface="Lucida Sans Unicode"/>
                <a:cs typeface="Lucida Sans Unicode"/>
              </a:rPr>
              <a:t>н</a:t>
            </a:r>
            <a:r>
              <a:rPr sz="1800" spc="20" dirty="0">
                <a:latin typeface="Lucida Sans Unicode"/>
                <a:cs typeface="Lucida Sans Unicode"/>
              </a:rPr>
              <a:t>ж</a:t>
            </a:r>
            <a:r>
              <a:rPr sz="1800" spc="5" dirty="0">
                <a:latin typeface="Lucida Sans Unicode"/>
                <a:cs typeface="Lucida Sans Unicode"/>
              </a:rPr>
              <a:t>ене</a:t>
            </a:r>
            <a:r>
              <a:rPr sz="1800" spc="-5" dirty="0">
                <a:latin typeface="Lucida Sans Unicode"/>
                <a:cs typeface="Lucida Sans Unicode"/>
              </a:rPr>
              <a:t>р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5" dirty="0">
                <a:latin typeface="Lucida Sans Unicode"/>
                <a:cs typeface="Lucida Sans Unicode"/>
              </a:rPr>
              <a:t>б</a:t>
            </a:r>
            <a:r>
              <a:rPr sz="1800" spc="235" dirty="0">
                <a:latin typeface="Lucida Sans Unicode"/>
                <a:cs typeface="Lucida Sans Unicode"/>
              </a:rPr>
              <a:t>ъ</a:t>
            </a:r>
            <a:r>
              <a:rPr sz="1800" dirty="0">
                <a:latin typeface="Lucida Sans Unicode"/>
                <a:cs typeface="Lucida Sans Unicode"/>
              </a:rPr>
              <a:t>е</a:t>
            </a:r>
            <a:r>
              <a:rPr sz="1800" spc="-10" dirty="0">
                <a:latin typeface="Lucida Sans Unicode"/>
                <a:cs typeface="Lucida Sans Unicode"/>
              </a:rPr>
              <a:t>к</a:t>
            </a:r>
            <a:r>
              <a:rPr sz="1800" spc="-35" dirty="0">
                <a:latin typeface="Lucida Sans Unicode"/>
                <a:cs typeface="Lucida Sans Unicode"/>
              </a:rPr>
              <a:t>т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604250" y="4234944"/>
            <a:ext cx="3446779" cy="438150"/>
            <a:chOff x="8604250" y="4234944"/>
            <a:chExt cx="3446779" cy="438150"/>
          </a:xfrm>
        </p:grpSpPr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0600" y="4241292"/>
              <a:ext cx="3433572" cy="42519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610600" y="4241294"/>
              <a:ext cx="3434079" cy="425450"/>
            </a:xfrm>
            <a:custGeom>
              <a:avLst/>
              <a:gdLst/>
              <a:ahLst/>
              <a:cxnLst/>
              <a:rect l="l" t="t" r="r" b="b"/>
              <a:pathLst>
                <a:path w="3434079" h="425450">
                  <a:moveTo>
                    <a:pt x="0" y="70866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3362705" y="0"/>
                  </a:lnTo>
                  <a:lnTo>
                    <a:pt x="3390291" y="5568"/>
                  </a:lnTo>
                  <a:lnTo>
                    <a:pt x="3412817" y="20754"/>
                  </a:lnTo>
                  <a:lnTo>
                    <a:pt x="3428003" y="43280"/>
                  </a:lnTo>
                  <a:lnTo>
                    <a:pt x="3433572" y="70866"/>
                  </a:lnTo>
                  <a:lnTo>
                    <a:pt x="3433572" y="354330"/>
                  </a:lnTo>
                  <a:lnTo>
                    <a:pt x="3428003" y="381910"/>
                  </a:lnTo>
                  <a:lnTo>
                    <a:pt x="3412817" y="404436"/>
                  </a:lnTo>
                  <a:lnTo>
                    <a:pt x="3390291" y="419625"/>
                  </a:lnTo>
                  <a:lnTo>
                    <a:pt x="3362705" y="425196"/>
                  </a:lnTo>
                  <a:lnTo>
                    <a:pt x="70866" y="425196"/>
                  </a:lnTo>
                  <a:lnTo>
                    <a:pt x="43280" y="419625"/>
                  </a:lnTo>
                  <a:lnTo>
                    <a:pt x="20754" y="404436"/>
                  </a:lnTo>
                  <a:lnTo>
                    <a:pt x="5568" y="381910"/>
                  </a:lnTo>
                  <a:lnTo>
                    <a:pt x="0" y="354330"/>
                  </a:lnTo>
                  <a:lnTo>
                    <a:pt x="0" y="70866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0020944" y="4273236"/>
            <a:ext cx="612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latin typeface="Arial"/>
                <a:cs typeface="Arial"/>
              </a:rPr>
              <a:t>24х7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1824" y="4308433"/>
            <a:ext cx="4417695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0" dirty="0">
                <a:latin typeface="Lucida Sans Unicode"/>
                <a:cs typeface="Lucida Sans Unicode"/>
              </a:rPr>
              <a:t>У</a:t>
            </a:r>
            <a:r>
              <a:rPr sz="1700" spc="-150" dirty="0">
                <a:latin typeface="Lucida Sans Unicode"/>
                <a:cs typeface="Lucida Sans Unicode"/>
              </a:rPr>
              <a:t>д</a:t>
            </a:r>
            <a:r>
              <a:rPr sz="1700" spc="15" dirty="0">
                <a:latin typeface="Lucida Sans Unicode"/>
                <a:cs typeface="Lucida Sans Unicode"/>
              </a:rPr>
              <a:t>а</a:t>
            </a:r>
            <a:r>
              <a:rPr sz="1700" spc="-20" dirty="0">
                <a:latin typeface="Lucida Sans Unicode"/>
                <a:cs typeface="Lucida Sans Unicode"/>
              </a:rPr>
              <a:t>л</a:t>
            </a:r>
            <a:r>
              <a:rPr sz="1700" spc="5" dirty="0">
                <a:latin typeface="Lucida Sans Unicode"/>
                <a:cs typeface="Lucida Sans Unicode"/>
              </a:rPr>
              <a:t>ё</a:t>
            </a:r>
            <a:r>
              <a:rPr sz="1700" spc="30" dirty="0">
                <a:latin typeface="Lucida Sans Unicode"/>
                <a:cs typeface="Lucida Sans Unicode"/>
              </a:rPr>
              <a:t>нны</a:t>
            </a:r>
            <a:r>
              <a:rPr sz="1700" spc="40" dirty="0">
                <a:latin typeface="Lucida Sans Unicode"/>
                <a:cs typeface="Lucida Sans Unicode"/>
              </a:rPr>
              <a:t>й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35" dirty="0">
                <a:latin typeface="Lucida Sans Unicode"/>
                <a:cs typeface="Lucida Sans Unicode"/>
              </a:rPr>
              <a:t>м</a:t>
            </a:r>
            <a:r>
              <a:rPr sz="1700" spc="-15" dirty="0">
                <a:latin typeface="Lucida Sans Unicode"/>
                <a:cs typeface="Lucida Sans Unicode"/>
              </a:rPr>
              <a:t>о</a:t>
            </a:r>
            <a:r>
              <a:rPr sz="1700" spc="15" dirty="0">
                <a:latin typeface="Lucida Sans Unicode"/>
                <a:cs typeface="Lucida Sans Unicode"/>
              </a:rPr>
              <a:t>н</a:t>
            </a:r>
            <a:r>
              <a:rPr sz="1700" spc="20" dirty="0">
                <a:latin typeface="Lucida Sans Unicode"/>
                <a:cs typeface="Lucida Sans Unicode"/>
              </a:rPr>
              <a:t>и</a:t>
            </a:r>
            <a:r>
              <a:rPr sz="1700" spc="-30" dirty="0">
                <a:latin typeface="Lucida Sans Unicode"/>
                <a:cs typeface="Lucida Sans Unicode"/>
              </a:rPr>
              <a:t>т</a:t>
            </a:r>
            <a:r>
              <a:rPr sz="1700" spc="-15" dirty="0">
                <a:latin typeface="Lucida Sans Unicode"/>
                <a:cs typeface="Lucida Sans Unicode"/>
              </a:rPr>
              <a:t>о</a:t>
            </a:r>
            <a:r>
              <a:rPr sz="1700" spc="-30" dirty="0">
                <a:latin typeface="Lucida Sans Unicode"/>
                <a:cs typeface="Lucida Sans Unicode"/>
              </a:rPr>
              <a:t>р</a:t>
            </a:r>
            <a:r>
              <a:rPr sz="1700" spc="25" dirty="0">
                <a:latin typeface="Lucida Sans Unicode"/>
                <a:cs typeface="Lucida Sans Unicode"/>
              </a:rPr>
              <a:t>и</a:t>
            </a:r>
            <a:r>
              <a:rPr sz="1700" spc="-60" dirty="0">
                <a:latin typeface="Lucida Sans Unicode"/>
                <a:cs typeface="Lucida Sans Unicode"/>
              </a:rPr>
              <a:t>н</a:t>
            </a:r>
            <a:r>
              <a:rPr sz="1700" spc="-40" dirty="0">
                <a:latin typeface="Lucida Sans Unicode"/>
                <a:cs typeface="Lucida Sans Unicode"/>
              </a:rPr>
              <a:t>г</a:t>
            </a:r>
            <a:r>
              <a:rPr sz="1700" spc="-114" dirty="0">
                <a:latin typeface="Lucida Sans Unicode"/>
                <a:cs typeface="Lucida Sans Unicode"/>
              </a:rPr>
              <a:t> </a:t>
            </a:r>
            <a:r>
              <a:rPr sz="1700" spc="25" dirty="0">
                <a:latin typeface="Lucida Sans Unicode"/>
                <a:cs typeface="Lucida Sans Unicode"/>
              </a:rPr>
              <a:t>и</a:t>
            </a:r>
            <a:r>
              <a:rPr sz="1700" spc="-65" dirty="0">
                <a:latin typeface="Lucida Sans Unicode"/>
                <a:cs typeface="Lucida Sans Unicode"/>
              </a:rPr>
              <a:t>н</a:t>
            </a:r>
            <a:r>
              <a:rPr sz="1700" spc="-70" dirty="0">
                <a:latin typeface="Lucida Sans Unicode"/>
                <a:cs typeface="Lucida Sans Unicode"/>
              </a:rPr>
              <a:t>ф</a:t>
            </a:r>
            <a:r>
              <a:rPr sz="1700" spc="-30" dirty="0">
                <a:latin typeface="Lucida Sans Unicode"/>
                <a:cs typeface="Lucida Sans Unicode"/>
              </a:rPr>
              <a:t>р</a:t>
            </a:r>
            <a:r>
              <a:rPr sz="1700" spc="15" dirty="0">
                <a:latin typeface="Lucida Sans Unicode"/>
                <a:cs typeface="Lucida Sans Unicode"/>
              </a:rPr>
              <a:t>а</a:t>
            </a:r>
            <a:r>
              <a:rPr sz="1700" spc="-60" dirty="0">
                <a:latin typeface="Lucida Sans Unicode"/>
                <a:cs typeface="Lucida Sans Unicode"/>
              </a:rPr>
              <a:t>с</a:t>
            </a:r>
            <a:r>
              <a:rPr sz="1700" spc="-30" dirty="0">
                <a:latin typeface="Lucida Sans Unicode"/>
                <a:cs typeface="Lucida Sans Unicode"/>
              </a:rPr>
              <a:t>тру</a:t>
            </a:r>
            <a:r>
              <a:rPr sz="1700" spc="-25" dirty="0">
                <a:latin typeface="Lucida Sans Unicode"/>
                <a:cs typeface="Lucida Sans Unicode"/>
              </a:rPr>
              <a:t>к</a:t>
            </a:r>
            <a:r>
              <a:rPr sz="1700" spc="-30" dirty="0">
                <a:latin typeface="Lucida Sans Unicode"/>
                <a:cs typeface="Lucida Sans Unicode"/>
              </a:rPr>
              <a:t>т</a:t>
            </a:r>
            <a:r>
              <a:rPr sz="1700" spc="-35" dirty="0">
                <a:latin typeface="Lucida Sans Unicode"/>
                <a:cs typeface="Lucida Sans Unicode"/>
              </a:rPr>
              <a:t>ур</a:t>
            </a:r>
            <a:r>
              <a:rPr sz="1700" spc="95" dirty="0">
                <a:latin typeface="Lucida Sans Unicode"/>
                <a:cs typeface="Lucida Sans Unicode"/>
              </a:rPr>
              <a:t>ы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19685" algn="ctr">
              <a:lnSpc>
                <a:spcPct val="100000"/>
              </a:lnSpc>
            </a:pPr>
            <a:r>
              <a:rPr sz="1800" spc="20" dirty="0">
                <a:latin typeface="Lucida Sans Unicode"/>
                <a:cs typeface="Lucida Sans Unicode"/>
              </a:rPr>
              <a:t>Выделенный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сервисный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менеджер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0346180" y="4771391"/>
            <a:ext cx="1696720" cy="438150"/>
            <a:chOff x="10346180" y="4771391"/>
            <a:chExt cx="1696720" cy="438150"/>
          </a:xfrm>
        </p:grpSpPr>
        <p:sp>
          <p:nvSpPr>
            <p:cNvPr id="73" name="object 73"/>
            <p:cNvSpPr/>
            <p:nvPr/>
          </p:nvSpPr>
          <p:spPr>
            <a:xfrm>
              <a:off x="10352532" y="4777741"/>
              <a:ext cx="1684020" cy="425450"/>
            </a:xfrm>
            <a:custGeom>
              <a:avLst/>
              <a:gdLst/>
              <a:ahLst/>
              <a:cxnLst/>
              <a:rect l="l" t="t" r="r" b="b"/>
              <a:pathLst>
                <a:path w="1684020" h="425450">
                  <a:moveTo>
                    <a:pt x="1613154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3154" y="425195"/>
                  </a:lnTo>
                  <a:lnTo>
                    <a:pt x="1640739" y="419627"/>
                  </a:lnTo>
                  <a:lnTo>
                    <a:pt x="1663265" y="404441"/>
                  </a:lnTo>
                  <a:lnTo>
                    <a:pt x="1678451" y="381915"/>
                  </a:lnTo>
                  <a:lnTo>
                    <a:pt x="1684020" y="354329"/>
                  </a:lnTo>
                  <a:lnTo>
                    <a:pt x="1684020" y="70865"/>
                  </a:lnTo>
                  <a:lnTo>
                    <a:pt x="1678451" y="43280"/>
                  </a:lnTo>
                  <a:lnTo>
                    <a:pt x="1663265" y="20754"/>
                  </a:lnTo>
                  <a:lnTo>
                    <a:pt x="1640739" y="556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352530" y="4777741"/>
              <a:ext cx="1684020" cy="425450"/>
            </a:xfrm>
            <a:custGeom>
              <a:avLst/>
              <a:gdLst/>
              <a:ahLst/>
              <a:cxnLst/>
              <a:rect l="l" t="t" r="r" b="b"/>
              <a:pathLst>
                <a:path w="168402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3154" y="0"/>
                  </a:lnTo>
                  <a:lnTo>
                    <a:pt x="1640739" y="5568"/>
                  </a:lnTo>
                  <a:lnTo>
                    <a:pt x="1663265" y="20754"/>
                  </a:lnTo>
                  <a:lnTo>
                    <a:pt x="1678451" y="43280"/>
                  </a:lnTo>
                  <a:lnTo>
                    <a:pt x="1684020" y="70865"/>
                  </a:lnTo>
                  <a:lnTo>
                    <a:pt x="1684020" y="354329"/>
                  </a:lnTo>
                  <a:lnTo>
                    <a:pt x="1678451" y="381915"/>
                  </a:lnTo>
                  <a:lnTo>
                    <a:pt x="1663265" y="404441"/>
                  </a:lnTo>
                  <a:lnTo>
                    <a:pt x="1640739" y="419627"/>
                  </a:lnTo>
                  <a:lnTo>
                    <a:pt x="1613154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699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0961447" y="4810206"/>
            <a:ext cx="466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solidFill>
                  <a:srgbClr val="FFFFFF"/>
                </a:solidFill>
                <a:latin typeface="Arial"/>
                <a:cs typeface="Arial"/>
              </a:rPr>
              <a:t>9х5</a:t>
            </a:r>
            <a:endParaRPr sz="20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48589" y="3086861"/>
            <a:ext cx="70485" cy="962025"/>
          </a:xfrm>
          <a:custGeom>
            <a:avLst/>
            <a:gdLst/>
            <a:ahLst/>
            <a:cxnLst/>
            <a:rect l="l" t="t" r="r" b="b"/>
            <a:pathLst>
              <a:path w="70485" h="962025">
                <a:moveTo>
                  <a:pt x="70104" y="961644"/>
                </a:moveTo>
                <a:lnTo>
                  <a:pt x="42814" y="961184"/>
                </a:lnTo>
                <a:lnTo>
                  <a:pt x="20531" y="959932"/>
                </a:lnTo>
                <a:lnTo>
                  <a:pt x="5508" y="958075"/>
                </a:lnTo>
                <a:lnTo>
                  <a:pt x="0" y="955802"/>
                </a:lnTo>
                <a:lnTo>
                  <a:pt x="0" y="5841"/>
                </a:lnTo>
                <a:lnTo>
                  <a:pt x="5508" y="3568"/>
                </a:lnTo>
                <a:lnTo>
                  <a:pt x="20531" y="1711"/>
                </a:lnTo>
                <a:lnTo>
                  <a:pt x="42814" y="459"/>
                </a:lnTo>
                <a:lnTo>
                  <a:pt x="70104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01361" y="3100577"/>
            <a:ext cx="58419" cy="962025"/>
          </a:xfrm>
          <a:custGeom>
            <a:avLst/>
            <a:gdLst/>
            <a:ahLst/>
            <a:cxnLst/>
            <a:rect l="l" t="t" r="r" b="b"/>
            <a:pathLst>
              <a:path w="58420" h="962025">
                <a:moveTo>
                  <a:pt x="0" y="961644"/>
                </a:moveTo>
                <a:lnTo>
                  <a:pt x="22539" y="961264"/>
                </a:lnTo>
                <a:lnTo>
                  <a:pt x="40947" y="960231"/>
                </a:lnTo>
                <a:lnTo>
                  <a:pt x="53360" y="958697"/>
                </a:lnTo>
                <a:lnTo>
                  <a:pt x="57912" y="956818"/>
                </a:lnTo>
                <a:lnTo>
                  <a:pt x="57912" y="4826"/>
                </a:lnTo>
                <a:lnTo>
                  <a:pt x="53360" y="2946"/>
                </a:lnTo>
                <a:lnTo>
                  <a:pt x="40947" y="1412"/>
                </a:lnTo>
                <a:lnTo>
                  <a:pt x="22539" y="379"/>
                </a:lnTo>
                <a:lnTo>
                  <a:pt x="0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68221" y="5428488"/>
            <a:ext cx="11667490" cy="0"/>
          </a:xfrm>
          <a:custGeom>
            <a:avLst/>
            <a:gdLst/>
            <a:ahLst/>
            <a:cxnLst/>
            <a:rect l="l" t="t" r="r" b="b"/>
            <a:pathLst>
              <a:path w="11667490">
                <a:moveTo>
                  <a:pt x="11667007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5132578" y="2493011"/>
            <a:ext cx="1703070" cy="438150"/>
            <a:chOff x="5132578" y="2493011"/>
            <a:chExt cx="1703070" cy="438150"/>
          </a:xfrm>
        </p:grpSpPr>
        <p:sp>
          <p:nvSpPr>
            <p:cNvPr id="82" name="object 82"/>
            <p:cNvSpPr/>
            <p:nvPr/>
          </p:nvSpPr>
          <p:spPr>
            <a:xfrm>
              <a:off x="5138928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38928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406292" y="2531823"/>
            <a:ext cx="11537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5" dirty="0">
                <a:latin typeface="Arial"/>
                <a:cs typeface="Arial"/>
              </a:rPr>
              <a:t>48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часов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859269" y="2493011"/>
            <a:ext cx="1703070" cy="438150"/>
            <a:chOff x="6859269" y="2493011"/>
            <a:chExt cx="1703070" cy="438150"/>
          </a:xfrm>
        </p:grpSpPr>
        <p:sp>
          <p:nvSpPr>
            <p:cNvPr id="86" name="object 86"/>
            <p:cNvSpPr/>
            <p:nvPr/>
          </p:nvSpPr>
          <p:spPr>
            <a:xfrm>
              <a:off x="6865619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D9F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865619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214923" y="2531828"/>
            <a:ext cx="990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5" dirty="0">
                <a:latin typeface="Arial"/>
                <a:cs typeface="Arial"/>
              </a:rPr>
              <a:t>24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65" dirty="0">
                <a:latin typeface="Arial"/>
                <a:cs typeface="Arial"/>
              </a:rPr>
              <a:t>часа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592056" y="2493011"/>
            <a:ext cx="1703070" cy="438150"/>
            <a:chOff x="8592056" y="2493011"/>
            <a:chExt cx="1703070" cy="438150"/>
          </a:xfrm>
        </p:grpSpPr>
        <p:sp>
          <p:nvSpPr>
            <p:cNvPr id="90" name="object 90"/>
            <p:cNvSpPr/>
            <p:nvPr/>
          </p:nvSpPr>
          <p:spPr>
            <a:xfrm>
              <a:off x="8598408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598406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8989286" y="2531828"/>
            <a:ext cx="9067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5" dirty="0">
                <a:latin typeface="Arial"/>
                <a:cs typeface="Arial"/>
              </a:rPr>
              <a:t>2</a:t>
            </a:r>
            <a:r>
              <a:rPr sz="2000" b="1" spc="40" dirty="0">
                <a:latin typeface="Arial"/>
                <a:cs typeface="Arial"/>
              </a:rPr>
              <a:t>4x7x4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0327893" y="2493011"/>
            <a:ext cx="1703070" cy="438150"/>
            <a:chOff x="10327893" y="2493011"/>
            <a:chExt cx="1703070" cy="438150"/>
          </a:xfrm>
        </p:grpSpPr>
        <p:sp>
          <p:nvSpPr>
            <p:cNvPr id="94" name="object 94"/>
            <p:cNvSpPr/>
            <p:nvPr/>
          </p:nvSpPr>
          <p:spPr>
            <a:xfrm>
              <a:off x="10334243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1619250" y="0"/>
                  </a:moveTo>
                  <a:lnTo>
                    <a:pt x="70866" y="0"/>
                  </a:lnTo>
                  <a:lnTo>
                    <a:pt x="43280" y="5568"/>
                  </a:lnTo>
                  <a:lnTo>
                    <a:pt x="20754" y="20754"/>
                  </a:lnTo>
                  <a:lnTo>
                    <a:pt x="5568" y="43280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68" y="381915"/>
                  </a:lnTo>
                  <a:lnTo>
                    <a:pt x="20754" y="404441"/>
                  </a:lnTo>
                  <a:lnTo>
                    <a:pt x="43280" y="419627"/>
                  </a:lnTo>
                  <a:lnTo>
                    <a:pt x="70866" y="425195"/>
                  </a:lnTo>
                  <a:lnTo>
                    <a:pt x="1619250" y="425195"/>
                  </a:lnTo>
                  <a:lnTo>
                    <a:pt x="1646835" y="419627"/>
                  </a:lnTo>
                  <a:lnTo>
                    <a:pt x="1669361" y="404441"/>
                  </a:lnTo>
                  <a:lnTo>
                    <a:pt x="1684547" y="381915"/>
                  </a:lnTo>
                  <a:lnTo>
                    <a:pt x="1690116" y="354329"/>
                  </a:lnTo>
                  <a:lnTo>
                    <a:pt x="1690116" y="70865"/>
                  </a:lnTo>
                  <a:lnTo>
                    <a:pt x="1684547" y="43280"/>
                  </a:lnTo>
                  <a:lnTo>
                    <a:pt x="1669361" y="20754"/>
                  </a:lnTo>
                  <a:lnTo>
                    <a:pt x="1646835" y="5568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334243" y="2499361"/>
              <a:ext cx="1690370" cy="425450"/>
            </a:xfrm>
            <a:custGeom>
              <a:avLst/>
              <a:gdLst/>
              <a:ahLst/>
              <a:cxnLst/>
              <a:rect l="l" t="t" r="r" b="b"/>
              <a:pathLst>
                <a:path w="1690370" h="425450">
                  <a:moveTo>
                    <a:pt x="0" y="70865"/>
                  </a:moveTo>
                  <a:lnTo>
                    <a:pt x="5568" y="43280"/>
                  </a:lnTo>
                  <a:lnTo>
                    <a:pt x="20754" y="20754"/>
                  </a:lnTo>
                  <a:lnTo>
                    <a:pt x="43280" y="5568"/>
                  </a:lnTo>
                  <a:lnTo>
                    <a:pt x="70866" y="0"/>
                  </a:lnTo>
                  <a:lnTo>
                    <a:pt x="1619250" y="0"/>
                  </a:lnTo>
                  <a:lnTo>
                    <a:pt x="1646835" y="5568"/>
                  </a:lnTo>
                  <a:lnTo>
                    <a:pt x="1669361" y="20754"/>
                  </a:lnTo>
                  <a:lnTo>
                    <a:pt x="1684547" y="43280"/>
                  </a:lnTo>
                  <a:lnTo>
                    <a:pt x="1690116" y="70865"/>
                  </a:lnTo>
                  <a:lnTo>
                    <a:pt x="1690116" y="354329"/>
                  </a:lnTo>
                  <a:lnTo>
                    <a:pt x="1684547" y="381915"/>
                  </a:lnTo>
                  <a:lnTo>
                    <a:pt x="1669361" y="404441"/>
                  </a:lnTo>
                  <a:lnTo>
                    <a:pt x="1646835" y="419627"/>
                  </a:lnTo>
                  <a:lnTo>
                    <a:pt x="1619250" y="425195"/>
                  </a:lnTo>
                  <a:lnTo>
                    <a:pt x="70866" y="425195"/>
                  </a:lnTo>
                  <a:lnTo>
                    <a:pt x="43280" y="419627"/>
                  </a:lnTo>
                  <a:lnTo>
                    <a:pt x="20754" y="404441"/>
                  </a:lnTo>
                  <a:lnTo>
                    <a:pt x="5568" y="381915"/>
                  </a:lnTo>
                  <a:lnTo>
                    <a:pt x="0" y="354329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006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0651370" y="2531828"/>
            <a:ext cx="1053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solidFill>
                  <a:srgbClr val="FFFFFF"/>
                </a:solidFill>
                <a:latin typeface="Arial"/>
                <a:cs typeface="Arial"/>
              </a:rPr>
              <a:t>24x7x30</a:t>
            </a:r>
            <a:endParaRPr sz="2000">
              <a:latin typeface="Arial"/>
              <a:cs typeface="Arial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title"/>
          </p:nvPr>
        </p:nvSpPr>
        <p:spPr>
          <a:xfrm>
            <a:off x="719830" y="213381"/>
            <a:ext cx="3421379" cy="1276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325"/>
              </a:lnSpc>
              <a:spcBef>
                <a:spcPts val="125"/>
              </a:spcBef>
            </a:pPr>
            <a:r>
              <a:rPr sz="2900" b="0" spc="150" dirty="0">
                <a:solidFill>
                  <a:srgbClr val="0F91FB"/>
                </a:solidFill>
                <a:latin typeface="Tahoma"/>
                <a:cs typeface="Tahoma"/>
              </a:rPr>
              <a:t>ПАКЕТЫ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ts val="3170"/>
              </a:lnSpc>
              <a:spcBef>
                <a:spcPts val="210"/>
              </a:spcBef>
            </a:pPr>
            <a:r>
              <a:rPr sz="2900" b="0" spc="110" dirty="0">
                <a:solidFill>
                  <a:srgbClr val="0F91FB"/>
                </a:solidFill>
                <a:latin typeface="Tahoma"/>
                <a:cs typeface="Tahoma"/>
              </a:rPr>
              <a:t>ТЕХНИЧЕСКОЙ </a:t>
            </a:r>
            <a:r>
              <a:rPr sz="2900" b="0" spc="114" dirty="0">
                <a:solidFill>
                  <a:srgbClr val="0F91FB"/>
                </a:solidFill>
                <a:latin typeface="Tahoma"/>
                <a:cs typeface="Tahoma"/>
              </a:rPr>
              <a:t> П</a:t>
            </a:r>
            <a:r>
              <a:rPr sz="2900" b="0" spc="-2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900" b="0" spc="245" dirty="0">
                <a:solidFill>
                  <a:srgbClr val="0F91FB"/>
                </a:solidFill>
                <a:latin typeface="Tahoma"/>
                <a:cs typeface="Tahoma"/>
              </a:rPr>
              <a:t>ДД</a:t>
            </a:r>
            <a:r>
              <a:rPr sz="2900" b="0" spc="95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2900" b="0" spc="254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2900" b="0" spc="200" dirty="0">
                <a:solidFill>
                  <a:srgbClr val="0F91FB"/>
                </a:solidFill>
                <a:latin typeface="Tahoma"/>
                <a:cs typeface="Tahoma"/>
              </a:rPr>
              <a:t>Ж</a:t>
            </a:r>
            <a:r>
              <a:rPr sz="2900" b="0" spc="190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2900" b="0" spc="8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2900" b="0" spc="-14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260" dirty="0">
                <a:solidFill>
                  <a:srgbClr val="0F91FB"/>
                </a:solidFill>
                <a:latin typeface="Tahoma"/>
                <a:cs typeface="Tahoma"/>
              </a:rPr>
              <a:t>-</a:t>
            </a:r>
            <a:r>
              <a:rPr sz="2900" b="0" spc="-434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30" dirty="0">
                <a:solidFill>
                  <a:srgbClr val="0F91FB"/>
                </a:solidFill>
                <a:latin typeface="Tahoma"/>
                <a:cs typeface="Tahoma"/>
              </a:rPr>
              <a:t>S</a:t>
            </a:r>
            <a:r>
              <a:rPr sz="2900" b="0" spc="160" dirty="0">
                <a:solidFill>
                  <a:srgbClr val="0F91FB"/>
                </a:solidFill>
                <a:latin typeface="Tahoma"/>
                <a:cs typeface="Tahoma"/>
              </a:rPr>
              <a:t>LA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48589" y="1965198"/>
            <a:ext cx="70485" cy="962025"/>
          </a:xfrm>
          <a:custGeom>
            <a:avLst/>
            <a:gdLst/>
            <a:ahLst/>
            <a:cxnLst/>
            <a:rect l="l" t="t" r="r" b="b"/>
            <a:pathLst>
              <a:path w="70485" h="962025">
                <a:moveTo>
                  <a:pt x="70104" y="961643"/>
                </a:moveTo>
                <a:lnTo>
                  <a:pt x="42814" y="961184"/>
                </a:lnTo>
                <a:lnTo>
                  <a:pt x="20531" y="959932"/>
                </a:lnTo>
                <a:lnTo>
                  <a:pt x="5508" y="958075"/>
                </a:lnTo>
                <a:lnTo>
                  <a:pt x="0" y="955801"/>
                </a:lnTo>
                <a:lnTo>
                  <a:pt x="0" y="5841"/>
                </a:lnTo>
                <a:lnTo>
                  <a:pt x="5508" y="3568"/>
                </a:lnTo>
                <a:lnTo>
                  <a:pt x="20531" y="1711"/>
                </a:lnTo>
                <a:lnTo>
                  <a:pt x="42814" y="459"/>
                </a:lnTo>
                <a:lnTo>
                  <a:pt x="70104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801361" y="1978914"/>
            <a:ext cx="58419" cy="963294"/>
          </a:xfrm>
          <a:custGeom>
            <a:avLst/>
            <a:gdLst/>
            <a:ahLst/>
            <a:cxnLst/>
            <a:rect l="l" t="t" r="r" b="b"/>
            <a:pathLst>
              <a:path w="58420" h="963294">
                <a:moveTo>
                  <a:pt x="0" y="963167"/>
                </a:moveTo>
                <a:lnTo>
                  <a:pt x="22539" y="962788"/>
                </a:lnTo>
                <a:lnTo>
                  <a:pt x="40947" y="961755"/>
                </a:lnTo>
                <a:lnTo>
                  <a:pt x="53360" y="960221"/>
                </a:lnTo>
                <a:lnTo>
                  <a:pt x="57912" y="958341"/>
                </a:lnTo>
                <a:lnTo>
                  <a:pt x="57912" y="4825"/>
                </a:lnTo>
                <a:lnTo>
                  <a:pt x="53360" y="2946"/>
                </a:lnTo>
                <a:lnTo>
                  <a:pt x="40947" y="1412"/>
                </a:lnTo>
                <a:lnTo>
                  <a:pt x="22539" y="379"/>
                </a:lnTo>
                <a:lnTo>
                  <a:pt x="0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48589" y="4239005"/>
            <a:ext cx="70485" cy="962025"/>
          </a:xfrm>
          <a:custGeom>
            <a:avLst/>
            <a:gdLst/>
            <a:ahLst/>
            <a:cxnLst/>
            <a:rect l="l" t="t" r="r" b="b"/>
            <a:pathLst>
              <a:path w="70485" h="962025">
                <a:moveTo>
                  <a:pt x="70104" y="961644"/>
                </a:moveTo>
                <a:lnTo>
                  <a:pt x="42814" y="961184"/>
                </a:lnTo>
                <a:lnTo>
                  <a:pt x="20531" y="959932"/>
                </a:lnTo>
                <a:lnTo>
                  <a:pt x="5508" y="958075"/>
                </a:lnTo>
                <a:lnTo>
                  <a:pt x="0" y="955802"/>
                </a:lnTo>
                <a:lnTo>
                  <a:pt x="0" y="5842"/>
                </a:lnTo>
                <a:lnTo>
                  <a:pt x="5508" y="3568"/>
                </a:lnTo>
                <a:lnTo>
                  <a:pt x="20531" y="1711"/>
                </a:lnTo>
                <a:lnTo>
                  <a:pt x="42814" y="459"/>
                </a:lnTo>
                <a:lnTo>
                  <a:pt x="70104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801361" y="4254246"/>
            <a:ext cx="58419" cy="962025"/>
          </a:xfrm>
          <a:custGeom>
            <a:avLst/>
            <a:gdLst/>
            <a:ahLst/>
            <a:cxnLst/>
            <a:rect l="l" t="t" r="r" b="b"/>
            <a:pathLst>
              <a:path w="58420" h="962025">
                <a:moveTo>
                  <a:pt x="0" y="961643"/>
                </a:moveTo>
                <a:lnTo>
                  <a:pt x="22539" y="961264"/>
                </a:lnTo>
                <a:lnTo>
                  <a:pt x="40947" y="960231"/>
                </a:lnTo>
                <a:lnTo>
                  <a:pt x="53360" y="958697"/>
                </a:lnTo>
                <a:lnTo>
                  <a:pt x="57912" y="956817"/>
                </a:lnTo>
                <a:lnTo>
                  <a:pt x="57912" y="4825"/>
                </a:lnTo>
                <a:lnTo>
                  <a:pt x="53360" y="2946"/>
                </a:lnTo>
                <a:lnTo>
                  <a:pt x="40947" y="1412"/>
                </a:lnTo>
                <a:lnTo>
                  <a:pt x="22539" y="379"/>
                </a:lnTo>
                <a:lnTo>
                  <a:pt x="0" y="0"/>
                </a:lnTo>
              </a:path>
            </a:pathLst>
          </a:custGeom>
          <a:ln w="2540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13</a:t>
            </a:fld>
            <a:endParaRPr spc="-10" dirty="0"/>
          </a:p>
        </p:txBody>
      </p:sp>
      <p:grpSp>
        <p:nvGrpSpPr>
          <p:cNvPr id="103" name="object 4"/>
          <p:cNvGrpSpPr/>
          <p:nvPr/>
        </p:nvGrpSpPr>
        <p:grpSpPr>
          <a:xfrm>
            <a:off x="10951805" y="378075"/>
            <a:ext cx="901065" cy="324485"/>
            <a:chOff x="10951805" y="378075"/>
            <a:chExt cx="901065" cy="324485"/>
          </a:xfrm>
        </p:grpSpPr>
        <p:pic>
          <p:nvPicPr>
            <p:cNvPr id="10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1805" y="408364"/>
              <a:ext cx="110469" cy="231814"/>
            </a:xfrm>
            <a:prstGeom prst="rect">
              <a:avLst/>
            </a:prstGeom>
          </p:spPr>
        </p:pic>
        <p:sp>
          <p:nvSpPr>
            <p:cNvPr id="105" name="object 6"/>
            <p:cNvSpPr/>
            <p:nvPr/>
          </p:nvSpPr>
          <p:spPr>
            <a:xfrm>
              <a:off x="11085652" y="409193"/>
              <a:ext cx="391160" cy="293370"/>
            </a:xfrm>
            <a:custGeom>
              <a:avLst/>
              <a:gdLst/>
              <a:ahLst/>
              <a:cxnLst/>
              <a:rect l="l" t="t" r="r" b="b"/>
              <a:pathLst>
                <a:path w="391159" h="293370">
                  <a:moveTo>
                    <a:pt x="46774" y="63614"/>
                  </a:moveTo>
                  <a:lnTo>
                    <a:pt x="0" y="63614"/>
                  </a:lnTo>
                  <a:lnTo>
                    <a:pt x="0" y="230987"/>
                  </a:lnTo>
                  <a:lnTo>
                    <a:pt x="46774" y="230987"/>
                  </a:lnTo>
                  <a:lnTo>
                    <a:pt x="46774" y="63614"/>
                  </a:lnTo>
                  <a:close/>
                </a:path>
                <a:path w="391159" h="293370">
                  <a:moveTo>
                    <a:pt x="46774" y="0"/>
                  </a:moveTo>
                  <a:lnTo>
                    <a:pt x="0" y="0"/>
                  </a:lnTo>
                  <a:lnTo>
                    <a:pt x="0" y="38950"/>
                  </a:lnTo>
                  <a:lnTo>
                    <a:pt x="46774" y="38950"/>
                  </a:lnTo>
                  <a:lnTo>
                    <a:pt x="46774" y="0"/>
                  </a:lnTo>
                  <a:close/>
                </a:path>
                <a:path w="391159" h="293370">
                  <a:moveTo>
                    <a:pt x="246849" y="63614"/>
                  </a:moveTo>
                  <a:lnTo>
                    <a:pt x="202895" y="63614"/>
                  </a:lnTo>
                  <a:lnTo>
                    <a:pt x="202895" y="85991"/>
                  </a:lnTo>
                  <a:lnTo>
                    <a:pt x="202336" y="85204"/>
                  </a:lnTo>
                  <a:lnTo>
                    <a:pt x="202336" y="142430"/>
                  </a:lnTo>
                  <a:lnTo>
                    <a:pt x="202031" y="151980"/>
                  </a:lnTo>
                  <a:lnTo>
                    <a:pt x="179082" y="188480"/>
                  </a:lnTo>
                  <a:lnTo>
                    <a:pt x="163131" y="191681"/>
                  </a:lnTo>
                  <a:lnTo>
                    <a:pt x="154876" y="191033"/>
                  </a:lnTo>
                  <a:lnTo>
                    <a:pt x="125831" y="161874"/>
                  </a:lnTo>
                  <a:lnTo>
                    <a:pt x="123596" y="144081"/>
                  </a:lnTo>
                  <a:lnTo>
                    <a:pt x="123596" y="142430"/>
                  </a:lnTo>
                  <a:lnTo>
                    <a:pt x="139827" y="101854"/>
                  </a:lnTo>
                  <a:lnTo>
                    <a:pt x="178765" y="97688"/>
                  </a:lnTo>
                  <a:lnTo>
                    <a:pt x="202044" y="133070"/>
                  </a:lnTo>
                  <a:lnTo>
                    <a:pt x="202336" y="142430"/>
                  </a:lnTo>
                  <a:lnTo>
                    <a:pt x="202336" y="85204"/>
                  </a:lnTo>
                  <a:lnTo>
                    <a:pt x="167055" y="60159"/>
                  </a:lnTo>
                  <a:lnTo>
                    <a:pt x="151917" y="58839"/>
                  </a:lnTo>
                  <a:lnTo>
                    <a:pt x="136652" y="59969"/>
                  </a:lnTo>
                  <a:lnTo>
                    <a:pt x="97853" y="82029"/>
                  </a:lnTo>
                  <a:lnTo>
                    <a:pt x="78079" y="127368"/>
                  </a:lnTo>
                  <a:lnTo>
                    <a:pt x="77457" y="144081"/>
                  </a:lnTo>
                  <a:lnTo>
                    <a:pt x="78092" y="160223"/>
                  </a:lnTo>
                  <a:lnTo>
                    <a:pt x="97002" y="204114"/>
                  </a:lnTo>
                  <a:lnTo>
                    <a:pt x="135026" y="225463"/>
                  </a:lnTo>
                  <a:lnTo>
                    <a:pt x="149948" y="226479"/>
                  </a:lnTo>
                  <a:lnTo>
                    <a:pt x="165163" y="225044"/>
                  </a:lnTo>
                  <a:lnTo>
                    <a:pt x="179324" y="220040"/>
                  </a:lnTo>
                  <a:lnTo>
                    <a:pt x="191795" y="211747"/>
                  </a:lnTo>
                  <a:lnTo>
                    <a:pt x="201955" y="200520"/>
                  </a:lnTo>
                  <a:lnTo>
                    <a:pt x="201828" y="227533"/>
                  </a:lnTo>
                  <a:lnTo>
                    <a:pt x="174510" y="261734"/>
                  </a:lnTo>
                  <a:lnTo>
                    <a:pt x="156248" y="262839"/>
                  </a:lnTo>
                  <a:lnTo>
                    <a:pt x="148158" y="261112"/>
                  </a:lnTo>
                  <a:lnTo>
                    <a:pt x="140970" y="257416"/>
                  </a:lnTo>
                  <a:lnTo>
                    <a:pt x="135229" y="253644"/>
                  </a:lnTo>
                  <a:lnTo>
                    <a:pt x="131292" y="247713"/>
                  </a:lnTo>
                  <a:lnTo>
                    <a:pt x="130124" y="241020"/>
                  </a:lnTo>
                  <a:lnTo>
                    <a:pt x="83350" y="241020"/>
                  </a:lnTo>
                  <a:lnTo>
                    <a:pt x="90970" y="263867"/>
                  </a:lnTo>
                  <a:lnTo>
                    <a:pt x="106807" y="280174"/>
                  </a:lnTo>
                  <a:lnTo>
                    <a:pt x="130860" y="289966"/>
                  </a:lnTo>
                  <a:lnTo>
                    <a:pt x="163131" y="293230"/>
                  </a:lnTo>
                  <a:lnTo>
                    <a:pt x="182867" y="292011"/>
                  </a:lnTo>
                  <a:lnTo>
                    <a:pt x="226085" y="273888"/>
                  </a:lnTo>
                  <a:lnTo>
                    <a:pt x="235204" y="262839"/>
                  </a:lnTo>
                  <a:lnTo>
                    <a:pt x="241668" y="249148"/>
                  </a:lnTo>
                  <a:lnTo>
                    <a:pt x="245554" y="232651"/>
                  </a:lnTo>
                  <a:lnTo>
                    <a:pt x="246811" y="214058"/>
                  </a:lnTo>
                  <a:lnTo>
                    <a:pt x="246849" y="200520"/>
                  </a:lnTo>
                  <a:lnTo>
                    <a:pt x="246849" y="191681"/>
                  </a:lnTo>
                  <a:lnTo>
                    <a:pt x="246849" y="94742"/>
                  </a:lnTo>
                  <a:lnTo>
                    <a:pt x="246849" y="85991"/>
                  </a:lnTo>
                  <a:lnTo>
                    <a:pt x="246849" y="63614"/>
                  </a:lnTo>
                  <a:close/>
                </a:path>
                <a:path w="391159" h="293370">
                  <a:moveTo>
                    <a:pt x="324599" y="128714"/>
                  </a:moveTo>
                  <a:lnTo>
                    <a:pt x="265950" y="81292"/>
                  </a:lnTo>
                  <a:lnTo>
                    <a:pt x="253225" y="96481"/>
                  </a:lnTo>
                  <a:lnTo>
                    <a:pt x="304584" y="138010"/>
                  </a:lnTo>
                  <a:lnTo>
                    <a:pt x="304584" y="233565"/>
                  </a:lnTo>
                  <a:lnTo>
                    <a:pt x="324599" y="233565"/>
                  </a:lnTo>
                  <a:lnTo>
                    <a:pt x="324599" y="128714"/>
                  </a:lnTo>
                  <a:close/>
                </a:path>
                <a:path w="391159" h="293370">
                  <a:moveTo>
                    <a:pt x="357619" y="114985"/>
                  </a:moveTo>
                  <a:lnTo>
                    <a:pt x="288302" y="56527"/>
                  </a:lnTo>
                  <a:lnTo>
                    <a:pt x="276237" y="70434"/>
                  </a:lnTo>
                  <a:lnTo>
                    <a:pt x="339090" y="123456"/>
                  </a:lnTo>
                  <a:lnTo>
                    <a:pt x="339090" y="233197"/>
                  </a:lnTo>
                  <a:lnTo>
                    <a:pt x="357619" y="233197"/>
                  </a:lnTo>
                  <a:lnTo>
                    <a:pt x="357619" y="114985"/>
                  </a:lnTo>
                  <a:close/>
                </a:path>
                <a:path w="391159" h="293370">
                  <a:moveTo>
                    <a:pt x="390728" y="39687"/>
                  </a:moveTo>
                  <a:lnTo>
                    <a:pt x="388569" y="29146"/>
                  </a:lnTo>
                  <a:lnTo>
                    <a:pt x="382676" y="20548"/>
                  </a:lnTo>
                  <a:lnTo>
                    <a:pt x="373926" y="14744"/>
                  </a:lnTo>
                  <a:lnTo>
                    <a:pt x="363220" y="12623"/>
                  </a:lnTo>
                  <a:lnTo>
                    <a:pt x="352513" y="14744"/>
                  </a:lnTo>
                  <a:lnTo>
                    <a:pt x="343776" y="20548"/>
                  </a:lnTo>
                  <a:lnTo>
                    <a:pt x="337883" y="29146"/>
                  </a:lnTo>
                  <a:lnTo>
                    <a:pt x="335724" y="39687"/>
                  </a:lnTo>
                  <a:lnTo>
                    <a:pt x="337883" y="50215"/>
                  </a:lnTo>
                  <a:lnTo>
                    <a:pt x="343776" y="58826"/>
                  </a:lnTo>
                  <a:lnTo>
                    <a:pt x="352513" y="64630"/>
                  </a:lnTo>
                  <a:lnTo>
                    <a:pt x="363220" y="66751"/>
                  </a:lnTo>
                  <a:lnTo>
                    <a:pt x="373926" y="64630"/>
                  </a:lnTo>
                  <a:lnTo>
                    <a:pt x="382676" y="58826"/>
                  </a:lnTo>
                  <a:lnTo>
                    <a:pt x="388569" y="50215"/>
                  </a:lnTo>
                  <a:lnTo>
                    <a:pt x="390728" y="39687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66832" y="468112"/>
              <a:ext cx="285670" cy="176852"/>
            </a:xfrm>
            <a:prstGeom prst="rect">
              <a:avLst/>
            </a:prstGeom>
          </p:spPr>
        </p:pic>
        <p:sp>
          <p:nvSpPr>
            <p:cNvPr id="107" name="object 8"/>
            <p:cNvSpPr/>
            <p:nvPr/>
          </p:nvSpPr>
          <p:spPr>
            <a:xfrm>
              <a:off x="11458431" y="378075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90" h="264795">
                  <a:moveTo>
                    <a:pt x="20017" y="264312"/>
                  </a:moveTo>
                  <a:lnTo>
                    <a:pt x="0" y="264312"/>
                  </a:lnTo>
                  <a:lnTo>
                    <a:pt x="0" y="141040"/>
                  </a:lnTo>
                  <a:lnTo>
                    <a:pt x="80256" y="0"/>
                  </a:lnTo>
                  <a:lnTo>
                    <a:pt x="97748" y="9666"/>
                  </a:lnTo>
                  <a:lnTo>
                    <a:pt x="20017" y="146195"/>
                  </a:lnTo>
                  <a:lnTo>
                    <a:pt x="20017" y="264312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92856" y="395291"/>
              <a:ext cx="91668" cy="2474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6181" y="1298520"/>
            <a:ext cx="8429625" cy="4537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47315">
              <a:lnSpc>
                <a:spcPct val="100000"/>
              </a:lnSpc>
              <a:spcBef>
                <a:spcPts val="100"/>
              </a:spcBef>
            </a:pPr>
            <a:r>
              <a:rPr sz="1800" b="1" spc="45" dirty="0">
                <a:latin typeface="Arial"/>
                <a:cs typeface="Arial"/>
              </a:rPr>
              <a:t>Обладатель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105" dirty="0">
                <a:latin typeface="Arial"/>
                <a:cs typeface="Arial"/>
              </a:rPr>
              <a:t>контракта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130" dirty="0">
                <a:latin typeface="Arial"/>
                <a:cs typeface="Arial"/>
              </a:rPr>
              <a:t>может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45" dirty="0">
                <a:latin typeface="Arial"/>
                <a:cs typeface="Arial"/>
              </a:rPr>
              <a:t>обратиться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25" dirty="0">
                <a:latin typeface="Arial"/>
                <a:cs typeface="Arial"/>
              </a:rPr>
              <a:t>в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СТП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105" dirty="0">
                <a:latin typeface="Arial"/>
                <a:cs typeface="Arial"/>
              </a:rPr>
              <a:t>одним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145" dirty="0">
                <a:latin typeface="Arial"/>
                <a:cs typeface="Arial"/>
              </a:rPr>
              <a:t>из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60" dirty="0">
                <a:latin typeface="Arial"/>
                <a:cs typeface="Arial"/>
              </a:rPr>
              <a:t>трёх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способов: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b="1" u="sng" spc="45" dirty="0">
                <a:solidFill>
                  <a:srgbClr val="006F6B"/>
                </a:solidFill>
                <a:uFill>
                  <a:solidFill>
                    <a:srgbClr val="006F6B"/>
                  </a:solidFill>
                </a:uFill>
                <a:latin typeface="Arial"/>
                <a:cs typeface="Arial"/>
                <a:hlinkClick r:id="rId2"/>
              </a:rPr>
              <a:t>Онлайн-форма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-45" dirty="0" err="1" smtClean="0">
                <a:latin typeface="Lucida Sans Unicode"/>
                <a:cs typeface="Lucida Sans Unicode"/>
              </a:rPr>
              <a:t>Тел</a:t>
            </a:r>
            <a:r>
              <a:rPr sz="1600" spc="-55" dirty="0" err="1" smtClean="0">
                <a:latin typeface="Lucida Sans Unicode"/>
                <a:cs typeface="Lucida Sans Unicode"/>
              </a:rPr>
              <a:t>е</a:t>
            </a:r>
            <a:r>
              <a:rPr sz="1600" spc="-85" dirty="0" err="1" smtClean="0">
                <a:latin typeface="Lucida Sans Unicode"/>
                <a:cs typeface="Lucida Sans Unicode"/>
              </a:rPr>
              <a:t>ф</a:t>
            </a:r>
            <a:r>
              <a:rPr sz="1600" spc="-30" dirty="0" err="1" smtClean="0">
                <a:latin typeface="Lucida Sans Unicode"/>
                <a:cs typeface="Lucida Sans Unicode"/>
              </a:rPr>
              <a:t>о</a:t>
            </a:r>
            <a:r>
              <a:rPr sz="1600" spc="10" dirty="0" err="1" smtClean="0">
                <a:latin typeface="Lucida Sans Unicode"/>
                <a:cs typeface="Lucida Sans Unicode"/>
              </a:rPr>
              <a:t>н</a:t>
            </a:r>
            <a:endParaRPr lang="en-US" sz="1600" spc="10" dirty="0" smtClean="0">
              <a:latin typeface="Lucida Sans Unicode"/>
              <a:cs typeface="Lucida Sans Unicode"/>
            </a:endParaRPr>
          </a:p>
          <a:p>
            <a:pPr marL="927100">
              <a:lnSpc>
                <a:spcPct val="100000"/>
              </a:lnSpc>
            </a:pPr>
            <a:endParaRPr sz="205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20" dirty="0" smtClean="0">
                <a:latin typeface="Lucida Sans Unicode"/>
                <a:cs typeface="Lucida Sans Unicode"/>
              </a:rPr>
              <a:t>E</a:t>
            </a:r>
            <a:r>
              <a:rPr sz="1600" spc="-415" dirty="0" smtClean="0">
                <a:latin typeface="Lucida Sans Unicode"/>
                <a:cs typeface="Lucida Sans Unicode"/>
              </a:rPr>
              <a:t>-</a:t>
            </a:r>
            <a:r>
              <a:rPr sz="1600" dirty="0" smtClean="0">
                <a:latin typeface="Lucida Sans Unicode"/>
                <a:cs typeface="Lucida Sans Unicode"/>
              </a:rPr>
              <a:t>ma</a:t>
            </a:r>
            <a:r>
              <a:rPr sz="1600" spc="-60" dirty="0" smtClean="0">
                <a:latin typeface="Lucida Sans Unicode"/>
                <a:cs typeface="Lucida Sans Unicode"/>
              </a:rPr>
              <a:t>i</a:t>
            </a:r>
            <a:r>
              <a:rPr sz="1600" spc="-55" dirty="0" smtClean="0">
                <a:latin typeface="Lucida Sans Unicode"/>
                <a:cs typeface="Lucida Sans Unicode"/>
              </a:rPr>
              <a:t>l</a:t>
            </a:r>
            <a:endParaRPr lang="en-US" sz="1600" spc="-55" dirty="0" smtClean="0">
              <a:latin typeface="Lucida Sans Unicode"/>
              <a:cs typeface="Lucida Sans Unicode"/>
            </a:endParaRPr>
          </a:p>
          <a:p>
            <a:pPr marL="927100">
              <a:lnSpc>
                <a:spcPct val="100000"/>
              </a:lnSpc>
            </a:pPr>
            <a:endParaRPr sz="2050" dirty="0">
              <a:latin typeface="Arial"/>
              <a:cs typeface="Arial"/>
            </a:endParaRPr>
          </a:p>
          <a:p>
            <a:pPr marL="12700" marR="2146935">
              <a:lnSpc>
                <a:spcPct val="100000"/>
              </a:lnSpc>
            </a:pPr>
            <a:r>
              <a:rPr sz="1600" dirty="0">
                <a:latin typeface="Lucida Sans Unicode"/>
                <a:cs typeface="Lucida Sans Unicode"/>
              </a:rPr>
              <a:t>Каждый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запрос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квалифицируется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инженером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65" dirty="0">
                <a:latin typeface="Lucida Sans Unicode"/>
                <a:cs typeface="Lucida Sans Unicode"/>
              </a:rPr>
              <a:t>L1,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сроки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ответа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регламентируются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степенью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критичности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проблемы</a:t>
            </a:r>
            <a:endParaRPr sz="1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Lucida Sans Unicode"/>
                <a:cs typeface="Lucida Sans Unicode"/>
              </a:rPr>
              <a:t>(по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умолчанию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–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65" dirty="0">
                <a:latin typeface="Lucida Sans Unicode"/>
                <a:cs typeface="Lucida Sans Unicode"/>
              </a:rPr>
              <a:t>п.3).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Подробнее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об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управлении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приоритетом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с.24</a:t>
            </a:r>
            <a:endParaRPr sz="16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</a:pPr>
            <a:r>
              <a:rPr sz="1600" spc="20" dirty="0">
                <a:latin typeface="Lucida Sans Unicode"/>
                <a:cs typeface="Lucida Sans Unicode"/>
              </a:rPr>
              <a:t>Инженеры </a:t>
            </a:r>
            <a:r>
              <a:rPr sz="1600" spc="-70" dirty="0">
                <a:latin typeface="Lucida Sans Unicode"/>
                <a:cs typeface="Lucida Sans Unicode"/>
              </a:rPr>
              <a:t>ТП </a:t>
            </a:r>
            <a:r>
              <a:rPr sz="1600" spc="-15" dirty="0">
                <a:latin typeface="Lucida Sans Unicode"/>
                <a:cs typeface="Lucida Sans Unicode"/>
              </a:rPr>
              <a:t>предоставляют </a:t>
            </a:r>
            <a:r>
              <a:rPr sz="1600" spc="-5" dirty="0">
                <a:latin typeface="Lucida Sans Unicode"/>
                <a:cs typeface="Lucida Sans Unicode"/>
              </a:rPr>
              <a:t>консультации </a:t>
            </a:r>
            <a:r>
              <a:rPr sz="1600" spc="-15" dirty="0">
                <a:latin typeface="Lucida Sans Unicode"/>
                <a:cs typeface="Lucida Sans Unicode"/>
              </a:rPr>
              <a:t>по </a:t>
            </a:r>
            <a:r>
              <a:rPr sz="1600" spc="-10" dirty="0">
                <a:latin typeface="Lucida Sans Unicode"/>
                <a:cs typeface="Lucida Sans Unicode"/>
              </a:rPr>
              <a:t>оборудованию </a:t>
            </a:r>
            <a:r>
              <a:rPr sz="1600" spc="20" dirty="0">
                <a:latin typeface="Lucida Sans Unicode"/>
                <a:cs typeface="Lucida Sans Unicode"/>
              </a:rPr>
              <a:t>и </a:t>
            </a:r>
            <a:r>
              <a:rPr sz="1600" spc="-15" dirty="0">
                <a:latin typeface="Lucida Sans Unicode"/>
                <a:cs typeface="Lucida Sans Unicode"/>
              </a:rPr>
              <a:t>программному </a:t>
            </a:r>
            <a:r>
              <a:rPr sz="1600" spc="-1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обеспечению, </a:t>
            </a:r>
            <a:r>
              <a:rPr sz="1600" spc="30" dirty="0">
                <a:latin typeface="Lucida Sans Unicode"/>
                <a:cs typeface="Lucida Sans Unicode"/>
              </a:rPr>
              <a:t>включающие </a:t>
            </a:r>
            <a:r>
              <a:rPr sz="1600" spc="-20" dirty="0">
                <a:latin typeface="Lucida Sans Unicode"/>
                <a:cs typeface="Lucida Sans Unicode"/>
              </a:rPr>
              <a:t>удалённую </a:t>
            </a:r>
            <a:r>
              <a:rPr sz="1600" spc="-35" dirty="0">
                <a:latin typeface="Lucida Sans Unicode"/>
                <a:cs typeface="Lucida Sans Unicode"/>
              </a:rPr>
              <a:t>диагностику </a:t>
            </a:r>
            <a:r>
              <a:rPr sz="1600" spc="-75" dirty="0">
                <a:latin typeface="Lucida Sans Unicode"/>
                <a:cs typeface="Lucida Sans Unicode"/>
              </a:rPr>
              <a:t>(где </a:t>
            </a:r>
            <a:r>
              <a:rPr sz="1600" spc="-10" dirty="0">
                <a:latin typeface="Lucida Sans Unicode"/>
                <a:cs typeface="Lucida Sans Unicode"/>
              </a:rPr>
              <a:t>применимо), </a:t>
            </a:r>
            <a:r>
              <a:rPr sz="1600" spc="-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рекомендации </a:t>
            </a:r>
            <a:r>
              <a:rPr sz="1600" spc="-15" dirty="0">
                <a:latin typeface="Lucida Sans Unicode"/>
                <a:cs typeface="Lucida Sans Unicode"/>
              </a:rPr>
              <a:t>по </a:t>
            </a:r>
            <a:r>
              <a:rPr sz="1600" spc="-20" dirty="0">
                <a:latin typeface="Lucida Sans Unicode"/>
                <a:cs typeface="Lucida Sans Unicode"/>
              </a:rPr>
              <a:t>настройке, </a:t>
            </a:r>
            <a:r>
              <a:rPr sz="1600" spc="5" dirty="0">
                <a:latin typeface="Lucida Sans Unicode"/>
                <a:cs typeface="Lucida Sans Unicode"/>
              </a:rPr>
              <a:t>обновление </a:t>
            </a:r>
            <a:r>
              <a:rPr sz="1600" spc="-30" dirty="0">
                <a:latin typeface="Lucida Sans Unicode"/>
                <a:cs typeface="Lucida Sans Unicode"/>
              </a:rPr>
              <a:t>прикладного ПО; </a:t>
            </a:r>
            <a:r>
              <a:rPr sz="1600" spc="-5" dirty="0">
                <a:latin typeface="Lucida Sans Unicode"/>
                <a:cs typeface="Lucida Sans Unicode"/>
              </a:rPr>
              <a:t>осуществляют </a:t>
            </a:r>
            <a:r>
              <a:rPr sz="1600" dirty="0">
                <a:latin typeface="Lucida Sans Unicode"/>
                <a:cs typeface="Lucida Sans Unicode"/>
              </a:rPr>
              <a:t> </a:t>
            </a:r>
            <a:r>
              <a:rPr sz="1600" spc="-45" dirty="0">
                <a:latin typeface="Lucida Sans Unicode"/>
                <a:cs typeface="Lucida Sans Unicode"/>
              </a:rPr>
              <a:t>поддержку</a:t>
            </a:r>
            <a:r>
              <a:rPr sz="1600" spc="-55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обнаружении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проблем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восстановлении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работоспособности</a:t>
            </a:r>
            <a:r>
              <a:rPr sz="1600" spc="-4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системы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51805" y="378075"/>
            <a:ext cx="901065" cy="324485"/>
            <a:chOff x="10951805" y="378075"/>
            <a:chExt cx="901065" cy="3244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1805" y="408364"/>
              <a:ext cx="110469" cy="2318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85652" y="409193"/>
              <a:ext cx="391160" cy="293370"/>
            </a:xfrm>
            <a:custGeom>
              <a:avLst/>
              <a:gdLst/>
              <a:ahLst/>
              <a:cxnLst/>
              <a:rect l="l" t="t" r="r" b="b"/>
              <a:pathLst>
                <a:path w="391159" h="293370">
                  <a:moveTo>
                    <a:pt x="46774" y="63614"/>
                  </a:moveTo>
                  <a:lnTo>
                    <a:pt x="0" y="63614"/>
                  </a:lnTo>
                  <a:lnTo>
                    <a:pt x="0" y="230987"/>
                  </a:lnTo>
                  <a:lnTo>
                    <a:pt x="46774" y="230987"/>
                  </a:lnTo>
                  <a:lnTo>
                    <a:pt x="46774" y="63614"/>
                  </a:lnTo>
                  <a:close/>
                </a:path>
                <a:path w="391159" h="293370">
                  <a:moveTo>
                    <a:pt x="46774" y="0"/>
                  </a:moveTo>
                  <a:lnTo>
                    <a:pt x="0" y="0"/>
                  </a:lnTo>
                  <a:lnTo>
                    <a:pt x="0" y="38950"/>
                  </a:lnTo>
                  <a:lnTo>
                    <a:pt x="46774" y="38950"/>
                  </a:lnTo>
                  <a:lnTo>
                    <a:pt x="46774" y="0"/>
                  </a:lnTo>
                  <a:close/>
                </a:path>
                <a:path w="391159" h="293370">
                  <a:moveTo>
                    <a:pt x="246849" y="63614"/>
                  </a:moveTo>
                  <a:lnTo>
                    <a:pt x="202895" y="63614"/>
                  </a:lnTo>
                  <a:lnTo>
                    <a:pt x="202895" y="85991"/>
                  </a:lnTo>
                  <a:lnTo>
                    <a:pt x="202336" y="85204"/>
                  </a:lnTo>
                  <a:lnTo>
                    <a:pt x="202336" y="142430"/>
                  </a:lnTo>
                  <a:lnTo>
                    <a:pt x="202031" y="151980"/>
                  </a:lnTo>
                  <a:lnTo>
                    <a:pt x="179082" y="188480"/>
                  </a:lnTo>
                  <a:lnTo>
                    <a:pt x="163131" y="191681"/>
                  </a:lnTo>
                  <a:lnTo>
                    <a:pt x="154876" y="191033"/>
                  </a:lnTo>
                  <a:lnTo>
                    <a:pt x="125831" y="161874"/>
                  </a:lnTo>
                  <a:lnTo>
                    <a:pt x="123596" y="144081"/>
                  </a:lnTo>
                  <a:lnTo>
                    <a:pt x="123596" y="142430"/>
                  </a:lnTo>
                  <a:lnTo>
                    <a:pt x="139827" y="101854"/>
                  </a:lnTo>
                  <a:lnTo>
                    <a:pt x="178765" y="97688"/>
                  </a:lnTo>
                  <a:lnTo>
                    <a:pt x="202044" y="133070"/>
                  </a:lnTo>
                  <a:lnTo>
                    <a:pt x="202336" y="142430"/>
                  </a:lnTo>
                  <a:lnTo>
                    <a:pt x="202336" y="85204"/>
                  </a:lnTo>
                  <a:lnTo>
                    <a:pt x="167055" y="60159"/>
                  </a:lnTo>
                  <a:lnTo>
                    <a:pt x="151917" y="58839"/>
                  </a:lnTo>
                  <a:lnTo>
                    <a:pt x="136652" y="59969"/>
                  </a:lnTo>
                  <a:lnTo>
                    <a:pt x="97853" y="82029"/>
                  </a:lnTo>
                  <a:lnTo>
                    <a:pt x="78079" y="127368"/>
                  </a:lnTo>
                  <a:lnTo>
                    <a:pt x="77457" y="144081"/>
                  </a:lnTo>
                  <a:lnTo>
                    <a:pt x="78092" y="160223"/>
                  </a:lnTo>
                  <a:lnTo>
                    <a:pt x="97002" y="204114"/>
                  </a:lnTo>
                  <a:lnTo>
                    <a:pt x="135026" y="225463"/>
                  </a:lnTo>
                  <a:lnTo>
                    <a:pt x="149948" y="226479"/>
                  </a:lnTo>
                  <a:lnTo>
                    <a:pt x="165163" y="225044"/>
                  </a:lnTo>
                  <a:lnTo>
                    <a:pt x="179324" y="220040"/>
                  </a:lnTo>
                  <a:lnTo>
                    <a:pt x="191795" y="211747"/>
                  </a:lnTo>
                  <a:lnTo>
                    <a:pt x="201955" y="200520"/>
                  </a:lnTo>
                  <a:lnTo>
                    <a:pt x="201828" y="227533"/>
                  </a:lnTo>
                  <a:lnTo>
                    <a:pt x="174510" y="261734"/>
                  </a:lnTo>
                  <a:lnTo>
                    <a:pt x="156248" y="262839"/>
                  </a:lnTo>
                  <a:lnTo>
                    <a:pt x="148158" y="261112"/>
                  </a:lnTo>
                  <a:lnTo>
                    <a:pt x="140970" y="257416"/>
                  </a:lnTo>
                  <a:lnTo>
                    <a:pt x="135229" y="253644"/>
                  </a:lnTo>
                  <a:lnTo>
                    <a:pt x="131292" y="247713"/>
                  </a:lnTo>
                  <a:lnTo>
                    <a:pt x="130124" y="241020"/>
                  </a:lnTo>
                  <a:lnTo>
                    <a:pt x="83350" y="241020"/>
                  </a:lnTo>
                  <a:lnTo>
                    <a:pt x="90970" y="263867"/>
                  </a:lnTo>
                  <a:lnTo>
                    <a:pt x="106807" y="280174"/>
                  </a:lnTo>
                  <a:lnTo>
                    <a:pt x="130860" y="289966"/>
                  </a:lnTo>
                  <a:lnTo>
                    <a:pt x="163131" y="293230"/>
                  </a:lnTo>
                  <a:lnTo>
                    <a:pt x="182867" y="292011"/>
                  </a:lnTo>
                  <a:lnTo>
                    <a:pt x="226085" y="273888"/>
                  </a:lnTo>
                  <a:lnTo>
                    <a:pt x="235204" y="262839"/>
                  </a:lnTo>
                  <a:lnTo>
                    <a:pt x="241668" y="249148"/>
                  </a:lnTo>
                  <a:lnTo>
                    <a:pt x="245554" y="232651"/>
                  </a:lnTo>
                  <a:lnTo>
                    <a:pt x="246811" y="214058"/>
                  </a:lnTo>
                  <a:lnTo>
                    <a:pt x="246849" y="200520"/>
                  </a:lnTo>
                  <a:lnTo>
                    <a:pt x="246849" y="191681"/>
                  </a:lnTo>
                  <a:lnTo>
                    <a:pt x="246849" y="94742"/>
                  </a:lnTo>
                  <a:lnTo>
                    <a:pt x="246849" y="85991"/>
                  </a:lnTo>
                  <a:lnTo>
                    <a:pt x="246849" y="63614"/>
                  </a:lnTo>
                  <a:close/>
                </a:path>
                <a:path w="391159" h="293370">
                  <a:moveTo>
                    <a:pt x="324599" y="128714"/>
                  </a:moveTo>
                  <a:lnTo>
                    <a:pt x="265950" y="81292"/>
                  </a:lnTo>
                  <a:lnTo>
                    <a:pt x="253225" y="96481"/>
                  </a:lnTo>
                  <a:lnTo>
                    <a:pt x="304584" y="138010"/>
                  </a:lnTo>
                  <a:lnTo>
                    <a:pt x="304584" y="233565"/>
                  </a:lnTo>
                  <a:lnTo>
                    <a:pt x="324599" y="233565"/>
                  </a:lnTo>
                  <a:lnTo>
                    <a:pt x="324599" y="128714"/>
                  </a:lnTo>
                  <a:close/>
                </a:path>
                <a:path w="391159" h="293370">
                  <a:moveTo>
                    <a:pt x="357619" y="114985"/>
                  </a:moveTo>
                  <a:lnTo>
                    <a:pt x="288302" y="56527"/>
                  </a:lnTo>
                  <a:lnTo>
                    <a:pt x="276237" y="70434"/>
                  </a:lnTo>
                  <a:lnTo>
                    <a:pt x="339090" y="123456"/>
                  </a:lnTo>
                  <a:lnTo>
                    <a:pt x="339090" y="233197"/>
                  </a:lnTo>
                  <a:lnTo>
                    <a:pt x="357619" y="233197"/>
                  </a:lnTo>
                  <a:lnTo>
                    <a:pt x="357619" y="114985"/>
                  </a:lnTo>
                  <a:close/>
                </a:path>
                <a:path w="391159" h="293370">
                  <a:moveTo>
                    <a:pt x="390728" y="39687"/>
                  </a:moveTo>
                  <a:lnTo>
                    <a:pt x="388569" y="29146"/>
                  </a:lnTo>
                  <a:lnTo>
                    <a:pt x="382676" y="20548"/>
                  </a:lnTo>
                  <a:lnTo>
                    <a:pt x="373926" y="14744"/>
                  </a:lnTo>
                  <a:lnTo>
                    <a:pt x="363220" y="12623"/>
                  </a:lnTo>
                  <a:lnTo>
                    <a:pt x="352513" y="14744"/>
                  </a:lnTo>
                  <a:lnTo>
                    <a:pt x="343776" y="20548"/>
                  </a:lnTo>
                  <a:lnTo>
                    <a:pt x="337883" y="29146"/>
                  </a:lnTo>
                  <a:lnTo>
                    <a:pt x="335724" y="39687"/>
                  </a:lnTo>
                  <a:lnTo>
                    <a:pt x="337883" y="50215"/>
                  </a:lnTo>
                  <a:lnTo>
                    <a:pt x="343776" y="58826"/>
                  </a:lnTo>
                  <a:lnTo>
                    <a:pt x="352513" y="64630"/>
                  </a:lnTo>
                  <a:lnTo>
                    <a:pt x="363220" y="66751"/>
                  </a:lnTo>
                  <a:lnTo>
                    <a:pt x="373926" y="64630"/>
                  </a:lnTo>
                  <a:lnTo>
                    <a:pt x="382676" y="58826"/>
                  </a:lnTo>
                  <a:lnTo>
                    <a:pt x="388569" y="50215"/>
                  </a:lnTo>
                  <a:lnTo>
                    <a:pt x="390728" y="39687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6832" y="468112"/>
              <a:ext cx="285670" cy="1768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58431" y="378075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90" h="264795">
                  <a:moveTo>
                    <a:pt x="20017" y="264312"/>
                  </a:moveTo>
                  <a:lnTo>
                    <a:pt x="0" y="264312"/>
                  </a:lnTo>
                  <a:lnTo>
                    <a:pt x="0" y="141040"/>
                  </a:lnTo>
                  <a:lnTo>
                    <a:pt x="80256" y="0"/>
                  </a:lnTo>
                  <a:lnTo>
                    <a:pt x="97748" y="9666"/>
                  </a:lnTo>
                  <a:lnTo>
                    <a:pt x="20017" y="146195"/>
                  </a:lnTo>
                  <a:lnTo>
                    <a:pt x="20017" y="264312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92856" y="395291"/>
              <a:ext cx="91668" cy="2474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9829" y="192030"/>
            <a:ext cx="8202930" cy="8743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325"/>
              </a:lnSpc>
              <a:spcBef>
                <a:spcPts val="125"/>
              </a:spcBef>
            </a:pPr>
            <a:r>
              <a:rPr sz="2900" b="0" spc="35" dirty="0">
                <a:solidFill>
                  <a:srgbClr val="0F91FB"/>
                </a:solidFill>
                <a:latin typeface="Tahoma"/>
                <a:cs typeface="Tahoma"/>
              </a:rPr>
              <a:t>РТП:</a:t>
            </a:r>
            <a:r>
              <a:rPr sz="2900" b="0" spc="-19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75" dirty="0">
                <a:solidFill>
                  <a:srgbClr val="0F91FB"/>
                </a:solidFill>
                <a:latin typeface="Tahoma"/>
                <a:cs typeface="Tahoma"/>
              </a:rPr>
              <a:t>ДОСТУП</a:t>
            </a:r>
            <a:r>
              <a:rPr sz="2900" b="0" spc="-16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5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2900" b="0" spc="-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90" dirty="0">
                <a:solidFill>
                  <a:srgbClr val="0F91FB"/>
                </a:solidFill>
                <a:latin typeface="Tahoma"/>
                <a:cs typeface="Tahoma"/>
              </a:rPr>
              <a:t>СЛУЖБЕ</a:t>
            </a:r>
            <a:r>
              <a:rPr sz="2900" b="0" spc="-1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10" dirty="0">
                <a:solidFill>
                  <a:srgbClr val="0F91FB"/>
                </a:solidFill>
                <a:latin typeface="Tahoma"/>
                <a:cs typeface="Tahoma"/>
              </a:rPr>
              <a:t>ТЕХНИЧЕСКОЙ</a:t>
            </a:r>
            <a:endParaRPr sz="2900">
              <a:latin typeface="Tahoma"/>
              <a:cs typeface="Tahoma"/>
            </a:endParaRPr>
          </a:p>
          <a:p>
            <a:pPr marL="12700">
              <a:lnSpc>
                <a:spcPts val="3325"/>
              </a:lnSpc>
            </a:pPr>
            <a:r>
              <a:rPr sz="2900" b="0" spc="155" dirty="0">
                <a:solidFill>
                  <a:srgbClr val="0F91FB"/>
                </a:solidFill>
                <a:latin typeface="Tahoma"/>
                <a:cs typeface="Tahoma"/>
              </a:rPr>
              <a:t>ПОДДЕРЖКИ</a:t>
            </a:r>
            <a:r>
              <a:rPr sz="2900" b="0" spc="-15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8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2900" b="0" spc="-18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35" dirty="0">
                <a:solidFill>
                  <a:srgbClr val="0F91FB"/>
                </a:solidFill>
                <a:latin typeface="Tahoma"/>
                <a:cs typeface="Tahoma"/>
              </a:rPr>
              <a:t>УПРАВЛЕНИЕ</a:t>
            </a:r>
            <a:r>
              <a:rPr sz="2900" b="0" spc="-18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40" dirty="0">
                <a:solidFill>
                  <a:srgbClr val="0F91FB"/>
                </a:solidFill>
                <a:latin typeface="Tahoma"/>
                <a:cs typeface="Tahoma"/>
              </a:rPr>
              <a:t>ПРИОРИТЕТОМ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76070" y="2080234"/>
            <a:ext cx="402590" cy="402590"/>
            <a:chOff x="1076070" y="2080234"/>
            <a:chExt cx="402590" cy="4025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4395" y="2170179"/>
              <a:ext cx="223915" cy="2240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76070" y="2080234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196294" y="0"/>
                  </a:moveTo>
                  <a:lnTo>
                    <a:pt x="115754" y="18825"/>
                  </a:lnTo>
                  <a:lnTo>
                    <a:pt x="77154" y="42651"/>
                  </a:lnTo>
                  <a:lnTo>
                    <a:pt x="44732" y="74514"/>
                  </a:lnTo>
                  <a:lnTo>
                    <a:pt x="19980" y="113245"/>
                  </a:lnTo>
                  <a:lnTo>
                    <a:pt x="3058" y="164375"/>
                  </a:lnTo>
                  <a:lnTo>
                    <a:pt x="0" y="211938"/>
                  </a:lnTo>
                  <a:lnTo>
                    <a:pt x="371" y="219455"/>
                  </a:lnTo>
                  <a:lnTo>
                    <a:pt x="9013" y="261797"/>
                  </a:lnTo>
                  <a:lnTo>
                    <a:pt x="37958" y="319116"/>
                  </a:lnTo>
                  <a:lnTo>
                    <a:pt x="71810" y="355377"/>
                  </a:lnTo>
                  <a:lnTo>
                    <a:pt x="113304" y="382418"/>
                  </a:lnTo>
                  <a:lnTo>
                    <a:pt x="160289" y="398437"/>
                  </a:lnTo>
                  <a:lnTo>
                    <a:pt x="200942" y="402361"/>
                  </a:lnTo>
                  <a:lnTo>
                    <a:pt x="214657" y="402025"/>
                  </a:lnTo>
                  <a:lnTo>
                    <a:pt x="227096" y="400948"/>
                  </a:lnTo>
                  <a:lnTo>
                    <a:pt x="239095" y="399028"/>
                  </a:lnTo>
                  <a:lnTo>
                    <a:pt x="251488" y="396163"/>
                  </a:lnTo>
                  <a:lnTo>
                    <a:pt x="280715" y="385225"/>
                  </a:lnTo>
                  <a:lnTo>
                    <a:pt x="194852" y="385225"/>
                  </a:lnTo>
                  <a:lnTo>
                    <a:pt x="177536" y="383882"/>
                  </a:lnTo>
                  <a:lnTo>
                    <a:pt x="125866" y="369319"/>
                  </a:lnTo>
                  <a:lnTo>
                    <a:pt x="81253" y="340956"/>
                  </a:lnTo>
                  <a:lnTo>
                    <a:pt x="46414" y="301126"/>
                  </a:lnTo>
                  <a:lnTo>
                    <a:pt x="24069" y="252158"/>
                  </a:lnTo>
                  <a:lnTo>
                    <a:pt x="16946" y="201206"/>
                  </a:lnTo>
                  <a:lnTo>
                    <a:pt x="18720" y="175397"/>
                  </a:lnTo>
                  <a:lnTo>
                    <a:pt x="42071" y="108308"/>
                  </a:lnTo>
                  <a:lnTo>
                    <a:pt x="69397" y="72518"/>
                  </a:lnTo>
                  <a:lnTo>
                    <a:pt x="104585" y="44379"/>
                  </a:lnTo>
                  <a:lnTo>
                    <a:pt x="146103" y="25425"/>
                  </a:lnTo>
                  <a:lnTo>
                    <a:pt x="189855" y="17348"/>
                  </a:lnTo>
                  <a:lnTo>
                    <a:pt x="194402" y="17030"/>
                  </a:lnTo>
                  <a:lnTo>
                    <a:pt x="282109" y="17030"/>
                  </a:lnTo>
                  <a:lnTo>
                    <a:pt x="281011" y="16436"/>
                  </a:lnTo>
                  <a:lnTo>
                    <a:pt x="237016" y="2997"/>
                  </a:lnTo>
                  <a:lnTo>
                    <a:pt x="203419" y="63"/>
                  </a:lnTo>
                  <a:lnTo>
                    <a:pt x="196294" y="0"/>
                  </a:lnTo>
                  <a:close/>
                </a:path>
                <a:path w="402590" h="402589">
                  <a:moveTo>
                    <a:pt x="282109" y="17030"/>
                  </a:moveTo>
                  <a:lnTo>
                    <a:pt x="194402" y="17030"/>
                  </a:lnTo>
                  <a:lnTo>
                    <a:pt x="208638" y="17119"/>
                  </a:lnTo>
                  <a:lnTo>
                    <a:pt x="213680" y="17487"/>
                  </a:lnTo>
                  <a:lnTo>
                    <a:pt x="266626" y="29276"/>
                  </a:lnTo>
                  <a:lnTo>
                    <a:pt x="309759" y="52841"/>
                  </a:lnTo>
                  <a:lnTo>
                    <a:pt x="348690" y="91686"/>
                  </a:lnTo>
                  <a:lnTo>
                    <a:pt x="372036" y="133545"/>
                  </a:lnTo>
                  <a:lnTo>
                    <a:pt x="383566" y="178147"/>
                  </a:lnTo>
                  <a:lnTo>
                    <a:pt x="384705" y="198621"/>
                  </a:lnTo>
                  <a:lnTo>
                    <a:pt x="384704" y="209033"/>
                  </a:lnTo>
                  <a:lnTo>
                    <a:pt x="371777" y="269694"/>
                  </a:lnTo>
                  <a:lnTo>
                    <a:pt x="351237" y="307401"/>
                  </a:lnTo>
                  <a:lnTo>
                    <a:pt x="322734" y="339205"/>
                  </a:lnTo>
                  <a:lnTo>
                    <a:pt x="287499" y="363731"/>
                  </a:lnTo>
                  <a:lnTo>
                    <a:pt x="246764" y="379602"/>
                  </a:lnTo>
                  <a:lnTo>
                    <a:pt x="194852" y="385225"/>
                  </a:lnTo>
                  <a:lnTo>
                    <a:pt x="280715" y="385225"/>
                  </a:lnTo>
                  <a:lnTo>
                    <a:pt x="324165" y="360233"/>
                  </a:lnTo>
                  <a:lnTo>
                    <a:pt x="353603" y="332125"/>
                  </a:lnTo>
                  <a:lnTo>
                    <a:pt x="377231" y="298195"/>
                  </a:lnTo>
                  <a:lnTo>
                    <a:pt x="399670" y="233233"/>
                  </a:lnTo>
                  <a:lnTo>
                    <a:pt x="402189" y="198621"/>
                  </a:lnTo>
                  <a:lnTo>
                    <a:pt x="398745" y="163614"/>
                  </a:lnTo>
                  <a:lnTo>
                    <a:pt x="385116" y="120022"/>
                  </a:lnTo>
                  <a:lnTo>
                    <a:pt x="361648" y="80022"/>
                  </a:lnTo>
                  <a:lnTo>
                    <a:pt x="311329" y="32858"/>
                  </a:lnTo>
                  <a:lnTo>
                    <a:pt x="282109" y="17030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076009" y="3182086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89">
                <a:moveTo>
                  <a:pt x="196355" y="0"/>
                </a:moveTo>
                <a:lnTo>
                  <a:pt x="115815" y="18825"/>
                </a:lnTo>
                <a:lnTo>
                  <a:pt x="77215" y="42651"/>
                </a:lnTo>
                <a:lnTo>
                  <a:pt x="44793" y="74514"/>
                </a:lnTo>
                <a:lnTo>
                  <a:pt x="20041" y="113245"/>
                </a:lnTo>
                <a:lnTo>
                  <a:pt x="3119" y="164375"/>
                </a:lnTo>
                <a:lnTo>
                  <a:pt x="0" y="206641"/>
                </a:lnTo>
                <a:lnTo>
                  <a:pt x="109" y="212915"/>
                </a:lnTo>
                <a:lnTo>
                  <a:pt x="9074" y="261797"/>
                </a:lnTo>
                <a:lnTo>
                  <a:pt x="38019" y="319116"/>
                </a:lnTo>
                <a:lnTo>
                  <a:pt x="71871" y="355377"/>
                </a:lnTo>
                <a:lnTo>
                  <a:pt x="113365" y="382418"/>
                </a:lnTo>
                <a:lnTo>
                  <a:pt x="160350" y="398437"/>
                </a:lnTo>
                <a:lnTo>
                  <a:pt x="201003" y="402361"/>
                </a:lnTo>
                <a:lnTo>
                  <a:pt x="214718" y="402025"/>
                </a:lnTo>
                <a:lnTo>
                  <a:pt x="227157" y="400948"/>
                </a:lnTo>
                <a:lnTo>
                  <a:pt x="239156" y="399028"/>
                </a:lnTo>
                <a:lnTo>
                  <a:pt x="251549" y="396163"/>
                </a:lnTo>
                <a:lnTo>
                  <a:pt x="280776" y="385225"/>
                </a:lnTo>
                <a:lnTo>
                  <a:pt x="194913" y="385225"/>
                </a:lnTo>
                <a:lnTo>
                  <a:pt x="177597" y="383882"/>
                </a:lnTo>
                <a:lnTo>
                  <a:pt x="125927" y="369319"/>
                </a:lnTo>
                <a:lnTo>
                  <a:pt x="81314" y="340956"/>
                </a:lnTo>
                <a:lnTo>
                  <a:pt x="46475" y="301126"/>
                </a:lnTo>
                <a:lnTo>
                  <a:pt x="24130" y="252158"/>
                </a:lnTo>
                <a:lnTo>
                  <a:pt x="17123" y="202882"/>
                </a:lnTo>
                <a:lnTo>
                  <a:pt x="17179" y="198621"/>
                </a:lnTo>
                <a:lnTo>
                  <a:pt x="24118" y="150253"/>
                </a:lnTo>
                <a:lnTo>
                  <a:pt x="42132" y="108308"/>
                </a:lnTo>
                <a:lnTo>
                  <a:pt x="69458" y="72518"/>
                </a:lnTo>
                <a:lnTo>
                  <a:pt x="104646" y="44379"/>
                </a:lnTo>
                <a:lnTo>
                  <a:pt x="146165" y="25425"/>
                </a:lnTo>
                <a:lnTo>
                  <a:pt x="189916" y="17348"/>
                </a:lnTo>
                <a:lnTo>
                  <a:pt x="194463" y="17030"/>
                </a:lnTo>
                <a:lnTo>
                  <a:pt x="282170" y="17030"/>
                </a:lnTo>
                <a:lnTo>
                  <a:pt x="281072" y="16436"/>
                </a:lnTo>
                <a:lnTo>
                  <a:pt x="237077" y="2997"/>
                </a:lnTo>
                <a:lnTo>
                  <a:pt x="203480" y="63"/>
                </a:lnTo>
                <a:lnTo>
                  <a:pt x="196355" y="0"/>
                </a:lnTo>
                <a:close/>
              </a:path>
              <a:path w="402590" h="402589">
                <a:moveTo>
                  <a:pt x="282170" y="17030"/>
                </a:moveTo>
                <a:lnTo>
                  <a:pt x="194463" y="17030"/>
                </a:lnTo>
                <a:lnTo>
                  <a:pt x="208699" y="17119"/>
                </a:lnTo>
                <a:lnTo>
                  <a:pt x="213741" y="17487"/>
                </a:lnTo>
                <a:lnTo>
                  <a:pt x="266687" y="29276"/>
                </a:lnTo>
                <a:lnTo>
                  <a:pt x="309820" y="52841"/>
                </a:lnTo>
                <a:lnTo>
                  <a:pt x="348751" y="91686"/>
                </a:lnTo>
                <a:lnTo>
                  <a:pt x="372097" y="133545"/>
                </a:lnTo>
                <a:lnTo>
                  <a:pt x="383631" y="178193"/>
                </a:lnTo>
                <a:lnTo>
                  <a:pt x="384775" y="207706"/>
                </a:lnTo>
                <a:lnTo>
                  <a:pt x="384653" y="211938"/>
                </a:lnTo>
                <a:lnTo>
                  <a:pt x="371838" y="269694"/>
                </a:lnTo>
                <a:lnTo>
                  <a:pt x="351298" y="307401"/>
                </a:lnTo>
                <a:lnTo>
                  <a:pt x="322795" y="339205"/>
                </a:lnTo>
                <a:lnTo>
                  <a:pt x="287560" y="363731"/>
                </a:lnTo>
                <a:lnTo>
                  <a:pt x="246825" y="379602"/>
                </a:lnTo>
                <a:lnTo>
                  <a:pt x="194913" y="385225"/>
                </a:lnTo>
                <a:lnTo>
                  <a:pt x="280776" y="385225"/>
                </a:lnTo>
                <a:lnTo>
                  <a:pt x="324227" y="360233"/>
                </a:lnTo>
                <a:lnTo>
                  <a:pt x="353664" y="332125"/>
                </a:lnTo>
                <a:lnTo>
                  <a:pt x="377292" y="298195"/>
                </a:lnTo>
                <a:lnTo>
                  <a:pt x="399693" y="233387"/>
                </a:lnTo>
                <a:lnTo>
                  <a:pt x="402250" y="198621"/>
                </a:lnTo>
                <a:lnTo>
                  <a:pt x="398806" y="163614"/>
                </a:lnTo>
                <a:lnTo>
                  <a:pt x="385177" y="120022"/>
                </a:lnTo>
                <a:lnTo>
                  <a:pt x="361709" y="80022"/>
                </a:lnTo>
                <a:lnTo>
                  <a:pt x="311390" y="32858"/>
                </a:lnTo>
                <a:lnTo>
                  <a:pt x="282170" y="17030"/>
                </a:lnTo>
                <a:close/>
              </a:path>
              <a:path w="402590" h="402589">
                <a:moveTo>
                  <a:pt x="203823" y="107327"/>
                </a:moveTo>
                <a:lnTo>
                  <a:pt x="91864" y="107631"/>
                </a:lnTo>
                <a:lnTo>
                  <a:pt x="69598" y="252158"/>
                </a:lnTo>
                <a:lnTo>
                  <a:pt x="69790" y="270490"/>
                </a:lnTo>
                <a:lnTo>
                  <a:pt x="204013" y="295122"/>
                </a:lnTo>
                <a:lnTo>
                  <a:pt x="300771" y="295017"/>
                </a:lnTo>
                <a:lnTo>
                  <a:pt x="337619" y="278714"/>
                </a:lnTo>
                <a:lnTo>
                  <a:pt x="98108" y="278714"/>
                </a:lnTo>
                <a:lnTo>
                  <a:pt x="99441" y="277380"/>
                </a:lnTo>
                <a:lnTo>
                  <a:pt x="111100" y="266572"/>
                </a:lnTo>
                <a:lnTo>
                  <a:pt x="86386" y="266572"/>
                </a:lnTo>
                <a:lnTo>
                  <a:pt x="86386" y="139153"/>
                </a:lnTo>
                <a:lnTo>
                  <a:pt x="114215" y="139153"/>
                </a:lnTo>
                <a:lnTo>
                  <a:pt x="112134" y="137249"/>
                </a:lnTo>
                <a:lnTo>
                  <a:pt x="97955" y="124091"/>
                </a:lnTo>
                <a:lnTo>
                  <a:pt x="105150" y="123928"/>
                </a:lnTo>
                <a:lnTo>
                  <a:pt x="337615" y="123697"/>
                </a:lnTo>
                <a:lnTo>
                  <a:pt x="335306" y="116103"/>
                </a:lnTo>
                <a:lnTo>
                  <a:pt x="328994" y="109867"/>
                </a:lnTo>
                <a:lnTo>
                  <a:pt x="321539" y="107949"/>
                </a:lnTo>
                <a:lnTo>
                  <a:pt x="316783" y="107602"/>
                </a:lnTo>
                <a:lnTo>
                  <a:pt x="203823" y="107327"/>
                </a:lnTo>
                <a:close/>
              </a:path>
              <a:path w="402590" h="402589">
                <a:moveTo>
                  <a:pt x="265954" y="214744"/>
                </a:moveTo>
                <a:lnTo>
                  <a:pt x="240043" y="214744"/>
                </a:lnTo>
                <a:lnTo>
                  <a:pt x="250483" y="224174"/>
                </a:lnTo>
                <a:lnTo>
                  <a:pt x="297057" y="266682"/>
                </a:lnTo>
                <a:lnTo>
                  <a:pt x="309055" y="277736"/>
                </a:lnTo>
                <a:lnTo>
                  <a:pt x="310071" y="278714"/>
                </a:lnTo>
                <a:lnTo>
                  <a:pt x="337619" y="278714"/>
                </a:lnTo>
                <a:lnTo>
                  <a:pt x="337681" y="278510"/>
                </a:lnTo>
                <a:lnTo>
                  <a:pt x="338105" y="275479"/>
                </a:lnTo>
                <a:lnTo>
                  <a:pt x="338319" y="266344"/>
                </a:lnTo>
                <a:lnTo>
                  <a:pt x="321438" y="266333"/>
                </a:lnTo>
                <a:lnTo>
                  <a:pt x="310287" y="256177"/>
                </a:lnTo>
                <a:lnTo>
                  <a:pt x="285533" y="233121"/>
                </a:lnTo>
                <a:lnTo>
                  <a:pt x="265954" y="214744"/>
                </a:lnTo>
                <a:close/>
              </a:path>
              <a:path w="402590" h="402589">
                <a:moveTo>
                  <a:pt x="114215" y="139153"/>
                </a:moveTo>
                <a:lnTo>
                  <a:pt x="86386" y="139153"/>
                </a:lnTo>
                <a:lnTo>
                  <a:pt x="134980" y="183067"/>
                </a:lnTo>
                <a:lnTo>
                  <a:pt x="143121" y="190473"/>
                </a:lnTo>
                <a:lnTo>
                  <a:pt x="152952" y="199471"/>
                </a:lnTo>
                <a:lnTo>
                  <a:pt x="155613" y="201993"/>
                </a:lnTo>
                <a:lnTo>
                  <a:pt x="149627" y="207706"/>
                </a:lnTo>
                <a:lnTo>
                  <a:pt x="121709" y="233768"/>
                </a:lnTo>
                <a:lnTo>
                  <a:pt x="86386" y="266572"/>
                </a:lnTo>
                <a:lnTo>
                  <a:pt x="111100" y="266572"/>
                </a:lnTo>
                <a:lnTo>
                  <a:pt x="157466" y="224150"/>
                </a:lnTo>
                <a:lnTo>
                  <a:pt x="167869" y="214782"/>
                </a:lnTo>
                <a:lnTo>
                  <a:pt x="168059" y="214756"/>
                </a:lnTo>
                <a:lnTo>
                  <a:pt x="198419" y="214756"/>
                </a:lnTo>
                <a:lnTo>
                  <a:pt x="197193" y="214109"/>
                </a:lnTo>
                <a:lnTo>
                  <a:pt x="191351" y="209384"/>
                </a:lnTo>
                <a:lnTo>
                  <a:pt x="175301" y="194934"/>
                </a:lnTo>
                <a:lnTo>
                  <a:pt x="156875" y="178147"/>
                </a:lnTo>
                <a:lnTo>
                  <a:pt x="114215" y="139153"/>
                </a:lnTo>
                <a:close/>
              </a:path>
              <a:path w="402590" h="402589">
                <a:moveTo>
                  <a:pt x="338344" y="139318"/>
                </a:moveTo>
                <a:lnTo>
                  <a:pt x="321488" y="139318"/>
                </a:lnTo>
                <a:lnTo>
                  <a:pt x="321611" y="144326"/>
                </a:lnTo>
                <a:lnTo>
                  <a:pt x="321694" y="247572"/>
                </a:lnTo>
                <a:lnTo>
                  <a:pt x="321573" y="261797"/>
                </a:lnTo>
                <a:lnTo>
                  <a:pt x="321450" y="266344"/>
                </a:lnTo>
                <a:lnTo>
                  <a:pt x="338319" y="266344"/>
                </a:lnTo>
                <a:lnTo>
                  <a:pt x="338344" y="139318"/>
                </a:lnTo>
                <a:close/>
              </a:path>
              <a:path w="402590" h="402589">
                <a:moveTo>
                  <a:pt x="198419" y="214756"/>
                </a:moveTo>
                <a:lnTo>
                  <a:pt x="168059" y="214756"/>
                </a:lnTo>
                <a:lnTo>
                  <a:pt x="170930" y="217195"/>
                </a:lnTo>
                <a:lnTo>
                  <a:pt x="181813" y="227037"/>
                </a:lnTo>
                <a:lnTo>
                  <a:pt x="184036" y="228714"/>
                </a:lnTo>
                <a:lnTo>
                  <a:pt x="193599" y="233121"/>
                </a:lnTo>
                <a:lnTo>
                  <a:pt x="196672" y="233743"/>
                </a:lnTo>
                <a:lnTo>
                  <a:pt x="210630" y="233768"/>
                </a:lnTo>
                <a:lnTo>
                  <a:pt x="212928" y="233387"/>
                </a:lnTo>
                <a:lnTo>
                  <a:pt x="223215" y="229361"/>
                </a:lnTo>
                <a:lnTo>
                  <a:pt x="225108" y="228003"/>
                </a:lnTo>
                <a:lnTo>
                  <a:pt x="237236" y="217068"/>
                </a:lnTo>
                <a:lnTo>
                  <a:pt x="238393" y="216065"/>
                </a:lnTo>
                <a:lnTo>
                  <a:pt x="207569" y="216065"/>
                </a:lnTo>
                <a:lnTo>
                  <a:pt x="200800" y="216014"/>
                </a:lnTo>
                <a:lnTo>
                  <a:pt x="198419" y="214756"/>
                </a:lnTo>
                <a:close/>
              </a:path>
              <a:path w="402590" h="402589">
                <a:moveTo>
                  <a:pt x="337615" y="123697"/>
                </a:moveTo>
                <a:lnTo>
                  <a:pt x="204077" y="123697"/>
                </a:lnTo>
                <a:lnTo>
                  <a:pt x="303982" y="123939"/>
                </a:lnTo>
                <a:lnTo>
                  <a:pt x="310083" y="124129"/>
                </a:lnTo>
                <a:lnTo>
                  <a:pt x="237677" y="190473"/>
                </a:lnTo>
                <a:lnTo>
                  <a:pt x="207569" y="216065"/>
                </a:lnTo>
                <a:lnTo>
                  <a:pt x="238393" y="216065"/>
                </a:lnTo>
                <a:lnTo>
                  <a:pt x="239916" y="214744"/>
                </a:lnTo>
                <a:lnTo>
                  <a:pt x="265954" y="214744"/>
                </a:lnTo>
                <a:lnTo>
                  <a:pt x="262967" y="211938"/>
                </a:lnTo>
                <a:lnTo>
                  <a:pt x="310548" y="149038"/>
                </a:lnTo>
                <a:lnTo>
                  <a:pt x="321488" y="139318"/>
                </a:lnTo>
                <a:lnTo>
                  <a:pt x="338344" y="139318"/>
                </a:lnTo>
                <a:lnTo>
                  <a:pt x="338260" y="133545"/>
                </a:lnTo>
                <a:lnTo>
                  <a:pt x="338105" y="126945"/>
                </a:lnTo>
                <a:lnTo>
                  <a:pt x="337681" y="123913"/>
                </a:lnTo>
                <a:lnTo>
                  <a:pt x="337615" y="123697"/>
                </a:lnTo>
                <a:close/>
              </a:path>
            </a:pathLst>
          </a:custGeom>
          <a:solidFill>
            <a:srgbClr val="006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076070" y="2630398"/>
            <a:ext cx="402590" cy="404495"/>
            <a:chOff x="1076070" y="2630398"/>
            <a:chExt cx="402590" cy="40449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8635" y="2724589"/>
              <a:ext cx="218491" cy="2188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76070" y="2630398"/>
              <a:ext cx="402590" cy="404495"/>
            </a:xfrm>
            <a:custGeom>
              <a:avLst/>
              <a:gdLst/>
              <a:ahLst/>
              <a:cxnLst/>
              <a:rect l="l" t="t" r="r" b="b"/>
              <a:pathLst>
                <a:path w="402590" h="404494">
                  <a:moveTo>
                    <a:pt x="196294" y="0"/>
                  </a:moveTo>
                  <a:lnTo>
                    <a:pt x="115754" y="18894"/>
                  </a:lnTo>
                  <a:lnTo>
                    <a:pt x="77154" y="42811"/>
                  </a:lnTo>
                  <a:lnTo>
                    <a:pt x="44732" y="74796"/>
                  </a:lnTo>
                  <a:lnTo>
                    <a:pt x="19980" y="113677"/>
                  </a:lnTo>
                  <a:lnTo>
                    <a:pt x="3058" y="165000"/>
                  </a:lnTo>
                  <a:lnTo>
                    <a:pt x="0" y="212747"/>
                  </a:lnTo>
                  <a:lnTo>
                    <a:pt x="371" y="220294"/>
                  </a:lnTo>
                  <a:lnTo>
                    <a:pt x="9013" y="262788"/>
                  </a:lnTo>
                  <a:lnTo>
                    <a:pt x="37958" y="320318"/>
                  </a:lnTo>
                  <a:lnTo>
                    <a:pt x="71810" y="356716"/>
                  </a:lnTo>
                  <a:lnTo>
                    <a:pt x="113304" y="383862"/>
                  </a:lnTo>
                  <a:lnTo>
                    <a:pt x="160289" y="399948"/>
                  </a:lnTo>
                  <a:lnTo>
                    <a:pt x="200942" y="403885"/>
                  </a:lnTo>
                  <a:lnTo>
                    <a:pt x="214657" y="403547"/>
                  </a:lnTo>
                  <a:lnTo>
                    <a:pt x="227096" y="402464"/>
                  </a:lnTo>
                  <a:lnTo>
                    <a:pt x="239095" y="400536"/>
                  </a:lnTo>
                  <a:lnTo>
                    <a:pt x="251488" y="397662"/>
                  </a:lnTo>
                  <a:lnTo>
                    <a:pt x="280693" y="386690"/>
                  </a:lnTo>
                  <a:lnTo>
                    <a:pt x="194852" y="386690"/>
                  </a:lnTo>
                  <a:lnTo>
                    <a:pt x="177536" y="385343"/>
                  </a:lnTo>
                  <a:lnTo>
                    <a:pt x="125866" y="370722"/>
                  </a:lnTo>
                  <a:lnTo>
                    <a:pt x="81253" y="342250"/>
                  </a:lnTo>
                  <a:lnTo>
                    <a:pt x="46414" y="302270"/>
                  </a:lnTo>
                  <a:lnTo>
                    <a:pt x="24069" y="253123"/>
                  </a:lnTo>
                  <a:lnTo>
                    <a:pt x="16946" y="201974"/>
                  </a:lnTo>
                  <a:lnTo>
                    <a:pt x="18720" y="176065"/>
                  </a:lnTo>
                  <a:lnTo>
                    <a:pt x="42071" y="108724"/>
                  </a:lnTo>
                  <a:lnTo>
                    <a:pt x="69397" y="72796"/>
                  </a:lnTo>
                  <a:lnTo>
                    <a:pt x="104579" y="44548"/>
                  </a:lnTo>
                  <a:lnTo>
                    <a:pt x="146103" y="25514"/>
                  </a:lnTo>
                  <a:lnTo>
                    <a:pt x="189855" y="17411"/>
                  </a:lnTo>
                  <a:lnTo>
                    <a:pt x="194402" y="17094"/>
                  </a:lnTo>
                  <a:lnTo>
                    <a:pt x="282101" y="17094"/>
                  </a:lnTo>
                  <a:lnTo>
                    <a:pt x="281011" y="16501"/>
                  </a:lnTo>
                  <a:lnTo>
                    <a:pt x="237016" y="3008"/>
                  </a:lnTo>
                  <a:lnTo>
                    <a:pt x="203419" y="63"/>
                  </a:lnTo>
                  <a:lnTo>
                    <a:pt x="196294" y="0"/>
                  </a:lnTo>
                  <a:close/>
                </a:path>
                <a:path w="402590" h="404494">
                  <a:moveTo>
                    <a:pt x="282101" y="17094"/>
                  </a:moveTo>
                  <a:lnTo>
                    <a:pt x="194402" y="17094"/>
                  </a:lnTo>
                  <a:lnTo>
                    <a:pt x="208638" y="17183"/>
                  </a:lnTo>
                  <a:lnTo>
                    <a:pt x="213680" y="17564"/>
                  </a:lnTo>
                  <a:lnTo>
                    <a:pt x="266626" y="29383"/>
                  </a:lnTo>
                  <a:lnTo>
                    <a:pt x="309759" y="53041"/>
                  </a:lnTo>
                  <a:lnTo>
                    <a:pt x="348690" y="92036"/>
                  </a:lnTo>
                  <a:lnTo>
                    <a:pt x="372036" y="134057"/>
                  </a:lnTo>
                  <a:lnTo>
                    <a:pt x="383566" y="178817"/>
                  </a:lnTo>
                  <a:lnTo>
                    <a:pt x="384705" y="199376"/>
                  </a:lnTo>
                  <a:lnTo>
                    <a:pt x="384704" y="209821"/>
                  </a:lnTo>
                  <a:lnTo>
                    <a:pt x="371777" y="270718"/>
                  </a:lnTo>
                  <a:lnTo>
                    <a:pt x="351237" y="308569"/>
                  </a:lnTo>
                  <a:lnTo>
                    <a:pt x="322734" y="340492"/>
                  </a:lnTo>
                  <a:lnTo>
                    <a:pt x="287499" y="365109"/>
                  </a:lnTo>
                  <a:lnTo>
                    <a:pt x="246764" y="381038"/>
                  </a:lnTo>
                  <a:lnTo>
                    <a:pt x="194852" y="386690"/>
                  </a:lnTo>
                  <a:lnTo>
                    <a:pt x="280693" y="386690"/>
                  </a:lnTo>
                  <a:lnTo>
                    <a:pt x="324165" y="361595"/>
                  </a:lnTo>
                  <a:lnTo>
                    <a:pt x="353603" y="333381"/>
                  </a:lnTo>
                  <a:lnTo>
                    <a:pt x="377231" y="299326"/>
                  </a:lnTo>
                  <a:lnTo>
                    <a:pt x="399670" y="234119"/>
                  </a:lnTo>
                  <a:lnTo>
                    <a:pt x="402189" y="199376"/>
                  </a:lnTo>
                  <a:lnTo>
                    <a:pt x="398745" y="164236"/>
                  </a:lnTo>
                  <a:lnTo>
                    <a:pt x="385116" y="120476"/>
                  </a:lnTo>
                  <a:lnTo>
                    <a:pt x="361648" y="80327"/>
                  </a:lnTo>
                  <a:lnTo>
                    <a:pt x="311329" y="32985"/>
                  </a:lnTo>
                  <a:lnTo>
                    <a:pt x="282101" y="17094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3483" y="1100327"/>
            <a:ext cx="3395459" cy="3485387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14</a:t>
            </a:fld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869540" y="2542201"/>
            <a:ext cx="2413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295" marR="5080" indent="-570230">
              <a:lnSpc>
                <a:spcPct val="150000"/>
              </a:lnSpc>
              <a:spcBef>
                <a:spcPts val="100"/>
              </a:spcBef>
            </a:pPr>
            <a:r>
              <a:rPr spc="-20" dirty="0"/>
              <a:t>ПР</a:t>
            </a:r>
            <a:r>
              <a:rPr spc="35" dirty="0"/>
              <a:t>ОА</a:t>
            </a:r>
            <a:r>
              <a:rPr spc="25" dirty="0"/>
              <a:t>К</a:t>
            </a:r>
            <a:r>
              <a:rPr spc="-80" dirty="0"/>
              <a:t>Т</a:t>
            </a:r>
            <a:r>
              <a:rPr spc="250" dirty="0"/>
              <a:t>И</a:t>
            </a:r>
            <a:r>
              <a:rPr spc="-130" dirty="0"/>
              <a:t>В</a:t>
            </a:r>
            <a:r>
              <a:rPr spc="-35" dirty="0"/>
              <a:t>Н</a:t>
            </a:r>
            <a:r>
              <a:rPr spc="-50" dirty="0"/>
              <a:t>Ы</a:t>
            </a:r>
            <a:r>
              <a:rPr spc="-160" dirty="0"/>
              <a:t>Е  </a:t>
            </a:r>
            <a:r>
              <a:rPr spc="50" dirty="0"/>
              <a:t>УСЛУГИ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58288" y="3822362"/>
            <a:ext cx="2638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50" dirty="0">
                <a:latin typeface="Arial"/>
                <a:cs typeface="Arial"/>
              </a:rPr>
              <a:t>И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85" dirty="0">
                <a:latin typeface="Arial"/>
                <a:cs typeface="Arial"/>
              </a:rPr>
              <a:t>МОНИТОРИНГ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15</a:t>
            </a:fld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829" y="192030"/>
            <a:ext cx="7599680" cy="87439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490"/>
              </a:spcBef>
            </a:pPr>
            <a:r>
              <a:rPr sz="2900" b="0" spc="165" dirty="0">
                <a:solidFill>
                  <a:srgbClr val="0F91FB"/>
                </a:solidFill>
                <a:latin typeface="Tahoma"/>
                <a:cs typeface="Tahoma"/>
              </a:rPr>
              <a:t>ПРОАКТИВНЫЕ</a:t>
            </a:r>
            <a:r>
              <a:rPr sz="2900" b="0" spc="-2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50" dirty="0">
                <a:solidFill>
                  <a:srgbClr val="0F91FB"/>
                </a:solidFill>
                <a:latin typeface="Tahoma"/>
                <a:cs typeface="Tahoma"/>
              </a:rPr>
              <a:t>ЭЛЕМЕНТЫ</a:t>
            </a:r>
            <a:r>
              <a:rPr sz="2900" b="0" spc="-3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40" dirty="0">
                <a:solidFill>
                  <a:srgbClr val="0F91FB"/>
                </a:solidFill>
                <a:latin typeface="Tahoma"/>
                <a:cs typeface="Tahoma"/>
              </a:rPr>
              <a:t>РЕАКТИВНОЙ </a:t>
            </a:r>
            <a:r>
              <a:rPr sz="2900" b="0" spc="-8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55" dirty="0">
                <a:solidFill>
                  <a:srgbClr val="0F91FB"/>
                </a:solidFill>
                <a:latin typeface="Tahoma"/>
                <a:cs typeface="Tahoma"/>
              </a:rPr>
              <a:t>ПОДДЕРЖКИ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951805" y="378075"/>
            <a:ext cx="901065" cy="324485"/>
            <a:chOff x="10951805" y="378075"/>
            <a:chExt cx="901065" cy="324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1805" y="408364"/>
              <a:ext cx="110469" cy="2318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85652" y="409193"/>
              <a:ext cx="391160" cy="293370"/>
            </a:xfrm>
            <a:custGeom>
              <a:avLst/>
              <a:gdLst/>
              <a:ahLst/>
              <a:cxnLst/>
              <a:rect l="l" t="t" r="r" b="b"/>
              <a:pathLst>
                <a:path w="391159" h="293370">
                  <a:moveTo>
                    <a:pt x="46774" y="63614"/>
                  </a:moveTo>
                  <a:lnTo>
                    <a:pt x="0" y="63614"/>
                  </a:lnTo>
                  <a:lnTo>
                    <a:pt x="0" y="230987"/>
                  </a:lnTo>
                  <a:lnTo>
                    <a:pt x="46774" y="230987"/>
                  </a:lnTo>
                  <a:lnTo>
                    <a:pt x="46774" y="63614"/>
                  </a:lnTo>
                  <a:close/>
                </a:path>
                <a:path w="391159" h="293370">
                  <a:moveTo>
                    <a:pt x="46774" y="0"/>
                  </a:moveTo>
                  <a:lnTo>
                    <a:pt x="0" y="0"/>
                  </a:lnTo>
                  <a:lnTo>
                    <a:pt x="0" y="38950"/>
                  </a:lnTo>
                  <a:lnTo>
                    <a:pt x="46774" y="38950"/>
                  </a:lnTo>
                  <a:lnTo>
                    <a:pt x="46774" y="0"/>
                  </a:lnTo>
                  <a:close/>
                </a:path>
                <a:path w="391159" h="293370">
                  <a:moveTo>
                    <a:pt x="246849" y="63614"/>
                  </a:moveTo>
                  <a:lnTo>
                    <a:pt x="202895" y="63614"/>
                  </a:lnTo>
                  <a:lnTo>
                    <a:pt x="202895" y="85991"/>
                  </a:lnTo>
                  <a:lnTo>
                    <a:pt x="202336" y="85204"/>
                  </a:lnTo>
                  <a:lnTo>
                    <a:pt x="202336" y="142430"/>
                  </a:lnTo>
                  <a:lnTo>
                    <a:pt x="202031" y="151980"/>
                  </a:lnTo>
                  <a:lnTo>
                    <a:pt x="179082" y="188480"/>
                  </a:lnTo>
                  <a:lnTo>
                    <a:pt x="163131" y="191681"/>
                  </a:lnTo>
                  <a:lnTo>
                    <a:pt x="154876" y="191033"/>
                  </a:lnTo>
                  <a:lnTo>
                    <a:pt x="125831" y="161874"/>
                  </a:lnTo>
                  <a:lnTo>
                    <a:pt x="123596" y="144081"/>
                  </a:lnTo>
                  <a:lnTo>
                    <a:pt x="123596" y="142430"/>
                  </a:lnTo>
                  <a:lnTo>
                    <a:pt x="139827" y="101854"/>
                  </a:lnTo>
                  <a:lnTo>
                    <a:pt x="178765" y="97688"/>
                  </a:lnTo>
                  <a:lnTo>
                    <a:pt x="202044" y="133070"/>
                  </a:lnTo>
                  <a:lnTo>
                    <a:pt x="202336" y="142430"/>
                  </a:lnTo>
                  <a:lnTo>
                    <a:pt x="202336" y="85204"/>
                  </a:lnTo>
                  <a:lnTo>
                    <a:pt x="167055" y="60159"/>
                  </a:lnTo>
                  <a:lnTo>
                    <a:pt x="151917" y="58839"/>
                  </a:lnTo>
                  <a:lnTo>
                    <a:pt x="136652" y="59969"/>
                  </a:lnTo>
                  <a:lnTo>
                    <a:pt x="97853" y="82029"/>
                  </a:lnTo>
                  <a:lnTo>
                    <a:pt x="78079" y="127368"/>
                  </a:lnTo>
                  <a:lnTo>
                    <a:pt x="77457" y="144081"/>
                  </a:lnTo>
                  <a:lnTo>
                    <a:pt x="78092" y="160223"/>
                  </a:lnTo>
                  <a:lnTo>
                    <a:pt x="97002" y="204114"/>
                  </a:lnTo>
                  <a:lnTo>
                    <a:pt x="135026" y="225463"/>
                  </a:lnTo>
                  <a:lnTo>
                    <a:pt x="149948" y="226479"/>
                  </a:lnTo>
                  <a:lnTo>
                    <a:pt x="165163" y="225044"/>
                  </a:lnTo>
                  <a:lnTo>
                    <a:pt x="179324" y="220040"/>
                  </a:lnTo>
                  <a:lnTo>
                    <a:pt x="191795" y="211747"/>
                  </a:lnTo>
                  <a:lnTo>
                    <a:pt x="201955" y="200520"/>
                  </a:lnTo>
                  <a:lnTo>
                    <a:pt x="201828" y="227533"/>
                  </a:lnTo>
                  <a:lnTo>
                    <a:pt x="174510" y="261734"/>
                  </a:lnTo>
                  <a:lnTo>
                    <a:pt x="156248" y="262839"/>
                  </a:lnTo>
                  <a:lnTo>
                    <a:pt x="148158" y="261112"/>
                  </a:lnTo>
                  <a:lnTo>
                    <a:pt x="140970" y="257416"/>
                  </a:lnTo>
                  <a:lnTo>
                    <a:pt x="135229" y="253644"/>
                  </a:lnTo>
                  <a:lnTo>
                    <a:pt x="131292" y="247713"/>
                  </a:lnTo>
                  <a:lnTo>
                    <a:pt x="130124" y="241020"/>
                  </a:lnTo>
                  <a:lnTo>
                    <a:pt x="83350" y="241020"/>
                  </a:lnTo>
                  <a:lnTo>
                    <a:pt x="90970" y="263867"/>
                  </a:lnTo>
                  <a:lnTo>
                    <a:pt x="106807" y="280174"/>
                  </a:lnTo>
                  <a:lnTo>
                    <a:pt x="130860" y="289966"/>
                  </a:lnTo>
                  <a:lnTo>
                    <a:pt x="163131" y="293230"/>
                  </a:lnTo>
                  <a:lnTo>
                    <a:pt x="182867" y="292011"/>
                  </a:lnTo>
                  <a:lnTo>
                    <a:pt x="226085" y="273888"/>
                  </a:lnTo>
                  <a:lnTo>
                    <a:pt x="235204" y="262839"/>
                  </a:lnTo>
                  <a:lnTo>
                    <a:pt x="241668" y="249148"/>
                  </a:lnTo>
                  <a:lnTo>
                    <a:pt x="245554" y="232651"/>
                  </a:lnTo>
                  <a:lnTo>
                    <a:pt x="246811" y="214058"/>
                  </a:lnTo>
                  <a:lnTo>
                    <a:pt x="246849" y="200520"/>
                  </a:lnTo>
                  <a:lnTo>
                    <a:pt x="246849" y="191681"/>
                  </a:lnTo>
                  <a:lnTo>
                    <a:pt x="246849" y="94742"/>
                  </a:lnTo>
                  <a:lnTo>
                    <a:pt x="246849" y="85991"/>
                  </a:lnTo>
                  <a:lnTo>
                    <a:pt x="246849" y="63614"/>
                  </a:lnTo>
                  <a:close/>
                </a:path>
                <a:path w="391159" h="293370">
                  <a:moveTo>
                    <a:pt x="324599" y="128714"/>
                  </a:moveTo>
                  <a:lnTo>
                    <a:pt x="265950" y="81292"/>
                  </a:lnTo>
                  <a:lnTo>
                    <a:pt x="253225" y="96481"/>
                  </a:lnTo>
                  <a:lnTo>
                    <a:pt x="304584" y="138010"/>
                  </a:lnTo>
                  <a:lnTo>
                    <a:pt x="304584" y="233565"/>
                  </a:lnTo>
                  <a:lnTo>
                    <a:pt x="324599" y="233565"/>
                  </a:lnTo>
                  <a:lnTo>
                    <a:pt x="324599" y="128714"/>
                  </a:lnTo>
                  <a:close/>
                </a:path>
                <a:path w="391159" h="293370">
                  <a:moveTo>
                    <a:pt x="357619" y="114985"/>
                  </a:moveTo>
                  <a:lnTo>
                    <a:pt x="288302" y="56527"/>
                  </a:lnTo>
                  <a:lnTo>
                    <a:pt x="276237" y="70434"/>
                  </a:lnTo>
                  <a:lnTo>
                    <a:pt x="339090" y="123456"/>
                  </a:lnTo>
                  <a:lnTo>
                    <a:pt x="339090" y="233197"/>
                  </a:lnTo>
                  <a:lnTo>
                    <a:pt x="357619" y="233197"/>
                  </a:lnTo>
                  <a:lnTo>
                    <a:pt x="357619" y="114985"/>
                  </a:lnTo>
                  <a:close/>
                </a:path>
                <a:path w="391159" h="293370">
                  <a:moveTo>
                    <a:pt x="390728" y="39687"/>
                  </a:moveTo>
                  <a:lnTo>
                    <a:pt x="388569" y="29146"/>
                  </a:lnTo>
                  <a:lnTo>
                    <a:pt x="382676" y="20548"/>
                  </a:lnTo>
                  <a:lnTo>
                    <a:pt x="373926" y="14744"/>
                  </a:lnTo>
                  <a:lnTo>
                    <a:pt x="363220" y="12623"/>
                  </a:lnTo>
                  <a:lnTo>
                    <a:pt x="352513" y="14744"/>
                  </a:lnTo>
                  <a:lnTo>
                    <a:pt x="343776" y="20548"/>
                  </a:lnTo>
                  <a:lnTo>
                    <a:pt x="337883" y="29146"/>
                  </a:lnTo>
                  <a:lnTo>
                    <a:pt x="335724" y="39687"/>
                  </a:lnTo>
                  <a:lnTo>
                    <a:pt x="337883" y="50215"/>
                  </a:lnTo>
                  <a:lnTo>
                    <a:pt x="343776" y="58826"/>
                  </a:lnTo>
                  <a:lnTo>
                    <a:pt x="352513" y="64630"/>
                  </a:lnTo>
                  <a:lnTo>
                    <a:pt x="363220" y="66751"/>
                  </a:lnTo>
                  <a:lnTo>
                    <a:pt x="373926" y="64630"/>
                  </a:lnTo>
                  <a:lnTo>
                    <a:pt x="382676" y="58826"/>
                  </a:lnTo>
                  <a:lnTo>
                    <a:pt x="388569" y="50215"/>
                  </a:lnTo>
                  <a:lnTo>
                    <a:pt x="390728" y="39687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6832" y="468112"/>
              <a:ext cx="285670" cy="1768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58431" y="378075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90" h="264795">
                  <a:moveTo>
                    <a:pt x="20017" y="264312"/>
                  </a:moveTo>
                  <a:lnTo>
                    <a:pt x="0" y="264312"/>
                  </a:lnTo>
                  <a:lnTo>
                    <a:pt x="0" y="141040"/>
                  </a:lnTo>
                  <a:lnTo>
                    <a:pt x="80256" y="0"/>
                  </a:lnTo>
                  <a:lnTo>
                    <a:pt x="97748" y="9666"/>
                  </a:lnTo>
                  <a:lnTo>
                    <a:pt x="20017" y="146195"/>
                  </a:lnTo>
                  <a:lnTo>
                    <a:pt x="20017" y="264312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92856" y="395291"/>
              <a:ext cx="91668" cy="24746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05901" y="1251211"/>
            <a:ext cx="51492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60" dirty="0">
                <a:solidFill>
                  <a:srgbClr val="006F6B"/>
                </a:solidFill>
                <a:latin typeface="Arial"/>
                <a:cs typeface="Arial"/>
              </a:rPr>
              <a:t>Удаленный </a:t>
            </a:r>
            <a:r>
              <a:rPr sz="1600" b="1" spc="85" dirty="0">
                <a:solidFill>
                  <a:srgbClr val="006F6B"/>
                </a:solidFill>
                <a:latin typeface="Arial"/>
                <a:cs typeface="Arial"/>
              </a:rPr>
              <a:t>мониторинг </a:t>
            </a:r>
            <a:r>
              <a:rPr sz="1600" b="1" spc="25" dirty="0">
                <a:solidFill>
                  <a:srgbClr val="006F6B"/>
                </a:solidFill>
                <a:latin typeface="Arial"/>
                <a:cs typeface="Arial"/>
              </a:rPr>
              <a:t>работоспособности </a:t>
            </a:r>
            <a:r>
              <a:rPr sz="1600" b="1" spc="30" dirty="0">
                <a:solidFill>
                  <a:srgbClr val="006F6B"/>
                </a:solidFill>
                <a:latin typeface="Arial"/>
                <a:cs typeface="Arial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dirty="0">
                <a:latin typeface="Lucida Sans Unicode"/>
                <a:cs typeface="Lucida Sans Unicode"/>
              </a:rPr>
              <a:t>б</a:t>
            </a:r>
            <a:r>
              <a:rPr sz="1600" spc="-30" dirty="0">
                <a:latin typeface="Lucida Sans Unicode"/>
                <a:cs typeface="Lucida Sans Unicode"/>
              </a:rPr>
              <a:t>ору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35" dirty="0">
                <a:latin typeface="Lucida Sans Unicode"/>
                <a:cs typeface="Lucida Sans Unicode"/>
              </a:rPr>
              <a:t>ван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75" dirty="0">
                <a:latin typeface="Lucida Sans Unicode"/>
                <a:cs typeface="Lucida Sans Unicode"/>
              </a:rPr>
              <a:t>я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30" dirty="0">
                <a:latin typeface="Lucida Sans Unicode"/>
                <a:cs typeface="Lucida Sans Unicode"/>
              </a:rPr>
              <a:t>ж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05" dirty="0">
                <a:latin typeface="Lucida Sans Unicode"/>
                <a:cs typeface="Lucida Sans Unicode"/>
              </a:rPr>
              <a:t>24</a:t>
            </a:r>
            <a:r>
              <a:rPr sz="1600" spc="-145" dirty="0">
                <a:latin typeface="Lucida Sans Unicode"/>
                <a:cs typeface="Lucida Sans Unicode"/>
              </a:rPr>
              <a:t>х</a:t>
            </a:r>
            <a:r>
              <a:rPr sz="1600" spc="-100" dirty="0">
                <a:latin typeface="Lucida Sans Unicode"/>
                <a:cs typeface="Lucida Sans Unicode"/>
              </a:rPr>
              <a:t>7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30" dirty="0">
                <a:latin typeface="Lucida Sans Unicode"/>
                <a:cs typeface="Lucida Sans Unicode"/>
              </a:rPr>
              <a:t>ж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35" dirty="0">
                <a:latin typeface="Lucida Sans Unicode"/>
                <a:cs typeface="Lucida Sans Unicode"/>
              </a:rPr>
              <a:t>т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30" dirty="0">
                <a:latin typeface="Lucida Sans Unicode"/>
                <a:cs typeface="Lucida Sans Unicode"/>
              </a:rPr>
              <a:t>в</a:t>
            </a:r>
            <a:r>
              <a:rPr sz="1600" spc="25" dirty="0">
                <a:latin typeface="Lucida Sans Unicode"/>
                <a:cs typeface="Lucida Sans Unicode"/>
              </a:rPr>
              <a:t>к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25" dirty="0">
                <a:latin typeface="Lucida Sans Unicode"/>
                <a:cs typeface="Lucida Sans Unicode"/>
              </a:rPr>
              <a:t>ю</a:t>
            </a:r>
            <a:r>
              <a:rPr sz="1600" spc="145" dirty="0">
                <a:latin typeface="Lucida Sans Unicode"/>
                <a:cs typeface="Lucida Sans Unicode"/>
              </a:rPr>
              <a:t>ч</a:t>
            </a:r>
            <a:r>
              <a:rPr sz="1600" spc="-15" dirty="0">
                <a:latin typeface="Lucida Sans Unicode"/>
                <a:cs typeface="Lucida Sans Unicode"/>
              </a:rPr>
              <a:t>ат</a:t>
            </a:r>
            <a:r>
              <a:rPr sz="1600" spc="135" dirty="0">
                <a:latin typeface="Lucida Sans Unicode"/>
                <a:cs typeface="Lucida Sans Unicode"/>
              </a:rPr>
              <a:t>ь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55" dirty="0">
                <a:latin typeface="Lucida Sans Unicode"/>
                <a:cs typeface="Lucida Sans Unicode"/>
              </a:rPr>
              <a:t>в  </a:t>
            </a:r>
            <a:r>
              <a:rPr sz="1600" spc="-25" dirty="0">
                <a:latin typeface="Lucida Sans Unicode"/>
                <a:cs typeface="Lucida Sans Unicode"/>
              </a:rPr>
              <a:t>с</a:t>
            </a:r>
            <a:r>
              <a:rPr sz="1600" spc="-30" dirty="0">
                <a:latin typeface="Lucida Sans Unicode"/>
                <a:cs typeface="Lucida Sans Unicode"/>
              </a:rPr>
              <a:t>е</a:t>
            </a:r>
            <a:r>
              <a:rPr sz="1600" dirty="0">
                <a:latin typeface="Lucida Sans Unicode"/>
                <a:cs typeface="Lucida Sans Unicode"/>
              </a:rPr>
              <a:t>б</a:t>
            </a:r>
            <a:r>
              <a:rPr sz="1600" spc="75" dirty="0">
                <a:latin typeface="Lucida Sans Unicode"/>
                <a:cs typeface="Lucida Sans Unicode"/>
              </a:rPr>
              <a:t>я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сл</a:t>
            </a:r>
            <a:r>
              <a:rPr sz="1600" spc="-30" dirty="0">
                <a:latin typeface="Lucida Sans Unicode"/>
                <a:cs typeface="Lucida Sans Unicode"/>
              </a:rPr>
              <a:t>е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dirty="0">
                <a:latin typeface="Lucida Sans Unicode"/>
                <a:cs typeface="Lucida Sans Unicode"/>
              </a:rPr>
              <a:t>у</a:t>
            </a:r>
            <a:r>
              <a:rPr sz="1600" spc="-5" dirty="0">
                <a:latin typeface="Lucida Sans Unicode"/>
                <a:cs typeface="Lucida Sans Unicode"/>
              </a:rPr>
              <a:t>ю</a:t>
            </a:r>
            <a:r>
              <a:rPr sz="1600" spc="15" dirty="0">
                <a:latin typeface="Lucida Sans Unicode"/>
                <a:cs typeface="Lucida Sans Unicode"/>
              </a:rPr>
              <a:t>щ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50" dirty="0">
                <a:latin typeface="Lucida Sans Unicode"/>
                <a:cs typeface="Lucida Sans Unicode"/>
              </a:rPr>
              <a:t>услуг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80" dirty="0">
                <a:latin typeface="Lucida Sans Unicode"/>
                <a:cs typeface="Lucida Sans Unicode"/>
              </a:rPr>
              <a:t>,</a:t>
            </a:r>
            <a:r>
              <a:rPr sz="1600" spc="-130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15" dirty="0">
                <a:latin typeface="Lucida Sans Unicode"/>
                <a:cs typeface="Lucida Sans Unicode"/>
              </a:rPr>
              <a:t>си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45" dirty="0">
                <a:latin typeface="Lucida Sans Unicode"/>
                <a:cs typeface="Lucida Sans Unicode"/>
              </a:rPr>
              <a:t>с</a:t>
            </a:r>
            <a:r>
              <a:rPr sz="1600" spc="-50" dirty="0">
                <a:latin typeface="Lucida Sans Unicode"/>
                <a:cs typeface="Lucida Sans Unicode"/>
              </a:rPr>
              <a:t>т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25" dirty="0">
                <a:latin typeface="Lucida Sans Unicode"/>
                <a:cs typeface="Lucida Sans Unicode"/>
              </a:rPr>
              <a:t>т  инфраструктуры </a:t>
            </a:r>
            <a:r>
              <a:rPr sz="1600" spc="20" dirty="0">
                <a:latin typeface="Lucida Sans Unicode"/>
                <a:cs typeface="Lucida Sans Unicode"/>
              </a:rPr>
              <a:t>и </a:t>
            </a:r>
            <a:r>
              <a:rPr sz="1600" dirty="0">
                <a:latin typeface="Lucida Sans Unicode"/>
                <a:cs typeface="Lucida Sans Unicode"/>
              </a:rPr>
              <a:t>задач </a:t>
            </a:r>
            <a:r>
              <a:rPr sz="1600" spc="25" dirty="0">
                <a:latin typeface="Lucida Sans Unicode"/>
                <a:cs typeface="Lucida Sans Unicode"/>
              </a:rPr>
              <a:t>Заказчика </a:t>
            </a:r>
            <a:r>
              <a:rPr sz="1600" spc="-35" dirty="0">
                <a:latin typeface="Lucida Sans Unicode"/>
                <a:cs typeface="Lucida Sans Unicode"/>
              </a:rPr>
              <a:t>(для 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контрактов</a:t>
            </a:r>
            <a:r>
              <a:rPr sz="1600" spc="-5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уровня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30" dirty="0">
                <a:latin typeface="Lucida Sans Unicode"/>
                <a:cs typeface="Lucida Sans Unicode"/>
              </a:rPr>
              <a:t>«</a:t>
            </a:r>
            <a:r>
              <a:rPr sz="1600" b="1" spc="30" dirty="0">
                <a:latin typeface="Arial"/>
                <a:cs typeface="Arial"/>
              </a:rPr>
              <a:t>Высокий</a:t>
            </a:r>
            <a:r>
              <a:rPr sz="1600" spc="30" dirty="0">
                <a:latin typeface="Lucida Sans Unicode"/>
                <a:cs typeface="Lucida Sans Unicode"/>
              </a:rPr>
              <a:t>»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65" dirty="0">
                <a:latin typeface="Lucida Sans Unicode"/>
                <a:cs typeface="Lucida Sans Unicode"/>
              </a:rPr>
              <a:t>«</a:t>
            </a:r>
            <a:r>
              <a:rPr sz="1600" b="1" spc="65" dirty="0">
                <a:latin typeface="Arial"/>
                <a:cs typeface="Arial"/>
              </a:rPr>
              <a:t>Критический</a:t>
            </a:r>
            <a:r>
              <a:rPr sz="1600" spc="65" dirty="0">
                <a:latin typeface="Lucida Sans Unicode"/>
                <a:cs typeface="Lucida Sans Unicode"/>
              </a:rPr>
              <a:t>»):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901" y="2866666"/>
            <a:ext cx="5062855" cy="244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7365" algn="just">
              <a:lnSpc>
                <a:spcPct val="100000"/>
              </a:lnSpc>
              <a:spcBef>
                <a:spcPts val="95"/>
              </a:spcBef>
              <a:buChar char="–"/>
              <a:tabLst>
                <a:tab pos="218440" algn="l"/>
              </a:tabLst>
            </a:pPr>
            <a:r>
              <a:rPr sz="1600" spc="-15" dirty="0">
                <a:latin typeface="Lucida Sans Unicode"/>
                <a:cs typeface="Lucida Sans Unicode"/>
              </a:rPr>
              <a:t>Программное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обеспечение: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упреждающий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анализ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прошивок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версий</a:t>
            </a:r>
            <a:r>
              <a:rPr sz="1600" spc="-11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прикладного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ПО</a:t>
            </a:r>
            <a:endParaRPr sz="1600">
              <a:latin typeface="Lucida Sans Unicode"/>
              <a:cs typeface="Lucida Sans Unicode"/>
            </a:endParaRPr>
          </a:p>
          <a:p>
            <a:pPr marL="12700" marR="38417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218440" algn="l"/>
              </a:tabLst>
            </a:pPr>
            <a:r>
              <a:rPr sz="1600" spc="-5" dirty="0">
                <a:latin typeface="Lucida Sans Unicode"/>
                <a:cs typeface="Lucida Sans Unicode"/>
              </a:rPr>
              <a:t>Производительность: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анализ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конфигурации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-80" dirty="0">
                <a:latin typeface="Lucida Sans Unicode"/>
                <a:cs typeface="Lucida Sans Unicode"/>
              </a:rPr>
              <a:t>,</a:t>
            </a:r>
            <a:r>
              <a:rPr sz="1600" spc="-110" dirty="0">
                <a:latin typeface="Lucida Sans Unicode"/>
                <a:cs typeface="Lucida Sans Unicode"/>
              </a:rPr>
              <a:t> </a:t>
            </a:r>
            <a:r>
              <a:rPr sz="1600" spc="65" dirty="0">
                <a:latin typeface="Lucida Sans Unicode"/>
                <a:cs typeface="Lucida Sans Unicode"/>
              </a:rPr>
              <a:t>в</a:t>
            </a:r>
            <a:r>
              <a:rPr sz="1600" spc="85" dirty="0">
                <a:latin typeface="Lucida Sans Unicode"/>
                <a:cs typeface="Lucida Sans Unicode"/>
              </a:rPr>
              <a:t>ы</a:t>
            </a:r>
            <a:r>
              <a:rPr sz="1600" spc="70" dirty="0">
                <a:latin typeface="Lucida Sans Unicode"/>
                <a:cs typeface="Lucida Sans Unicode"/>
              </a:rPr>
              <a:t>я</a:t>
            </a:r>
            <a:r>
              <a:rPr sz="1600" spc="30" dirty="0">
                <a:latin typeface="Lucida Sans Unicode"/>
                <a:cs typeface="Lucida Sans Unicode"/>
              </a:rPr>
              <a:t>вл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140" dirty="0">
                <a:latin typeface="Lucida Sans Unicode"/>
                <a:cs typeface="Lucida Sans Unicode"/>
              </a:rPr>
              <a:t>х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80" dirty="0">
                <a:latin typeface="Lucida Sans Unicode"/>
                <a:cs typeface="Lucida Sans Unicode"/>
              </a:rPr>
              <a:t>,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ан</a:t>
            </a:r>
            <a:r>
              <a:rPr sz="1600" spc="-5" dirty="0">
                <a:latin typeface="Lucida Sans Unicode"/>
                <a:cs typeface="Lucida Sans Unicode"/>
              </a:rPr>
              <a:t>ал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10" dirty="0">
                <a:latin typeface="Lucida Sans Unicode"/>
                <a:cs typeface="Lucida Sans Unicode"/>
              </a:rPr>
              <a:t>з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20" dirty="0">
                <a:latin typeface="Lucida Sans Unicode"/>
                <a:cs typeface="Lucida Sans Unicode"/>
              </a:rPr>
              <a:t>к</a:t>
            </a:r>
            <a:endParaRPr sz="16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218440" algn="l"/>
              </a:tabLst>
            </a:pPr>
            <a:r>
              <a:rPr sz="1600" spc="-15" dirty="0">
                <a:latin typeface="Lucida Sans Unicode"/>
                <a:cs typeface="Lucida Sans Unicode"/>
              </a:rPr>
              <a:t>Работоспособность: мониторинг оборудования,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оценка</a:t>
            </a:r>
            <a:r>
              <a:rPr sz="1600" spc="-6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состояния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систем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60" dirty="0">
                <a:latin typeface="Lucida Sans Unicode"/>
                <a:cs typeface="Lucida Sans Unicode"/>
              </a:rPr>
              <a:t>(health-check),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советы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по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профилактике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потенциальных</a:t>
            </a:r>
            <a:r>
              <a:rPr sz="1600" spc="-4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проблем</a:t>
            </a:r>
            <a:endParaRPr sz="1600">
              <a:latin typeface="Lucida Sans Unicode"/>
              <a:cs typeface="Lucida Sans Unicode"/>
            </a:endParaRPr>
          </a:p>
          <a:p>
            <a:pPr marL="12700" marR="13144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167005" algn="l"/>
              </a:tabLst>
            </a:pPr>
            <a:r>
              <a:rPr sz="1600" spc="-5" dirty="0">
                <a:latin typeface="Lucida Sans Unicode"/>
                <a:cs typeface="Lucida Sans Unicode"/>
              </a:rPr>
              <a:t>Безопасность: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мониторинг,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анализ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1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защита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от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35" dirty="0">
                <a:latin typeface="Lucida Sans Unicode"/>
                <a:cs typeface="Lucida Sans Unicode"/>
              </a:rPr>
              <a:t>угроз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8567" y="1234376"/>
            <a:ext cx="483870" cy="485140"/>
            <a:chOff x="6068567" y="1234376"/>
            <a:chExt cx="483870" cy="485140"/>
          </a:xfrm>
        </p:grpSpPr>
        <p:sp>
          <p:nvSpPr>
            <p:cNvPr id="13" name="object 13"/>
            <p:cNvSpPr/>
            <p:nvPr/>
          </p:nvSpPr>
          <p:spPr>
            <a:xfrm>
              <a:off x="6068555" y="1234388"/>
              <a:ext cx="483870" cy="485140"/>
            </a:xfrm>
            <a:custGeom>
              <a:avLst/>
              <a:gdLst/>
              <a:ahLst/>
              <a:cxnLst/>
              <a:rect l="l" t="t" r="r" b="b"/>
              <a:pathLst>
                <a:path w="483870" h="485139">
                  <a:moveTo>
                    <a:pt x="405269" y="38328"/>
                  </a:moveTo>
                  <a:lnTo>
                    <a:pt x="393661" y="50698"/>
                  </a:lnTo>
                  <a:lnTo>
                    <a:pt x="352298" y="24752"/>
                  </a:lnTo>
                  <a:lnTo>
                    <a:pt x="307517" y="7823"/>
                  </a:lnTo>
                  <a:lnTo>
                    <a:pt x="260731" y="0"/>
                  </a:lnTo>
                  <a:lnTo>
                    <a:pt x="213309" y="1346"/>
                  </a:lnTo>
                  <a:lnTo>
                    <a:pt x="166636" y="11963"/>
                  </a:lnTo>
                  <a:lnTo>
                    <a:pt x="122110" y="31940"/>
                  </a:lnTo>
                  <a:lnTo>
                    <a:pt x="81851" y="60782"/>
                  </a:lnTo>
                  <a:lnTo>
                    <a:pt x="49149" y="95973"/>
                  </a:lnTo>
                  <a:lnTo>
                    <a:pt x="24358" y="136169"/>
                  </a:lnTo>
                  <a:lnTo>
                    <a:pt x="7861" y="180035"/>
                  </a:lnTo>
                  <a:lnTo>
                    <a:pt x="0" y="226237"/>
                  </a:lnTo>
                  <a:lnTo>
                    <a:pt x="1155" y="273456"/>
                  </a:lnTo>
                  <a:lnTo>
                    <a:pt x="11671" y="320319"/>
                  </a:lnTo>
                  <a:lnTo>
                    <a:pt x="31902" y="365531"/>
                  </a:lnTo>
                  <a:lnTo>
                    <a:pt x="54254" y="353110"/>
                  </a:lnTo>
                  <a:lnTo>
                    <a:pt x="33896" y="305396"/>
                  </a:lnTo>
                  <a:lnTo>
                    <a:pt x="25425" y="255295"/>
                  </a:lnTo>
                  <a:lnTo>
                    <a:pt x="28676" y="204901"/>
                  </a:lnTo>
                  <a:lnTo>
                    <a:pt x="43497" y="156337"/>
                  </a:lnTo>
                  <a:lnTo>
                    <a:pt x="69684" y="111696"/>
                  </a:lnTo>
                  <a:lnTo>
                    <a:pt x="104660" y="75196"/>
                  </a:lnTo>
                  <a:lnTo>
                    <a:pt x="145656" y="48425"/>
                  </a:lnTo>
                  <a:lnTo>
                    <a:pt x="190817" y="31648"/>
                  </a:lnTo>
                  <a:lnTo>
                    <a:pt x="238315" y="25107"/>
                  </a:lnTo>
                  <a:lnTo>
                    <a:pt x="286308" y="29083"/>
                  </a:lnTo>
                  <a:lnTo>
                    <a:pt x="332968" y="43827"/>
                  </a:lnTo>
                  <a:lnTo>
                    <a:pt x="376453" y="69596"/>
                  </a:lnTo>
                  <a:lnTo>
                    <a:pt x="364845" y="81965"/>
                  </a:lnTo>
                  <a:lnTo>
                    <a:pt x="401154" y="73761"/>
                  </a:lnTo>
                  <a:lnTo>
                    <a:pt x="405269" y="38328"/>
                  </a:lnTo>
                  <a:close/>
                </a:path>
                <a:path w="483870" h="485139">
                  <a:moveTo>
                    <a:pt x="483730" y="263131"/>
                  </a:moveTo>
                  <a:lnTo>
                    <a:pt x="441401" y="254381"/>
                  </a:lnTo>
                  <a:lnTo>
                    <a:pt x="438531" y="237426"/>
                  </a:lnTo>
                  <a:lnTo>
                    <a:pt x="433971" y="220802"/>
                  </a:lnTo>
                  <a:lnTo>
                    <a:pt x="427786" y="204724"/>
                  </a:lnTo>
                  <a:lnTo>
                    <a:pt x="420039" y="189382"/>
                  </a:lnTo>
                  <a:lnTo>
                    <a:pt x="448703" y="157200"/>
                  </a:lnTo>
                  <a:lnTo>
                    <a:pt x="427291" y="129997"/>
                  </a:lnTo>
                  <a:lnTo>
                    <a:pt x="389293" y="150317"/>
                  </a:lnTo>
                  <a:lnTo>
                    <a:pt x="376148" y="139065"/>
                  </a:lnTo>
                  <a:lnTo>
                    <a:pt x="362000" y="129235"/>
                  </a:lnTo>
                  <a:lnTo>
                    <a:pt x="346913" y="120878"/>
                  </a:lnTo>
                  <a:lnTo>
                    <a:pt x="330962" y="114084"/>
                  </a:lnTo>
                  <a:lnTo>
                    <a:pt x="332397" y="70891"/>
                  </a:lnTo>
                  <a:lnTo>
                    <a:pt x="298589" y="63715"/>
                  </a:lnTo>
                  <a:lnTo>
                    <a:pt x="282498" y="103873"/>
                  </a:lnTo>
                  <a:lnTo>
                    <a:pt x="265239" y="103682"/>
                  </a:lnTo>
                  <a:lnTo>
                    <a:pt x="248056" y="105257"/>
                  </a:lnTo>
                  <a:lnTo>
                    <a:pt x="231140" y="108572"/>
                  </a:lnTo>
                  <a:lnTo>
                    <a:pt x="214617" y="113576"/>
                  </a:lnTo>
                  <a:lnTo>
                    <a:pt x="187896" y="79629"/>
                  </a:lnTo>
                  <a:lnTo>
                    <a:pt x="157607" y="95859"/>
                  </a:lnTo>
                  <a:lnTo>
                    <a:pt x="171069" y="136944"/>
                  </a:lnTo>
                  <a:lnTo>
                    <a:pt x="157708" y="148018"/>
                  </a:lnTo>
                  <a:lnTo>
                    <a:pt x="145529" y="160312"/>
                  </a:lnTo>
                  <a:lnTo>
                    <a:pt x="134670" y="173736"/>
                  </a:lnTo>
                  <a:lnTo>
                    <a:pt x="125298" y="188201"/>
                  </a:lnTo>
                  <a:lnTo>
                    <a:pt x="82969" y="179463"/>
                  </a:lnTo>
                  <a:lnTo>
                    <a:pt x="70078" y="211467"/>
                  </a:lnTo>
                  <a:lnTo>
                    <a:pt x="106845" y="234200"/>
                  </a:lnTo>
                  <a:lnTo>
                    <a:pt x="103746" y="251142"/>
                  </a:lnTo>
                  <a:lnTo>
                    <a:pt x="102362" y="268325"/>
                  </a:lnTo>
                  <a:lnTo>
                    <a:pt x="102704" y="285572"/>
                  </a:lnTo>
                  <a:lnTo>
                    <a:pt x="104800" y="302717"/>
                  </a:lnTo>
                  <a:lnTo>
                    <a:pt x="66802" y="323024"/>
                  </a:lnTo>
                  <a:lnTo>
                    <a:pt x="77724" y="355841"/>
                  </a:lnTo>
                  <a:lnTo>
                    <a:pt x="120535" y="349631"/>
                  </a:lnTo>
                  <a:lnTo>
                    <a:pt x="129044" y="364705"/>
                  </a:lnTo>
                  <a:lnTo>
                    <a:pt x="139026" y="378802"/>
                  </a:lnTo>
                  <a:lnTo>
                    <a:pt x="150380" y="391807"/>
                  </a:lnTo>
                  <a:lnTo>
                    <a:pt x="163042" y="403618"/>
                  </a:lnTo>
                  <a:lnTo>
                    <a:pt x="146951" y="443776"/>
                  </a:lnTo>
                  <a:lnTo>
                    <a:pt x="176276" y="462102"/>
                  </a:lnTo>
                  <a:lnTo>
                    <a:pt x="204952" y="429920"/>
                  </a:lnTo>
                  <a:lnTo>
                    <a:pt x="221094" y="436003"/>
                  </a:lnTo>
                  <a:lnTo>
                    <a:pt x="237731" y="440436"/>
                  </a:lnTo>
                  <a:lnTo>
                    <a:pt x="254736" y="443128"/>
                  </a:lnTo>
                  <a:lnTo>
                    <a:pt x="272034" y="444030"/>
                  </a:lnTo>
                  <a:lnTo>
                    <a:pt x="285483" y="485114"/>
                  </a:lnTo>
                  <a:lnTo>
                    <a:pt x="319633" y="480085"/>
                  </a:lnTo>
                  <a:lnTo>
                    <a:pt x="321068" y="436892"/>
                  </a:lnTo>
                  <a:lnTo>
                    <a:pt x="337439" y="431126"/>
                  </a:lnTo>
                  <a:lnTo>
                    <a:pt x="353072" y="423786"/>
                  </a:lnTo>
                  <a:lnTo>
                    <a:pt x="367830" y="414883"/>
                  </a:lnTo>
                  <a:lnTo>
                    <a:pt x="381647" y="404444"/>
                  </a:lnTo>
                  <a:lnTo>
                    <a:pt x="418426" y="427164"/>
                  </a:lnTo>
                  <a:lnTo>
                    <a:pt x="441299" y="401535"/>
                  </a:lnTo>
                  <a:lnTo>
                    <a:pt x="414578" y="367588"/>
                  </a:lnTo>
                  <a:lnTo>
                    <a:pt x="423316" y="352704"/>
                  </a:lnTo>
                  <a:lnTo>
                    <a:pt x="430517" y="337019"/>
                  </a:lnTo>
                  <a:lnTo>
                    <a:pt x="436079" y="320700"/>
                  </a:lnTo>
                  <a:lnTo>
                    <a:pt x="439953" y="303885"/>
                  </a:lnTo>
                  <a:lnTo>
                    <a:pt x="482765" y="297675"/>
                  </a:lnTo>
                  <a:lnTo>
                    <a:pt x="483730" y="263131"/>
                  </a:lnTo>
                  <a:close/>
                </a:path>
              </a:pathLst>
            </a:custGeom>
            <a:solidFill>
              <a:srgbClr val="006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7114" y="1420062"/>
              <a:ext cx="196362" cy="174048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24439" y="1231935"/>
            <a:ext cx="476884" cy="492759"/>
            <a:chOff x="224439" y="1231935"/>
            <a:chExt cx="476884" cy="492759"/>
          </a:xfrm>
        </p:grpSpPr>
        <p:sp>
          <p:nvSpPr>
            <p:cNvPr id="16" name="object 16"/>
            <p:cNvSpPr/>
            <p:nvPr/>
          </p:nvSpPr>
          <p:spPr>
            <a:xfrm>
              <a:off x="224434" y="1231937"/>
              <a:ext cx="476884" cy="492759"/>
            </a:xfrm>
            <a:custGeom>
              <a:avLst/>
              <a:gdLst/>
              <a:ahLst/>
              <a:cxnLst/>
              <a:rect l="l" t="t" r="r" b="b"/>
              <a:pathLst>
                <a:path w="476884" h="492760">
                  <a:moveTo>
                    <a:pt x="260667" y="35293"/>
                  </a:moveTo>
                  <a:lnTo>
                    <a:pt x="259994" y="0"/>
                  </a:lnTo>
                  <a:lnTo>
                    <a:pt x="213804" y="5092"/>
                  </a:lnTo>
                  <a:lnTo>
                    <a:pt x="170205" y="18262"/>
                  </a:lnTo>
                  <a:lnTo>
                    <a:pt x="130124" y="38823"/>
                  </a:lnTo>
                  <a:lnTo>
                    <a:pt x="94449" y="66078"/>
                  </a:lnTo>
                  <a:lnTo>
                    <a:pt x="64096" y="99339"/>
                  </a:lnTo>
                  <a:lnTo>
                    <a:pt x="39992" y="137922"/>
                  </a:lnTo>
                  <a:lnTo>
                    <a:pt x="23012" y="181127"/>
                  </a:lnTo>
                  <a:lnTo>
                    <a:pt x="0" y="177368"/>
                  </a:lnTo>
                  <a:lnTo>
                    <a:pt x="34226" y="212445"/>
                  </a:lnTo>
                  <a:lnTo>
                    <a:pt x="81381" y="190842"/>
                  </a:lnTo>
                  <a:lnTo>
                    <a:pt x="58369" y="187083"/>
                  </a:lnTo>
                  <a:lnTo>
                    <a:pt x="76403" y="145046"/>
                  </a:lnTo>
                  <a:lnTo>
                    <a:pt x="102285" y="108534"/>
                  </a:lnTo>
                  <a:lnTo>
                    <a:pt x="134835" y="78422"/>
                  </a:lnTo>
                  <a:lnTo>
                    <a:pt x="172872" y="55587"/>
                  </a:lnTo>
                  <a:lnTo>
                    <a:pt x="215214" y="40919"/>
                  </a:lnTo>
                  <a:lnTo>
                    <a:pt x="260667" y="35293"/>
                  </a:lnTo>
                  <a:close/>
                </a:path>
                <a:path w="476884" h="492760">
                  <a:moveTo>
                    <a:pt x="476808" y="281990"/>
                  </a:moveTo>
                  <a:lnTo>
                    <a:pt x="470357" y="235839"/>
                  </a:lnTo>
                  <a:lnTo>
                    <a:pt x="404545" y="230149"/>
                  </a:lnTo>
                  <a:lnTo>
                    <a:pt x="395503" y="212407"/>
                  </a:lnTo>
                  <a:lnTo>
                    <a:pt x="384213" y="195999"/>
                  </a:lnTo>
                  <a:lnTo>
                    <a:pt x="370890" y="181190"/>
                  </a:lnTo>
                  <a:lnTo>
                    <a:pt x="355765" y="168236"/>
                  </a:lnTo>
                  <a:lnTo>
                    <a:pt x="365544" y="102895"/>
                  </a:lnTo>
                  <a:lnTo>
                    <a:pt x="322262" y="85598"/>
                  </a:lnTo>
                  <a:lnTo>
                    <a:pt x="284302" y="139674"/>
                  </a:lnTo>
                  <a:lnTo>
                    <a:pt x="264287" y="138569"/>
                  </a:lnTo>
                  <a:lnTo>
                    <a:pt x="244436" y="140131"/>
                  </a:lnTo>
                  <a:lnTo>
                    <a:pt x="225018" y="144259"/>
                  </a:lnTo>
                  <a:lnTo>
                    <a:pt x="206286" y="150888"/>
                  </a:lnTo>
                  <a:lnTo>
                    <a:pt x="154686" y="109651"/>
                  </a:lnTo>
                  <a:lnTo>
                    <a:pt x="118198" y="138633"/>
                  </a:lnTo>
                  <a:lnTo>
                    <a:pt x="145910" y="198742"/>
                  </a:lnTo>
                  <a:lnTo>
                    <a:pt x="135026" y="215582"/>
                  </a:lnTo>
                  <a:lnTo>
                    <a:pt x="126466" y="233527"/>
                  </a:lnTo>
                  <a:lnTo>
                    <a:pt x="120319" y="252361"/>
                  </a:lnTo>
                  <a:lnTo>
                    <a:pt x="116674" y="271868"/>
                  </a:lnTo>
                  <a:lnTo>
                    <a:pt x="55295" y="295973"/>
                  </a:lnTo>
                  <a:lnTo>
                    <a:pt x="61747" y="342125"/>
                  </a:lnTo>
                  <a:lnTo>
                    <a:pt x="127558" y="347814"/>
                  </a:lnTo>
                  <a:lnTo>
                    <a:pt x="136702" y="365760"/>
                  </a:lnTo>
                  <a:lnTo>
                    <a:pt x="147993" y="382143"/>
                  </a:lnTo>
                  <a:lnTo>
                    <a:pt x="161264" y="396849"/>
                  </a:lnTo>
                  <a:lnTo>
                    <a:pt x="176352" y="409727"/>
                  </a:lnTo>
                  <a:lnTo>
                    <a:pt x="166573" y="475068"/>
                  </a:lnTo>
                  <a:lnTo>
                    <a:pt x="209842" y="492366"/>
                  </a:lnTo>
                  <a:lnTo>
                    <a:pt x="247802" y="438289"/>
                  </a:lnTo>
                  <a:lnTo>
                    <a:pt x="267830" y="439394"/>
                  </a:lnTo>
                  <a:lnTo>
                    <a:pt x="287680" y="437832"/>
                  </a:lnTo>
                  <a:lnTo>
                    <a:pt x="307098" y="433705"/>
                  </a:lnTo>
                  <a:lnTo>
                    <a:pt x="325831" y="427075"/>
                  </a:lnTo>
                  <a:lnTo>
                    <a:pt x="377431" y="468312"/>
                  </a:lnTo>
                  <a:lnTo>
                    <a:pt x="413918" y="439331"/>
                  </a:lnTo>
                  <a:lnTo>
                    <a:pt x="386067" y="379552"/>
                  </a:lnTo>
                  <a:lnTo>
                    <a:pt x="396963" y="362724"/>
                  </a:lnTo>
                  <a:lnTo>
                    <a:pt x="405523" y="344779"/>
                  </a:lnTo>
                  <a:lnTo>
                    <a:pt x="411657" y="325932"/>
                  </a:lnTo>
                  <a:lnTo>
                    <a:pt x="415290" y="306425"/>
                  </a:lnTo>
                  <a:lnTo>
                    <a:pt x="476808" y="281990"/>
                  </a:lnTo>
                  <a:close/>
                </a:path>
              </a:pathLst>
            </a:custGeom>
            <a:solidFill>
              <a:srgbClr val="96F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621" y="1439684"/>
              <a:ext cx="165188" cy="16306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705782" y="1245777"/>
            <a:ext cx="5041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35" dirty="0">
                <a:solidFill>
                  <a:srgbClr val="006F6B"/>
                </a:solidFill>
                <a:latin typeface="Arial"/>
                <a:cs typeface="Arial"/>
              </a:rPr>
              <a:t>Выделенный </a:t>
            </a:r>
            <a:r>
              <a:rPr sz="1600" b="1" spc="50" dirty="0">
                <a:solidFill>
                  <a:srgbClr val="006F6B"/>
                </a:solidFill>
                <a:latin typeface="Arial"/>
                <a:cs typeface="Arial"/>
              </a:rPr>
              <a:t>сервис-менеджер </a:t>
            </a:r>
            <a:r>
              <a:rPr sz="1600" spc="-35" dirty="0">
                <a:latin typeface="Lucida Sans Unicode"/>
                <a:cs typeface="Lucida Sans Unicode"/>
              </a:rPr>
              <a:t>(для </a:t>
            </a:r>
            <a:r>
              <a:rPr sz="1600" spc="-10" dirty="0">
                <a:latin typeface="Lucida Sans Unicode"/>
                <a:cs typeface="Lucida Sans Unicode"/>
              </a:rPr>
              <a:t>контрактов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уровня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65" dirty="0">
                <a:latin typeface="Lucida Sans Unicode"/>
                <a:cs typeface="Lucida Sans Unicode"/>
              </a:rPr>
              <a:t>«</a:t>
            </a:r>
            <a:r>
              <a:rPr sz="1600" b="1" spc="65" dirty="0">
                <a:latin typeface="Arial"/>
                <a:cs typeface="Arial"/>
              </a:rPr>
              <a:t>Критический</a:t>
            </a:r>
            <a:r>
              <a:rPr sz="1600" spc="65" dirty="0">
                <a:latin typeface="Lucida Sans Unicode"/>
                <a:cs typeface="Lucida Sans Unicode"/>
              </a:rPr>
              <a:t>»):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00" marR="5080">
              <a:lnSpc>
                <a:spcPct val="100000"/>
              </a:lnSpc>
              <a:spcBef>
                <a:spcPts val="95"/>
              </a:spcBef>
              <a:buChar char="–"/>
              <a:tabLst>
                <a:tab pos="6492875" algn="l"/>
              </a:tabLst>
            </a:pPr>
            <a:r>
              <a:rPr spc="70" dirty="0"/>
              <a:t>Р</a:t>
            </a:r>
            <a:r>
              <a:rPr spc="10" dirty="0"/>
              <a:t>а</a:t>
            </a:r>
            <a:r>
              <a:rPr dirty="0"/>
              <a:t>б</a:t>
            </a:r>
            <a:r>
              <a:rPr spc="-30" dirty="0"/>
              <a:t>о</a:t>
            </a:r>
            <a:r>
              <a:rPr spc="-40" dirty="0"/>
              <a:t>т</a:t>
            </a:r>
            <a:r>
              <a:rPr spc="10" dirty="0"/>
              <a:t>а</a:t>
            </a:r>
            <a:r>
              <a:rPr dirty="0"/>
              <a:t>е</a:t>
            </a:r>
            <a:r>
              <a:rPr spc="-35" dirty="0"/>
              <a:t>т</a:t>
            </a:r>
            <a:r>
              <a:rPr spc="-80" dirty="0"/>
              <a:t> </a:t>
            </a:r>
            <a:r>
              <a:rPr spc="75" dirty="0"/>
              <a:t>в</a:t>
            </a:r>
            <a:r>
              <a:rPr spc="-85" dirty="0"/>
              <a:t> </a:t>
            </a:r>
            <a:r>
              <a:rPr spc="-10" dirty="0"/>
              <a:t>п</a:t>
            </a:r>
            <a:r>
              <a:rPr spc="-30" dirty="0"/>
              <a:t>о</a:t>
            </a:r>
            <a:r>
              <a:rPr spc="-55" dirty="0"/>
              <a:t>с</a:t>
            </a:r>
            <a:r>
              <a:rPr spc="-40" dirty="0"/>
              <a:t>т</a:t>
            </a:r>
            <a:r>
              <a:rPr spc="-30" dirty="0"/>
              <a:t>о</a:t>
            </a:r>
            <a:r>
              <a:rPr spc="35" dirty="0"/>
              <a:t>я</a:t>
            </a:r>
            <a:r>
              <a:rPr spc="45" dirty="0"/>
              <a:t>н</a:t>
            </a:r>
            <a:r>
              <a:rPr spc="10" dirty="0"/>
              <a:t>н</a:t>
            </a:r>
            <a:r>
              <a:rPr dirty="0"/>
              <a:t>о</a:t>
            </a:r>
            <a:r>
              <a:rPr spc="5" dirty="0"/>
              <a:t>м</a:t>
            </a:r>
            <a:r>
              <a:rPr spc="-65" dirty="0"/>
              <a:t> </a:t>
            </a:r>
            <a:r>
              <a:rPr spc="-15" dirty="0"/>
              <a:t>ко</a:t>
            </a:r>
            <a:r>
              <a:rPr spc="-10" dirty="0"/>
              <a:t>н</a:t>
            </a:r>
            <a:r>
              <a:rPr spc="-40" dirty="0"/>
              <a:t>т</a:t>
            </a:r>
            <a:r>
              <a:rPr spc="10" dirty="0"/>
              <a:t>а</a:t>
            </a:r>
            <a:r>
              <a:rPr spc="-30" dirty="0"/>
              <a:t>кт</a:t>
            </a:r>
            <a:r>
              <a:rPr spc="5" dirty="0"/>
              <a:t>е</a:t>
            </a:r>
            <a:r>
              <a:rPr spc="-55" dirty="0"/>
              <a:t> с</a:t>
            </a:r>
            <a:r>
              <a:rPr spc="-100" dirty="0"/>
              <a:t> </a:t>
            </a:r>
            <a:r>
              <a:rPr spc="65" dirty="0"/>
              <a:t>З</a:t>
            </a:r>
            <a:r>
              <a:rPr spc="10" dirty="0"/>
              <a:t>а</a:t>
            </a:r>
            <a:r>
              <a:rPr spc="-10" dirty="0"/>
              <a:t>к</a:t>
            </a:r>
            <a:r>
              <a:rPr spc="-5" dirty="0"/>
              <a:t>а</a:t>
            </a:r>
            <a:r>
              <a:rPr spc="5" dirty="0"/>
              <a:t>з</a:t>
            </a:r>
            <a:r>
              <a:rPr spc="145" dirty="0"/>
              <a:t>ч</a:t>
            </a:r>
            <a:r>
              <a:rPr spc="25" dirty="0"/>
              <a:t>и</a:t>
            </a:r>
            <a:r>
              <a:rPr spc="-25" dirty="0"/>
              <a:t>к</a:t>
            </a:r>
            <a:r>
              <a:rPr spc="-30" dirty="0"/>
              <a:t>о</a:t>
            </a:r>
            <a:r>
              <a:rPr spc="20" dirty="0"/>
              <a:t>м</a:t>
            </a:r>
            <a:r>
              <a:rPr spc="-80" dirty="0"/>
              <a:t>,  </a:t>
            </a:r>
            <a:r>
              <a:rPr spc="-30" dirty="0"/>
              <a:t>о</a:t>
            </a:r>
            <a:r>
              <a:rPr dirty="0"/>
              <a:t>б</a:t>
            </a:r>
            <a:r>
              <a:rPr spc="-20" dirty="0"/>
              <a:t>л</a:t>
            </a:r>
            <a:r>
              <a:rPr spc="-65" dirty="0"/>
              <a:t>а</a:t>
            </a:r>
            <a:r>
              <a:rPr spc="-80" dirty="0"/>
              <a:t>д</a:t>
            </a:r>
            <a:r>
              <a:rPr spc="10" dirty="0"/>
              <a:t>а</a:t>
            </a:r>
            <a:r>
              <a:rPr spc="5" dirty="0"/>
              <a:t>е</a:t>
            </a:r>
            <a:r>
              <a:rPr spc="-35" dirty="0"/>
              <a:t>т</a:t>
            </a:r>
            <a:r>
              <a:rPr spc="-95" dirty="0"/>
              <a:t> </a:t>
            </a:r>
            <a:r>
              <a:rPr spc="-60" dirty="0"/>
              <a:t>гл</a:t>
            </a:r>
            <a:r>
              <a:rPr spc="-30" dirty="0"/>
              <a:t>у</a:t>
            </a:r>
            <a:r>
              <a:rPr dirty="0"/>
              <a:t>б</a:t>
            </a:r>
            <a:r>
              <a:rPr spc="-30" dirty="0"/>
              <a:t>о</a:t>
            </a:r>
            <a:r>
              <a:rPr spc="-25" dirty="0"/>
              <a:t>к</a:t>
            </a:r>
            <a:r>
              <a:rPr spc="25" dirty="0"/>
              <a:t>им</a:t>
            </a:r>
            <a:r>
              <a:rPr spc="-90" dirty="0"/>
              <a:t> </a:t>
            </a:r>
            <a:r>
              <a:rPr spc="-10" dirty="0"/>
              <a:t>п</a:t>
            </a:r>
            <a:r>
              <a:rPr spc="-30" dirty="0"/>
              <a:t>о</a:t>
            </a:r>
            <a:r>
              <a:rPr spc="10" dirty="0"/>
              <a:t>н</a:t>
            </a:r>
            <a:r>
              <a:rPr spc="25" dirty="0"/>
              <a:t>и</a:t>
            </a:r>
            <a:r>
              <a:rPr spc="20" dirty="0"/>
              <a:t>м</a:t>
            </a:r>
            <a:r>
              <a:rPr spc="10" dirty="0"/>
              <a:t>ан</a:t>
            </a:r>
            <a:r>
              <a:rPr spc="25" dirty="0"/>
              <a:t>и</a:t>
            </a:r>
            <a:r>
              <a:rPr dirty="0"/>
              <a:t>е</a:t>
            </a:r>
            <a:r>
              <a:rPr spc="25" dirty="0"/>
              <a:t>м</a:t>
            </a:r>
            <a:r>
              <a:rPr spc="-105" dirty="0"/>
              <a:t> </a:t>
            </a:r>
            <a:r>
              <a:rPr spc="25" dirty="0"/>
              <a:t>и</a:t>
            </a:r>
            <a:r>
              <a:rPr spc="10" dirty="0"/>
              <a:t>н</a:t>
            </a:r>
            <a:r>
              <a:rPr spc="-145" dirty="0"/>
              <a:t>ф</a:t>
            </a:r>
            <a:r>
              <a:rPr spc="-30" dirty="0"/>
              <a:t>р</a:t>
            </a:r>
            <a:r>
              <a:rPr spc="-25" dirty="0"/>
              <a:t>ас</a:t>
            </a:r>
            <a:r>
              <a:rPr spc="-40" dirty="0"/>
              <a:t>т</a:t>
            </a:r>
            <a:r>
              <a:rPr spc="-30" dirty="0"/>
              <a:t>ру</a:t>
            </a:r>
            <a:r>
              <a:rPr spc="-25" dirty="0"/>
              <a:t>к</a:t>
            </a:r>
            <a:r>
              <a:rPr spc="-40" dirty="0"/>
              <a:t>т</a:t>
            </a:r>
            <a:r>
              <a:rPr spc="-30" dirty="0"/>
              <a:t>ур</a:t>
            </a:r>
            <a:r>
              <a:rPr spc="70" dirty="0"/>
              <a:t>ы</a:t>
            </a:r>
            <a:r>
              <a:rPr spc="-80" dirty="0"/>
              <a:t>,  </a:t>
            </a:r>
            <a:r>
              <a:rPr dirty="0"/>
              <a:t>имплементированных</a:t>
            </a:r>
            <a:r>
              <a:rPr spc="-55" dirty="0"/>
              <a:t> </a:t>
            </a:r>
            <a:r>
              <a:rPr spc="5" dirty="0"/>
              <a:t>решений,</a:t>
            </a:r>
            <a:r>
              <a:rPr spc="-90" dirty="0"/>
              <a:t> </a:t>
            </a:r>
            <a:r>
              <a:rPr spc="-10" dirty="0"/>
              <a:t>целей</a:t>
            </a:r>
            <a:r>
              <a:rPr spc="-90" dirty="0"/>
              <a:t> </a:t>
            </a:r>
            <a:r>
              <a:rPr spc="20" dirty="0"/>
              <a:t>и</a:t>
            </a:r>
            <a:r>
              <a:rPr spc="-95" dirty="0"/>
              <a:t> </a:t>
            </a:r>
            <a:r>
              <a:rPr dirty="0"/>
              <a:t>задач</a:t>
            </a:r>
          </a:p>
          <a:p>
            <a:pPr marL="6286500" marR="134620">
              <a:lnSpc>
                <a:spcPct val="100000"/>
              </a:lnSpc>
              <a:spcBef>
                <a:spcPts val="600"/>
              </a:spcBef>
              <a:buChar char="–"/>
              <a:tabLst>
                <a:tab pos="6492875" algn="l"/>
              </a:tabLst>
            </a:pPr>
            <a:r>
              <a:rPr spc="15" dirty="0"/>
              <a:t>Является</a:t>
            </a:r>
            <a:r>
              <a:rPr spc="-65" dirty="0"/>
              <a:t> </a:t>
            </a:r>
            <a:r>
              <a:rPr spc="-20" dirty="0"/>
              <a:t>«адвокатом</a:t>
            </a:r>
            <a:r>
              <a:rPr spc="-75" dirty="0"/>
              <a:t> </a:t>
            </a:r>
            <a:r>
              <a:rPr spc="-15" dirty="0"/>
              <a:t>клиента»:</a:t>
            </a:r>
            <a:r>
              <a:rPr spc="-75" dirty="0"/>
              <a:t> </a:t>
            </a:r>
            <a:r>
              <a:rPr spc="-20" dirty="0"/>
              <a:t>единой</a:t>
            </a:r>
            <a:r>
              <a:rPr spc="-90" dirty="0"/>
              <a:t> </a:t>
            </a:r>
            <a:r>
              <a:rPr spc="5" dirty="0"/>
              <a:t>точкой </a:t>
            </a:r>
            <a:r>
              <a:rPr spc="-490" dirty="0"/>
              <a:t> </a:t>
            </a:r>
            <a:r>
              <a:rPr spc="-30" dirty="0"/>
              <a:t>в</a:t>
            </a:r>
            <a:r>
              <a:rPr spc="-40" dirty="0"/>
              <a:t>х</a:t>
            </a:r>
            <a:r>
              <a:rPr spc="-30" dirty="0"/>
              <a:t>о</a:t>
            </a:r>
            <a:r>
              <a:rPr spc="-155" dirty="0"/>
              <a:t>д</a:t>
            </a:r>
            <a:r>
              <a:rPr spc="10" dirty="0"/>
              <a:t>а</a:t>
            </a:r>
            <a:r>
              <a:rPr spc="-70" dirty="0"/>
              <a:t> </a:t>
            </a:r>
            <a:r>
              <a:rPr spc="-155" dirty="0"/>
              <a:t>д</a:t>
            </a:r>
            <a:r>
              <a:rPr spc="-20" dirty="0"/>
              <a:t>л</a:t>
            </a:r>
            <a:r>
              <a:rPr spc="75" dirty="0"/>
              <a:t>я</a:t>
            </a:r>
            <a:r>
              <a:rPr spc="-95" dirty="0"/>
              <a:t> </a:t>
            </a:r>
            <a:r>
              <a:rPr spc="65" dirty="0"/>
              <a:t>З</a:t>
            </a:r>
            <a:r>
              <a:rPr spc="-5" dirty="0"/>
              <a:t>а</a:t>
            </a:r>
            <a:r>
              <a:rPr spc="-10" dirty="0"/>
              <a:t>к</a:t>
            </a:r>
            <a:r>
              <a:rPr spc="10" dirty="0"/>
              <a:t>а</a:t>
            </a:r>
            <a:r>
              <a:rPr spc="5" dirty="0"/>
              <a:t>з</a:t>
            </a:r>
            <a:r>
              <a:rPr spc="70" dirty="0"/>
              <a:t>ч</a:t>
            </a:r>
            <a:r>
              <a:rPr spc="90" dirty="0"/>
              <a:t>и</a:t>
            </a:r>
            <a:r>
              <a:rPr spc="-25" dirty="0"/>
              <a:t>к</a:t>
            </a:r>
            <a:r>
              <a:rPr spc="10" dirty="0"/>
              <a:t>а</a:t>
            </a:r>
            <a:r>
              <a:rPr spc="-70" dirty="0"/>
              <a:t> </a:t>
            </a:r>
            <a:r>
              <a:rPr spc="-10" dirty="0"/>
              <a:t>п</a:t>
            </a:r>
            <a:r>
              <a:rPr spc="-20" dirty="0"/>
              <a:t>о</a:t>
            </a:r>
            <a:r>
              <a:rPr spc="-95" dirty="0"/>
              <a:t> </a:t>
            </a:r>
            <a:r>
              <a:rPr spc="25" dirty="0"/>
              <a:t>в</a:t>
            </a:r>
            <a:r>
              <a:rPr spc="20" dirty="0"/>
              <a:t>о</a:t>
            </a:r>
            <a:r>
              <a:rPr spc="-10" dirty="0"/>
              <a:t>п</a:t>
            </a:r>
            <a:r>
              <a:rPr spc="-30" dirty="0"/>
              <a:t>ро</a:t>
            </a:r>
            <a:r>
              <a:rPr spc="-55" dirty="0"/>
              <a:t>с</a:t>
            </a:r>
            <a:r>
              <a:rPr spc="20" dirty="0"/>
              <a:t>ам</a:t>
            </a:r>
            <a:r>
              <a:rPr spc="-90" dirty="0"/>
              <a:t> </a:t>
            </a:r>
            <a:r>
              <a:rPr spc="-125" dirty="0"/>
              <a:t>Т</a:t>
            </a:r>
            <a:r>
              <a:rPr spc="-15" dirty="0"/>
              <a:t>П</a:t>
            </a:r>
            <a:r>
              <a:rPr spc="-80" dirty="0"/>
              <a:t>,  </a:t>
            </a:r>
            <a:r>
              <a:rPr spc="-5" dirty="0"/>
              <a:t>приоритизации</a:t>
            </a:r>
            <a:r>
              <a:rPr spc="-100" dirty="0"/>
              <a:t> </a:t>
            </a:r>
            <a:r>
              <a:rPr spc="-5" dirty="0"/>
              <a:t>запросов</a:t>
            </a:r>
            <a:r>
              <a:rPr spc="-70" dirty="0"/>
              <a:t> </a:t>
            </a:r>
            <a:r>
              <a:rPr spc="20" dirty="0"/>
              <a:t>и</a:t>
            </a:r>
            <a:r>
              <a:rPr spc="-95" dirty="0"/>
              <a:t> </a:t>
            </a:r>
            <a:r>
              <a:rPr spc="-90" dirty="0"/>
              <a:t>др.</a:t>
            </a:r>
          </a:p>
          <a:p>
            <a:pPr marL="6286500" marR="497840">
              <a:lnSpc>
                <a:spcPct val="100000"/>
              </a:lnSpc>
              <a:spcBef>
                <a:spcPts val="600"/>
              </a:spcBef>
              <a:buChar char="–"/>
              <a:tabLst>
                <a:tab pos="6492875" algn="l"/>
              </a:tabLst>
            </a:pPr>
            <a:r>
              <a:rPr spc="15" dirty="0"/>
              <a:t>Обеспечивает </a:t>
            </a:r>
            <a:r>
              <a:rPr spc="-15" dirty="0"/>
              <a:t>комплексное рассмотрение </a:t>
            </a:r>
            <a:r>
              <a:rPr spc="-495" dirty="0"/>
              <a:t> </a:t>
            </a:r>
            <a:r>
              <a:rPr dirty="0"/>
              <a:t>возникающих </a:t>
            </a:r>
            <a:r>
              <a:rPr spc="-10" dirty="0"/>
              <a:t>проблем </a:t>
            </a:r>
            <a:r>
              <a:rPr spc="-5" dirty="0"/>
              <a:t>– </a:t>
            </a:r>
            <a:r>
              <a:rPr spc="10" dirty="0"/>
              <a:t>на </a:t>
            </a:r>
            <a:r>
              <a:rPr dirty="0"/>
              <a:t>уровне </a:t>
            </a:r>
            <a:r>
              <a:rPr spc="5" dirty="0"/>
              <a:t> </a:t>
            </a:r>
            <a:r>
              <a:rPr spc="25" dirty="0"/>
              <a:t>и</a:t>
            </a:r>
            <a:r>
              <a:rPr spc="10" dirty="0"/>
              <a:t>н</a:t>
            </a:r>
            <a:r>
              <a:rPr spc="-145" dirty="0"/>
              <a:t>ф</a:t>
            </a:r>
            <a:r>
              <a:rPr spc="-30" dirty="0"/>
              <a:t>р</a:t>
            </a:r>
            <a:r>
              <a:rPr spc="-25" dirty="0"/>
              <a:t>ас</a:t>
            </a:r>
            <a:r>
              <a:rPr spc="-40" dirty="0"/>
              <a:t>т</a:t>
            </a:r>
            <a:r>
              <a:rPr spc="-30" dirty="0"/>
              <a:t>ру</a:t>
            </a:r>
            <a:r>
              <a:rPr spc="-25" dirty="0"/>
              <a:t>к</a:t>
            </a:r>
            <a:r>
              <a:rPr spc="-40" dirty="0"/>
              <a:t>т</a:t>
            </a:r>
            <a:r>
              <a:rPr spc="-30" dirty="0"/>
              <a:t>ур</a:t>
            </a:r>
            <a:r>
              <a:rPr spc="70" dirty="0"/>
              <a:t>ы</a:t>
            </a:r>
            <a:r>
              <a:rPr spc="-80" dirty="0"/>
              <a:t>,</a:t>
            </a:r>
            <a:r>
              <a:rPr spc="-60" dirty="0"/>
              <a:t> </a:t>
            </a:r>
            <a:r>
              <a:rPr spc="10" dirty="0"/>
              <a:t>а</a:t>
            </a:r>
            <a:r>
              <a:rPr spc="-85" dirty="0"/>
              <a:t> </a:t>
            </a:r>
            <a:r>
              <a:rPr spc="10" dirty="0"/>
              <a:t>н</a:t>
            </a:r>
            <a:r>
              <a:rPr spc="5" dirty="0"/>
              <a:t>е</a:t>
            </a:r>
            <a:r>
              <a:rPr spc="-90" dirty="0"/>
              <a:t> </a:t>
            </a:r>
            <a:r>
              <a:rPr spc="-30" dirty="0"/>
              <a:t>о</a:t>
            </a:r>
            <a:r>
              <a:rPr spc="-40" dirty="0"/>
              <a:t>т</a:t>
            </a:r>
            <a:r>
              <a:rPr spc="-155" dirty="0"/>
              <a:t>д</a:t>
            </a:r>
            <a:r>
              <a:rPr dirty="0"/>
              <a:t>е</a:t>
            </a:r>
            <a:r>
              <a:rPr spc="-20" dirty="0"/>
              <a:t>л</a:t>
            </a:r>
            <a:r>
              <a:rPr spc="135" dirty="0"/>
              <a:t>ь</a:t>
            </a:r>
            <a:r>
              <a:rPr spc="10" dirty="0"/>
              <a:t>н</a:t>
            </a:r>
            <a:r>
              <a:rPr spc="-30" dirty="0"/>
              <a:t>о</a:t>
            </a:r>
            <a:r>
              <a:rPr spc="-60" dirty="0"/>
              <a:t>го</a:t>
            </a:r>
            <a:r>
              <a:rPr spc="-95" dirty="0"/>
              <a:t> </a:t>
            </a:r>
            <a:r>
              <a:rPr spc="-30" dirty="0"/>
              <a:t>у</a:t>
            </a:r>
            <a:r>
              <a:rPr spc="-55" dirty="0"/>
              <a:t>с</a:t>
            </a:r>
            <a:r>
              <a:rPr spc="-40" dirty="0"/>
              <a:t>т</a:t>
            </a:r>
            <a:r>
              <a:rPr spc="-30" dirty="0"/>
              <a:t>ро</a:t>
            </a:r>
            <a:r>
              <a:rPr spc="25" dirty="0"/>
              <a:t>й</a:t>
            </a:r>
            <a:r>
              <a:rPr spc="-55" dirty="0"/>
              <a:t>с</a:t>
            </a:r>
            <a:r>
              <a:rPr spc="-40" dirty="0"/>
              <a:t>т</a:t>
            </a:r>
            <a:r>
              <a:rPr spc="45" dirty="0"/>
              <a:t>ва</a:t>
            </a:r>
          </a:p>
          <a:p>
            <a:pPr marL="6491605" indent="-205740">
              <a:lnSpc>
                <a:spcPct val="100000"/>
              </a:lnSpc>
              <a:spcBef>
                <a:spcPts val="600"/>
              </a:spcBef>
              <a:buChar char="–"/>
              <a:tabLst>
                <a:tab pos="6492875" algn="l"/>
              </a:tabLst>
            </a:pPr>
            <a:r>
              <a:rPr spc="-120" dirty="0"/>
              <a:t>Д</a:t>
            </a:r>
            <a:r>
              <a:rPr spc="-30" dirty="0"/>
              <a:t>о</a:t>
            </a:r>
            <a:r>
              <a:rPr spc="-55" dirty="0"/>
              <a:t>с</a:t>
            </a:r>
            <a:r>
              <a:rPr spc="-40" dirty="0"/>
              <a:t>т</a:t>
            </a:r>
            <a:r>
              <a:rPr spc="-30" dirty="0"/>
              <a:t>у</a:t>
            </a:r>
            <a:r>
              <a:rPr spc="-10" dirty="0"/>
              <a:t>п</a:t>
            </a:r>
            <a:r>
              <a:rPr dirty="0"/>
              <a:t>е</a:t>
            </a:r>
            <a:r>
              <a:rPr spc="10" dirty="0"/>
              <a:t>н</a:t>
            </a:r>
            <a:r>
              <a:rPr spc="-85" dirty="0"/>
              <a:t> </a:t>
            </a:r>
            <a:r>
              <a:rPr spc="-105" dirty="0"/>
              <a:t>9</a:t>
            </a:r>
            <a:r>
              <a:rPr spc="-125" dirty="0"/>
              <a:t>х</a:t>
            </a:r>
            <a:r>
              <a:rPr spc="-120" dirty="0"/>
              <a:t>5</a:t>
            </a:r>
            <a:r>
              <a:rPr spc="-80" dirty="0"/>
              <a:t> </a:t>
            </a:r>
            <a:r>
              <a:rPr spc="-10" dirty="0"/>
              <a:t>п</a:t>
            </a:r>
            <a:r>
              <a:rPr spc="-20" dirty="0"/>
              <a:t>о</a:t>
            </a:r>
            <a:r>
              <a:rPr spc="-105" dirty="0"/>
              <a:t> </a:t>
            </a:r>
            <a:r>
              <a:rPr spc="20" dirty="0"/>
              <a:t>м</a:t>
            </a:r>
            <a:r>
              <a:rPr spc="-45" dirty="0"/>
              <a:t>о</a:t>
            </a:r>
            <a:r>
              <a:rPr spc="-35" dirty="0"/>
              <a:t>с</a:t>
            </a:r>
            <a:r>
              <a:rPr spc="-25" dirty="0"/>
              <a:t>к</a:t>
            </a:r>
            <a:r>
              <a:rPr spc="-30" dirty="0"/>
              <a:t>о</a:t>
            </a:r>
            <a:r>
              <a:rPr spc="75" dirty="0"/>
              <a:t>в</a:t>
            </a:r>
            <a:r>
              <a:rPr spc="-55" dirty="0"/>
              <a:t>с</a:t>
            </a:r>
            <a:r>
              <a:rPr spc="-25" dirty="0"/>
              <a:t>к</a:t>
            </a:r>
            <a:r>
              <a:rPr spc="-30" dirty="0"/>
              <a:t>о</a:t>
            </a:r>
            <a:r>
              <a:rPr spc="20" dirty="0"/>
              <a:t>м</a:t>
            </a:r>
            <a:r>
              <a:rPr spc="-30" dirty="0"/>
              <a:t>у</a:t>
            </a:r>
            <a:r>
              <a:rPr spc="-75" dirty="0"/>
              <a:t> </a:t>
            </a:r>
            <a:r>
              <a:rPr spc="75" dirty="0"/>
              <a:t>в</a:t>
            </a:r>
            <a:r>
              <a:rPr spc="-30" dirty="0"/>
              <a:t>р</a:t>
            </a:r>
            <a:r>
              <a:rPr dirty="0"/>
              <a:t>е</a:t>
            </a:r>
            <a:r>
              <a:rPr spc="20" dirty="0"/>
              <a:t>м</a:t>
            </a:r>
            <a:r>
              <a:rPr dirty="0"/>
              <a:t>е</a:t>
            </a:r>
            <a:r>
              <a:rPr spc="10" dirty="0"/>
              <a:t>н</a:t>
            </a:r>
            <a:r>
              <a:rPr spc="20" dirty="0"/>
              <a:t>и</a:t>
            </a:r>
          </a:p>
        </p:txBody>
      </p:sp>
      <p:sp>
        <p:nvSpPr>
          <p:cNvPr id="20" name="object 20"/>
          <p:cNvSpPr/>
          <p:nvPr/>
        </p:nvSpPr>
        <p:spPr>
          <a:xfrm>
            <a:off x="268221" y="5513832"/>
            <a:ext cx="11667490" cy="0"/>
          </a:xfrm>
          <a:custGeom>
            <a:avLst/>
            <a:gdLst/>
            <a:ahLst/>
            <a:cxnLst/>
            <a:rect l="l" t="t" r="r" b="b"/>
            <a:pathLst>
              <a:path w="11667490">
                <a:moveTo>
                  <a:pt x="11667007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6F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16</a:t>
            </a:fld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36824" y="2999401"/>
            <a:ext cx="168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РА</a:t>
            </a:r>
            <a:r>
              <a:rPr spc="-35" dirty="0"/>
              <a:t>З</a:t>
            </a:r>
            <a:r>
              <a:rPr spc="-45" dirty="0"/>
              <a:t>В</a:t>
            </a:r>
            <a:r>
              <a:rPr spc="85" dirty="0"/>
              <a:t>ИТ</a:t>
            </a:r>
            <a:r>
              <a:rPr spc="-5" dirty="0"/>
              <a:t>ИЕ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51964" y="3548040"/>
            <a:ext cx="324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50" dirty="0">
                <a:latin typeface="Arial"/>
                <a:cs typeface="Arial"/>
              </a:rPr>
              <a:t>И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ТРАНСФОРМАЦИЯ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17</a:t>
            </a:fld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1269" y="1434843"/>
            <a:ext cx="1149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solidFill>
                  <a:srgbClr val="006F6B"/>
                </a:solidFill>
                <a:latin typeface="Tahoma"/>
                <a:cs typeface="Tahoma"/>
              </a:rPr>
              <a:t>У</a:t>
            </a:r>
            <a:r>
              <a:rPr sz="2400" spc="-10" dirty="0">
                <a:solidFill>
                  <a:srgbClr val="006F6B"/>
                </a:solidFill>
                <a:latin typeface="Tahoma"/>
                <a:cs typeface="Tahoma"/>
              </a:rPr>
              <a:t>С</a:t>
            </a:r>
            <a:r>
              <a:rPr sz="2400" dirty="0">
                <a:solidFill>
                  <a:srgbClr val="006F6B"/>
                </a:solidFill>
                <a:latin typeface="Tahoma"/>
                <a:cs typeface="Tahoma"/>
              </a:rPr>
              <a:t>Л</a:t>
            </a:r>
            <a:r>
              <a:rPr sz="2400" spc="70" dirty="0">
                <a:solidFill>
                  <a:srgbClr val="006F6B"/>
                </a:solidFill>
                <a:latin typeface="Tahoma"/>
                <a:cs typeface="Tahoma"/>
              </a:rPr>
              <a:t>У</a:t>
            </a:r>
            <a:r>
              <a:rPr sz="2400" spc="35" dirty="0">
                <a:solidFill>
                  <a:srgbClr val="006F6B"/>
                </a:solidFill>
                <a:latin typeface="Tahoma"/>
                <a:cs typeface="Tahoma"/>
              </a:rPr>
              <a:t>Г</a:t>
            </a:r>
            <a:r>
              <a:rPr sz="2400" spc="50" dirty="0">
                <a:solidFill>
                  <a:srgbClr val="006F6B"/>
                </a:solidFill>
                <a:latin typeface="Tahoma"/>
                <a:cs typeface="Tahoma"/>
              </a:rPr>
              <a:t>И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2121" y="2335527"/>
            <a:ext cx="224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Lucida Sans Unicode"/>
                <a:cs typeface="Lucida Sans Unicode"/>
              </a:rPr>
              <a:t>А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-10" dirty="0">
                <a:latin typeface="Lucida Sans Unicode"/>
                <a:cs typeface="Lucida Sans Unicode"/>
              </a:rPr>
              <a:t>ити</a:t>
            </a:r>
            <a:r>
              <a:rPr sz="1800" spc="-5" dirty="0">
                <a:latin typeface="Lucida Sans Unicode"/>
                <a:cs typeface="Lucida Sans Unicode"/>
              </a:rPr>
              <a:t>к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в</a:t>
            </a:r>
            <a:r>
              <a:rPr sz="1800" spc="35" dirty="0">
                <a:latin typeface="Lucida Sans Unicode"/>
                <a:cs typeface="Lucida Sans Unicode"/>
              </a:rPr>
              <a:t>л</a:t>
            </a:r>
            <a:r>
              <a:rPr sz="1800" spc="50" dirty="0">
                <a:latin typeface="Lucida Sans Unicode"/>
                <a:cs typeface="Lucida Sans Unicode"/>
              </a:rPr>
              <a:t>ия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35" dirty="0">
                <a:latin typeface="Lucida Sans Unicode"/>
                <a:cs typeface="Lucida Sans Unicode"/>
              </a:rPr>
              <a:t>ия  </a:t>
            </a:r>
            <a:r>
              <a:rPr sz="1800" spc="15" dirty="0">
                <a:latin typeface="Lucida Sans Unicode"/>
                <a:cs typeface="Lucida Sans Unicode"/>
              </a:rPr>
              <a:t>на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бизнес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(BIA)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2121" y="3432807"/>
            <a:ext cx="2257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Lucida Sans Unicode"/>
                <a:cs typeface="Lucida Sans Unicode"/>
              </a:rPr>
              <a:t>Анализ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75" dirty="0">
                <a:latin typeface="Lucida Sans Unicode"/>
                <a:cs typeface="Lucida Sans Unicode"/>
              </a:rPr>
              <a:t>ИТ-систем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бизнес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процессов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2121" y="4530087"/>
            <a:ext cx="4592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Lucida Sans Unicode"/>
                <a:cs typeface="Lucida Sans Unicode"/>
              </a:rPr>
              <a:t>Трансформация </a:t>
            </a:r>
            <a:r>
              <a:rPr sz="1800" spc="25" dirty="0">
                <a:latin typeface="Lucida Sans Unicode"/>
                <a:cs typeface="Lucida Sans Unicode"/>
              </a:rPr>
              <a:t>и </a:t>
            </a:r>
            <a:r>
              <a:rPr sz="1800" spc="-5" dirty="0">
                <a:latin typeface="Lucida Sans Unicode"/>
                <a:cs typeface="Lucida Sans Unicode"/>
              </a:rPr>
              <a:t>миграция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инфраструктуры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хранения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данных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(SAN)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3443" y="1443991"/>
            <a:ext cx="385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0" dirty="0">
                <a:solidFill>
                  <a:srgbClr val="003833"/>
                </a:solidFill>
                <a:latin typeface="Tahoma"/>
                <a:cs typeface="Tahoma"/>
              </a:rPr>
              <a:t>П</a:t>
            </a:r>
            <a:r>
              <a:rPr sz="2400" spc="160" dirty="0">
                <a:solidFill>
                  <a:srgbClr val="003833"/>
                </a:solidFill>
                <a:latin typeface="Tahoma"/>
                <a:cs typeface="Tahoma"/>
              </a:rPr>
              <a:t>Р</a:t>
            </a:r>
            <a:r>
              <a:rPr sz="2400" spc="-45" dirty="0">
                <a:solidFill>
                  <a:srgbClr val="003833"/>
                </a:solidFill>
                <a:latin typeface="Tahoma"/>
                <a:cs typeface="Tahoma"/>
              </a:rPr>
              <a:t>О</a:t>
            </a:r>
            <a:r>
              <a:rPr sz="2400" spc="40" dirty="0">
                <a:solidFill>
                  <a:srgbClr val="003833"/>
                </a:solidFill>
                <a:latin typeface="Tahoma"/>
                <a:cs typeface="Tahoma"/>
              </a:rPr>
              <a:t>Е</a:t>
            </a:r>
            <a:r>
              <a:rPr sz="2400" spc="90" dirty="0">
                <a:solidFill>
                  <a:srgbClr val="003833"/>
                </a:solidFill>
                <a:latin typeface="Tahoma"/>
                <a:cs typeface="Tahoma"/>
              </a:rPr>
              <a:t>К</a:t>
            </a:r>
            <a:r>
              <a:rPr sz="2400" spc="35" dirty="0">
                <a:solidFill>
                  <a:srgbClr val="003833"/>
                </a:solidFill>
                <a:latin typeface="Tahoma"/>
                <a:cs typeface="Tahoma"/>
              </a:rPr>
              <a:t>Т</a:t>
            </a:r>
            <a:r>
              <a:rPr sz="2400" spc="40" dirty="0">
                <a:solidFill>
                  <a:srgbClr val="003833"/>
                </a:solidFill>
                <a:latin typeface="Tahoma"/>
                <a:cs typeface="Tahoma"/>
              </a:rPr>
              <a:t>Н</a:t>
            </a:r>
            <a:r>
              <a:rPr sz="2400" spc="260" dirty="0">
                <a:solidFill>
                  <a:srgbClr val="003833"/>
                </a:solidFill>
                <a:latin typeface="Tahoma"/>
                <a:cs typeface="Tahoma"/>
              </a:rPr>
              <a:t>Ы</a:t>
            </a:r>
            <a:r>
              <a:rPr sz="2400" spc="-5" dirty="0">
                <a:solidFill>
                  <a:srgbClr val="003833"/>
                </a:solidFill>
                <a:latin typeface="Tahoma"/>
                <a:cs typeface="Tahoma"/>
              </a:rPr>
              <a:t>Е</a:t>
            </a:r>
            <a:r>
              <a:rPr sz="2400" spc="-200" dirty="0">
                <a:solidFill>
                  <a:srgbClr val="003833"/>
                </a:solidFill>
                <a:latin typeface="Tahoma"/>
                <a:cs typeface="Tahoma"/>
              </a:rPr>
              <a:t> </a:t>
            </a:r>
            <a:r>
              <a:rPr sz="2400" spc="160" dirty="0">
                <a:solidFill>
                  <a:srgbClr val="003833"/>
                </a:solidFill>
                <a:latin typeface="Tahoma"/>
                <a:cs typeface="Tahoma"/>
              </a:rPr>
              <a:t>Р</a:t>
            </a:r>
            <a:r>
              <a:rPr sz="2400" spc="125" dirty="0">
                <a:solidFill>
                  <a:srgbClr val="003833"/>
                </a:solidFill>
                <a:latin typeface="Tahoma"/>
                <a:cs typeface="Tahoma"/>
              </a:rPr>
              <a:t>А</a:t>
            </a:r>
            <a:r>
              <a:rPr sz="2400" spc="110" dirty="0">
                <a:solidFill>
                  <a:srgbClr val="003833"/>
                </a:solidFill>
                <a:latin typeface="Tahoma"/>
                <a:cs typeface="Tahoma"/>
              </a:rPr>
              <a:t>З</a:t>
            </a:r>
            <a:r>
              <a:rPr sz="2400" spc="135" dirty="0">
                <a:solidFill>
                  <a:srgbClr val="003833"/>
                </a:solidFill>
                <a:latin typeface="Tahoma"/>
                <a:cs typeface="Tahoma"/>
              </a:rPr>
              <a:t>Р</a:t>
            </a:r>
            <a:r>
              <a:rPr sz="2400" spc="125" dirty="0">
                <a:solidFill>
                  <a:srgbClr val="003833"/>
                </a:solidFill>
                <a:latin typeface="Tahoma"/>
                <a:cs typeface="Tahoma"/>
              </a:rPr>
              <a:t>А</a:t>
            </a:r>
            <a:r>
              <a:rPr sz="2400" spc="80" dirty="0">
                <a:solidFill>
                  <a:srgbClr val="003833"/>
                </a:solidFill>
                <a:latin typeface="Tahoma"/>
                <a:cs typeface="Tahoma"/>
              </a:rPr>
              <a:t>Б</a:t>
            </a:r>
            <a:r>
              <a:rPr sz="2400" spc="-45" dirty="0">
                <a:solidFill>
                  <a:srgbClr val="003833"/>
                </a:solidFill>
                <a:latin typeface="Tahoma"/>
                <a:cs typeface="Tahoma"/>
              </a:rPr>
              <a:t>О</a:t>
            </a:r>
            <a:r>
              <a:rPr sz="2400" spc="35" dirty="0">
                <a:solidFill>
                  <a:srgbClr val="003833"/>
                </a:solidFill>
                <a:latin typeface="Tahoma"/>
                <a:cs typeface="Tahoma"/>
              </a:rPr>
              <a:t>Т</a:t>
            </a:r>
            <a:r>
              <a:rPr sz="2400" spc="85" dirty="0">
                <a:solidFill>
                  <a:srgbClr val="003833"/>
                </a:solidFill>
                <a:latin typeface="Tahoma"/>
                <a:cs typeface="Tahoma"/>
              </a:rPr>
              <a:t>К</a:t>
            </a:r>
            <a:r>
              <a:rPr sz="2400" spc="50" dirty="0">
                <a:solidFill>
                  <a:srgbClr val="003833"/>
                </a:solidFill>
                <a:latin typeface="Tahoma"/>
                <a:cs typeface="Tahoma"/>
              </a:rPr>
              <a:t>И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19830" y="192030"/>
            <a:ext cx="5781040" cy="87439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490"/>
              </a:spcBef>
            </a:pPr>
            <a:r>
              <a:rPr sz="2900" b="0" spc="160" dirty="0">
                <a:solidFill>
                  <a:srgbClr val="0F91FB"/>
                </a:solidFill>
                <a:latin typeface="Tahoma"/>
                <a:cs typeface="Tahoma"/>
              </a:rPr>
              <a:t>РАЗВИТИЕ</a:t>
            </a:r>
            <a:r>
              <a:rPr sz="2900" b="0" spc="-2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8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2900" b="0" spc="-2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85" dirty="0">
                <a:solidFill>
                  <a:srgbClr val="0F91FB"/>
                </a:solidFill>
                <a:latin typeface="Tahoma"/>
                <a:cs typeface="Tahoma"/>
              </a:rPr>
              <a:t>ТРАНСФОРМАЦИЯ </a:t>
            </a:r>
            <a:r>
              <a:rPr sz="2900" b="0" spc="-89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900" b="0" spc="165" dirty="0">
                <a:solidFill>
                  <a:srgbClr val="0F91FB"/>
                </a:solidFill>
                <a:latin typeface="Tahoma"/>
                <a:cs typeface="Tahoma"/>
              </a:rPr>
              <a:t>ИТ-ИНФРАСТРУКТУРЫ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6948" y="3412235"/>
            <a:ext cx="561340" cy="561340"/>
          </a:xfrm>
          <a:custGeom>
            <a:avLst/>
            <a:gdLst/>
            <a:ahLst/>
            <a:cxnLst/>
            <a:rect l="l" t="t" r="r" b="b"/>
            <a:pathLst>
              <a:path w="561340" h="561339">
                <a:moveTo>
                  <a:pt x="280416" y="0"/>
                </a:moveTo>
                <a:lnTo>
                  <a:pt x="234932" y="3670"/>
                </a:lnTo>
                <a:lnTo>
                  <a:pt x="191785" y="14296"/>
                </a:lnTo>
                <a:lnTo>
                  <a:pt x="151551" y="31300"/>
                </a:lnTo>
                <a:lnTo>
                  <a:pt x="114808" y="54105"/>
                </a:lnTo>
                <a:lnTo>
                  <a:pt x="82134" y="82134"/>
                </a:lnTo>
                <a:lnTo>
                  <a:pt x="54105" y="114808"/>
                </a:lnTo>
                <a:lnTo>
                  <a:pt x="31300" y="151551"/>
                </a:lnTo>
                <a:lnTo>
                  <a:pt x="14296" y="191785"/>
                </a:lnTo>
                <a:lnTo>
                  <a:pt x="3670" y="234932"/>
                </a:lnTo>
                <a:lnTo>
                  <a:pt x="0" y="280415"/>
                </a:lnTo>
                <a:lnTo>
                  <a:pt x="3670" y="325899"/>
                </a:lnTo>
                <a:lnTo>
                  <a:pt x="14296" y="369046"/>
                </a:lnTo>
                <a:lnTo>
                  <a:pt x="31300" y="409280"/>
                </a:lnTo>
                <a:lnTo>
                  <a:pt x="54105" y="446023"/>
                </a:lnTo>
                <a:lnTo>
                  <a:pt x="82134" y="478697"/>
                </a:lnTo>
                <a:lnTo>
                  <a:pt x="114808" y="506726"/>
                </a:lnTo>
                <a:lnTo>
                  <a:pt x="151551" y="529531"/>
                </a:lnTo>
                <a:lnTo>
                  <a:pt x="191785" y="546535"/>
                </a:lnTo>
                <a:lnTo>
                  <a:pt x="234932" y="557161"/>
                </a:lnTo>
                <a:lnTo>
                  <a:pt x="280416" y="560831"/>
                </a:lnTo>
                <a:lnTo>
                  <a:pt x="325899" y="557161"/>
                </a:lnTo>
                <a:lnTo>
                  <a:pt x="369046" y="546535"/>
                </a:lnTo>
                <a:lnTo>
                  <a:pt x="409280" y="529531"/>
                </a:lnTo>
                <a:lnTo>
                  <a:pt x="446023" y="506726"/>
                </a:lnTo>
                <a:lnTo>
                  <a:pt x="478697" y="478697"/>
                </a:lnTo>
                <a:lnTo>
                  <a:pt x="506726" y="446023"/>
                </a:lnTo>
                <a:lnTo>
                  <a:pt x="529531" y="409280"/>
                </a:lnTo>
                <a:lnTo>
                  <a:pt x="546535" y="369046"/>
                </a:lnTo>
                <a:lnTo>
                  <a:pt x="557161" y="325899"/>
                </a:lnTo>
                <a:lnTo>
                  <a:pt x="560832" y="280415"/>
                </a:lnTo>
                <a:lnTo>
                  <a:pt x="557161" y="234932"/>
                </a:lnTo>
                <a:lnTo>
                  <a:pt x="546535" y="191785"/>
                </a:lnTo>
                <a:lnTo>
                  <a:pt x="529531" y="151551"/>
                </a:lnTo>
                <a:lnTo>
                  <a:pt x="506726" y="114808"/>
                </a:lnTo>
                <a:lnTo>
                  <a:pt x="478697" y="82134"/>
                </a:lnTo>
                <a:lnTo>
                  <a:pt x="446023" y="54105"/>
                </a:lnTo>
                <a:lnTo>
                  <a:pt x="409280" y="31300"/>
                </a:lnTo>
                <a:lnTo>
                  <a:pt x="369046" y="14296"/>
                </a:lnTo>
                <a:lnTo>
                  <a:pt x="325899" y="3670"/>
                </a:lnTo>
                <a:lnTo>
                  <a:pt x="280416" y="0"/>
                </a:lnTo>
                <a:close/>
              </a:path>
            </a:pathLst>
          </a:custGeom>
          <a:solidFill>
            <a:srgbClr val="006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6948" y="4492752"/>
            <a:ext cx="561340" cy="561340"/>
          </a:xfrm>
          <a:custGeom>
            <a:avLst/>
            <a:gdLst/>
            <a:ahLst/>
            <a:cxnLst/>
            <a:rect l="l" t="t" r="r" b="b"/>
            <a:pathLst>
              <a:path w="561340" h="561339">
                <a:moveTo>
                  <a:pt x="280416" y="0"/>
                </a:moveTo>
                <a:lnTo>
                  <a:pt x="234932" y="3670"/>
                </a:lnTo>
                <a:lnTo>
                  <a:pt x="191785" y="14296"/>
                </a:lnTo>
                <a:lnTo>
                  <a:pt x="151551" y="31300"/>
                </a:lnTo>
                <a:lnTo>
                  <a:pt x="114808" y="54105"/>
                </a:lnTo>
                <a:lnTo>
                  <a:pt x="82134" y="82134"/>
                </a:lnTo>
                <a:lnTo>
                  <a:pt x="54105" y="114808"/>
                </a:lnTo>
                <a:lnTo>
                  <a:pt x="31300" y="151551"/>
                </a:lnTo>
                <a:lnTo>
                  <a:pt x="14296" y="191785"/>
                </a:lnTo>
                <a:lnTo>
                  <a:pt x="3670" y="234932"/>
                </a:lnTo>
                <a:lnTo>
                  <a:pt x="0" y="280416"/>
                </a:lnTo>
                <a:lnTo>
                  <a:pt x="3670" y="325899"/>
                </a:lnTo>
                <a:lnTo>
                  <a:pt x="14296" y="369046"/>
                </a:lnTo>
                <a:lnTo>
                  <a:pt x="31300" y="409280"/>
                </a:lnTo>
                <a:lnTo>
                  <a:pt x="54105" y="446023"/>
                </a:lnTo>
                <a:lnTo>
                  <a:pt x="82134" y="478697"/>
                </a:lnTo>
                <a:lnTo>
                  <a:pt x="114808" y="506726"/>
                </a:lnTo>
                <a:lnTo>
                  <a:pt x="151551" y="529531"/>
                </a:lnTo>
                <a:lnTo>
                  <a:pt x="191785" y="546535"/>
                </a:lnTo>
                <a:lnTo>
                  <a:pt x="234932" y="557161"/>
                </a:lnTo>
                <a:lnTo>
                  <a:pt x="280416" y="560832"/>
                </a:lnTo>
                <a:lnTo>
                  <a:pt x="325899" y="557161"/>
                </a:lnTo>
                <a:lnTo>
                  <a:pt x="369046" y="546535"/>
                </a:lnTo>
                <a:lnTo>
                  <a:pt x="409280" y="529531"/>
                </a:lnTo>
                <a:lnTo>
                  <a:pt x="446023" y="506726"/>
                </a:lnTo>
                <a:lnTo>
                  <a:pt x="478697" y="478697"/>
                </a:lnTo>
                <a:lnTo>
                  <a:pt x="506726" y="446023"/>
                </a:lnTo>
                <a:lnTo>
                  <a:pt x="529531" y="409280"/>
                </a:lnTo>
                <a:lnTo>
                  <a:pt x="546535" y="369046"/>
                </a:lnTo>
                <a:lnTo>
                  <a:pt x="557161" y="325899"/>
                </a:lnTo>
                <a:lnTo>
                  <a:pt x="560832" y="280416"/>
                </a:lnTo>
                <a:lnTo>
                  <a:pt x="557161" y="234932"/>
                </a:lnTo>
                <a:lnTo>
                  <a:pt x="546535" y="191785"/>
                </a:lnTo>
                <a:lnTo>
                  <a:pt x="529531" y="151551"/>
                </a:lnTo>
                <a:lnTo>
                  <a:pt x="506726" y="114808"/>
                </a:lnTo>
                <a:lnTo>
                  <a:pt x="478697" y="82134"/>
                </a:lnTo>
                <a:lnTo>
                  <a:pt x="446023" y="54105"/>
                </a:lnTo>
                <a:lnTo>
                  <a:pt x="409280" y="31300"/>
                </a:lnTo>
                <a:lnTo>
                  <a:pt x="369046" y="14296"/>
                </a:lnTo>
                <a:lnTo>
                  <a:pt x="325899" y="3670"/>
                </a:lnTo>
                <a:lnTo>
                  <a:pt x="280416" y="0"/>
                </a:lnTo>
                <a:close/>
              </a:path>
            </a:pathLst>
          </a:custGeom>
          <a:solidFill>
            <a:srgbClr val="006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6948" y="2310383"/>
            <a:ext cx="561340" cy="561340"/>
          </a:xfrm>
          <a:custGeom>
            <a:avLst/>
            <a:gdLst/>
            <a:ahLst/>
            <a:cxnLst/>
            <a:rect l="l" t="t" r="r" b="b"/>
            <a:pathLst>
              <a:path w="561340" h="561339">
                <a:moveTo>
                  <a:pt x="280416" y="0"/>
                </a:moveTo>
                <a:lnTo>
                  <a:pt x="234932" y="3670"/>
                </a:lnTo>
                <a:lnTo>
                  <a:pt x="191785" y="14296"/>
                </a:lnTo>
                <a:lnTo>
                  <a:pt x="151551" y="31300"/>
                </a:lnTo>
                <a:lnTo>
                  <a:pt x="114808" y="54105"/>
                </a:lnTo>
                <a:lnTo>
                  <a:pt x="82134" y="82134"/>
                </a:lnTo>
                <a:lnTo>
                  <a:pt x="54105" y="114808"/>
                </a:lnTo>
                <a:lnTo>
                  <a:pt x="31300" y="151551"/>
                </a:lnTo>
                <a:lnTo>
                  <a:pt x="14296" y="191785"/>
                </a:lnTo>
                <a:lnTo>
                  <a:pt x="3670" y="234932"/>
                </a:lnTo>
                <a:lnTo>
                  <a:pt x="0" y="280415"/>
                </a:lnTo>
                <a:lnTo>
                  <a:pt x="3670" y="325899"/>
                </a:lnTo>
                <a:lnTo>
                  <a:pt x="14296" y="369046"/>
                </a:lnTo>
                <a:lnTo>
                  <a:pt x="31300" y="409280"/>
                </a:lnTo>
                <a:lnTo>
                  <a:pt x="54105" y="446023"/>
                </a:lnTo>
                <a:lnTo>
                  <a:pt x="82134" y="478697"/>
                </a:lnTo>
                <a:lnTo>
                  <a:pt x="114808" y="506726"/>
                </a:lnTo>
                <a:lnTo>
                  <a:pt x="151551" y="529531"/>
                </a:lnTo>
                <a:lnTo>
                  <a:pt x="191785" y="546535"/>
                </a:lnTo>
                <a:lnTo>
                  <a:pt x="234932" y="557161"/>
                </a:lnTo>
                <a:lnTo>
                  <a:pt x="280416" y="560831"/>
                </a:lnTo>
                <a:lnTo>
                  <a:pt x="325899" y="557161"/>
                </a:lnTo>
                <a:lnTo>
                  <a:pt x="369046" y="546535"/>
                </a:lnTo>
                <a:lnTo>
                  <a:pt x="409280" y="529531"/>
                </a:lnTo>
                <a:lnTo>
                  <a:pt x="446023" y="506726"/>
                </a:lnTo>
                <a:lnTo>
                  <a:pt x="478697" y="478697"/>
                </a:lnTo>
                <a:lnTo>
                  <a:pt x="506726" y="446023"/>
                </a:lnTo>
                <a:lnTo>
                  <a:pt x="529531" y="409280"/>
                </a:lnTo>
                <a:lnTo>
                  <a:pt x="546535" y="369046"/>
                </a:lnTo>
                <a:lnTo>
                  <a:pt x="557161" y="325899"/>
                </a:lnTo>
                <a:lnTo>
                  <a:pt x="560832" y="280415"/>
                </a:lnTo>
                <a:lnTo>
                  <a:pt x="557161" y="234932"/>
                </a:lnTo>
                <a:lnTo>
                  <a:pt x="546535" y="191785"/>
                </a:lnTo>
                <a:lnTo>
                  <a:pt x="529531" y="151551"/>
                </a:lnTo>
                <a:lnTo>
                  <a:pt x="506726" y="114808"/>
                </a:lnTo>
                <a:lnTo>
                  <a:pt x="478697" y="82134"/>
                </a:lnTo>
                <a:lnTo>
                  <a:pt x="446023" y="54105"/>
                </a:lnTo>
                <a:lnTo>
                  <a:pt x="409280" y="31300"/>
                </a:lnTo>
                <a:lnTo>
                  <a:pt x="369046" y="14296"/>
                </a:lnTo>
                <a:lnTo>
                  <a:pt x="325899" y="3670"/>
                </a:lnTo>
                <a:lnTo>
                  <a:pt x="280416" y="0"/>
                </a:lnTo>
                <a:close/>
              </a:path>
            </a:pathLst>
          </a:custGeom>
          <a:solidFill>
            <a:srgbClr val="006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71040" y="1833609"/>
            <a:ext cx="482600" cy="3311525"/>
          </a:xfrm>
          <a:prstGeom prst="rect">
            <a:avLst/>
          </a:prstGeom>
        </p:spPr>
        <p:txBody>
          <a:bodyPr vert="horz" wrap="square" lIns="0" tIns="383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20"/>
              </a:spcBef>
            </a:pPr>
            <a:r>
              <a:rPr sz="4800" dirty="0">
                <a:solidFill>
                  <a:srgbClr val="FFFFFF"/>
                </a:solidFill>
                <a:latin typeface="Segoe UI Symbol"/>
                <a:cs typeface="Segoe UI Symbol"/>
              </a:rPr>
              <a:t>✓</a:t>
            </a:r>
            <a:endParaRPr sz="4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</a:pPr>
            <a:r>
              <a:rPr sz="4800" dirty="0">
                <a:solidFill>
                  <a:srgbClr val="FFFFFF"/>
                </a:solidFill>
                <a:latin typeface="Segoe UI Symbol"/>
                <a:cs typeface="Segoe UI Symbol"/>
              </a:rPr>
              <a:t>✓</a:t>
            </a:r>
            <a:endParaRPr sz="4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750"/>
              </a:spcBef>
            </a:pPr>
            <a:r>
              <a:rPr sz="4800" dirty="0">
                <a:solidFill>
                  <a:srgbClr val="FFFFFF"/>
                </a:solidFill>
                <a:latin typeface="Segoe UI Symbol"/>
                <a:cs typeface="Segoe UI Symbol"/>
              </a:rPr>
              <a:t>✓</a:t>
            </a:r>
            <a:endParaRPr sz="48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80631" y="2903220"/>
            <a:ext cx="561340" cy="561340"/>
          </a:xfrm>
          <a:custGeom>
            <a:avLst/>
            <a:gdLst/>
            <a:ahLst/>
            <a:cxnLst/>
            <a:rect l="l" t="t" r="r" b="b"/>
            <a:pathLst>
              <a:path w="561340" h="561339">
                <a:moveTo>
                  <a:pt x="280416" y="0"/>
                </a:moveTo>
                <a:lnTo>
                  <a:pt x="234932" y="3670"/>
                </a:lnTo>
                <a:lnTo>
                  <a:pt x="191785" y="14296"/>
                </a:lnTo>
                <a:lnTo>
                  <a:pt x="151551" y="31300"/>
                </a:lnTo>
                <a:lnTo>
                  <a:pt x="114808" y="54105"/>
                </a:lnTo>
                <a:lnTo>
                  <a:pt x="82134" y="82134"/>
                </a:lnTo>
                <a:lnTo>
                  <a:pt x="54105" y="114808"/>
                </a:lnTo>
                <a:lnTo>
                  <a:pt x="31300" y="151551"/>
                </a:lnTo>
                <a:lnTo>
                  <a:pt x="14296" y="191785"/>
                </a:lnTo>
                <a:lnTo>
                  <a:pt x="3670" y="234932"/>
                </a:lnTo>
                <a:lnTo>
                  <a:pt x="0" y="280415"/>
                </a:lnTo>
                <a:lnTo>
                  <a:pt x="3670" y="325899"/>
                </a:lnTo>
                <a:lnTo>
                  <a:pt x="14296" y="369046"/>
                </a:lnTo>
                <a:lnTo>
                  <a:pt x="31300" y="409280"/>
                </a:lnTo>
                <a:lnTo>
                  <a:pt x="54105" y="446023"/>
                </a:lnTo>
                <a:lnTo>
                  <a:pt x="82134" y="478697"/>
                </a:lnTo>
                <a:lnTo>
                  <a:pt x="114808" y="506726"/>
                </a:lnTo>
                <a:lnTo>
                  <a:pt x="151551" y="529531"/>
                </a:lnTo>
                <a:lnTo>
                  <a:pt x="191785" y="546535"/>
                </a:lnTo>
                <a:lnTo>
                  <a:pt x="234932" y="557161"/>
                </a:lnTo>
                <a:lnTo>
                  <a:pt x="280416" y="560831"/>
                </a:lnTo>
                <a:lnTo>
                  <a:pt x="325899" y="557161"/>
                </a:lnTo>
                <a:lnTo>
                  <a:pt x="369046" y="546535"/>
                </a:lnTo>
                <a:lnTo>
                  <a:pt x="409280" y="529531"/>
                </a:lnTo>
                <a:lnTo>
                  <a:pt x="446023" y="506726"/>
                </a:lnTo>
                <a:lnTo>
                  <a:pt x="478697" y="478697"/>
                </a:lnTo>
                <a:lnTo>
                  <a:pt x="506726" y="446023"/>
                </a:lnTo>
                <a:lnTo>
                  <a:pt x="529531" y="409280"/>
                </a:lnTo>
                <a:lnTo>
                  <a:pt x="546535" y="369046"/>
                </a:lnTo>
                <a:lnTo>
                  <a:pt x="557161" y="325899"/>
                </a:lnTo>
                <a:lnTo>
                  <a:pt x="560832" y="280415"/>
                </a:lnTo>
                <a:lnTo>
                  <a:pt x="557161" y="234932"/>
                </a:lnTo>
                <a:lnTo>
                  <a:pt x="546535" y="191785"/>
                </a:lnTo>
                <a:lnTo>
                  <a:pt x="529531" y="151551"/>
                </a:lnTo>
                <a:lnTo>
                  <a:pt x="506726" y="114808"/>
                </a:lnTo>
                <a:lnTo>
                  <a:pt x="478697" y="82134"/>
                </a:lnTo>
                <a:lnTo>
                  <a:pt x="446023" y="54105"/>
                </a:lnTo>
                <a:lnTo>
                  <a:pt x="409280" y="31300"/>
                </a:lnTo>
                <a:lnTo>
                  <a:pt x="369046" y="14296"/>
                </a:lnTo>
                <a:lnTo>
                  <a:pt x="325899" y="3670"/>
                </a:lnTo>
                <a:lnTo>
                  <a:pt x="280416" y="0"/>
                </a:lnTo>
                <a:close/>
              </a:path>
            </a:pathLst>
          </a:custGeom>
          <a:solidFill>
            <a:srgbClr val="00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80631" y="3713988"/>
            <a:ext cx="561340" cy="559435"/>
          </a:xfrm>
          <a:custGeom>
            <a:avLst/>
            <a:gdLst/>
            <a:ahLst/>
            <a:cxnLst/>
            <a:rect l="l" t="t" r="r" b="b"/>
            <a:pathLst>
              <a:path w="561340" h="559435">
                <a:moveTo>
                  <a:pt x="280416" y="0"/>
                </a:moveTo>
                <a:lnTo>
                  <a:pt x="234932" y="3660"/>
                </a:lnTo>
                <a:lnTo>
                  <a:pt x="191785" y="14257"/>
                </a:lnTo>
                <a:lnTo>
                  <a:pt x="151551" y="31215"/>
                </a:lnTo>
                <a:lnTo>
                  <a:pt x="114808" y="53958"/>
                </a:lnTo>
                <a:lnTo>
                  <a:pt x="82134" y="81910"/>
                </a:lnTo>
                <a:lnTo>
                  <a:pt x="54105" y="114495"/>
                </a:lnTo>
                <a:lnTo>
                  <a:pt x="31300" y="151138"/>
                </a:lnTo>
                <a:lnTo>
                  <a:pt x="14296" y="191263"/>
                </a:lnTo>
                <a:lnTo>
                  <a:pt x="3670" y="234293"/>
                </a:lnTo>
                <a:lnTo>
                  <a:pt x="0" y="279654"/>
                </a:lnTo>
                <a:lnTo>
                  <a:pt x="3670" y="325014"/>
                </a:lnTo>
                <a:lnTo>
                  <a:pt x="14296" y="368044"/>
                </a:lnTo>
                <a:lnTo>
                  <a:pt x="31300" y="408169"/>
                </a:lnTo>
                <a:lnTo>
                  <a:pt x="54105" y="444812"/>
                </a:lnTo>
                <a:lnTo>
                  <a:pt x="82134" y="477397"/>
                </a:lnTo>
                <a:lnTo>
                  <a:pt x="114808" y="505349"/>
                </a:lnTo>
                <a:lnTo>
                  <a:pt x="151551" y="528092"/>
                </a:lnTo>
                <a:lnTo>
                  <a:pt x="191785" y="545050"/>
                </a:lnTo>
                <a:lnTo>
                  <a:pt x="234932" y="555647"/>
                </a:lnTo>
                <a:lnTo>
                  <a:pt x="280416" y="559308"/>
                </a:lnTo>
                <a:lnTo>
                  <a:pt x="325899" y="555647"/>
                </a:lnTo>
                <a:lnTo>
                  <a:pt x="369046" y="545050"/>
                </a:lnTo>
                <a:lnTo>
                  <a:pt x="409280" y="528092"/>
                </a:lnTo>
                <a:lnTo>
                  <a:pt x="446023" y="505349"/>
                </a:lnTo>
                <a:lnTo>
                  <a:pt x="478697" y="477397"/>
                </a:lnTo>
                <a:lnTo>
                  <a:pt x="506726" y="444812"/>
                </a:lnTo>
                <a:lnTo>
                  <a:pt x="529531" y="408169"/>
                </a:lnTo>
                <a:lnTo>
                  <a:pt x="546535" y="368044"/>
                </a:lnTo>
                <a:lnTo>
                  <a:pt x="557161" y="325014"/>
                </a:lnTo>
                <a:lnTo>
                  <a:pt x="560832" y="279654"/>
                </a:lnTo>
                <a:lnTo>
                  <a:pt x="557161" y="234293"/>
                </a:lnTo>
                <a:lnTo>
                  <a:pt x="546535" y="191263"/>
                </a:lnTo>
                <a:lnTo>
                  <a:pt x="529531" y="151138"/>
                </a:lnTo>
                <a:lnTo>
                  <a:pt x="506726" y="114495"/>
                </a:lnTo>
                <a:lnTo>
                  <a:pt x="478697" y="81910"/>
                </a:lnTo>
                <a:lnTo>
                  <a:pt x="446023" y="53958"/>
                </a:lnTo>
                <a:lnTo>
                  <a:pt x="409280" y="31215"/>
                </a:lnTo>
                <a:lnTo>
                  <a:pt x="369046" y="14257"/>
                </a:lnTo>
                <a:lnTo>
                  <a:pt x="325899" y="3660"/>
                </a:lnTo>
                <a:lnTo>
                  <a:pt x="280416" y="0"/>
                </a:lnTo>
                <a:close/>
              </a:path>
            </a:pathLst>
          </a:custGeom>
          <a:solidFill>
            <a:srgbClr val="00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80631" y="2101595"/>
            <a:ext cx="561340" cy="561340"/>
          </a:xfrm>
          <a:custGeom>
            <a:avLst/>
            <a:gdLst/>
            <a:ahLst/>
            <a:cxnLst/>
            <a:rect l="l" t="t" r="r" b="b"/>
            <a:pathLst>
              <a:path w="561340" h="561339">
                <a:moveTo>
                  <a:pt x="280416" y="0"/>
                </a:moveTo>
                <a:lnTo>
                  <a:pt x="234932" y="3670"/>
                </a:lnTo>
                <a:lnTo>
                  <a:pt x="191785" y="14296"/>
                </a:lnTo>
                <a:lnTo>
                  <a:pt x="151551" y="31300"/>
                </a:lnTo>
                <a:lnTo>
                  <a:pt x="114808" y="54105"/>
                </a:lnTo>
                <a:lnTo>
                  <a:pt x="82134" y="82134"/>
                </a:lnTo>
                <a:lnTo>
                  <a:pt x="54105" y="114808"/>
                </a:lnTo>
                <a:lnTo>
                  <a:pt x="31300" y="151551"/>
                </a:lnTo>
                <a:lnTo>
                  <a:pt x="14296" y="191785"/>
                </a:lnTo>
                <a:lnTo>
                  <a:pt x="3670" y="234932"/>
                </a:lnTo>
                <a:lnTo>
                  <a:pt x="0" y="280415"/>
                </a:lnTo>
                <a:lnTo>
                  <a:pt x="3670" y="325899"/>
                </a:lnTo>
                <a:lnTo>
                  <a:pt x="14296" y="369046"/>
                </a:lnTo>
                <a:lnTo>
                  <a:pt x="31300" y="409280"/>
                </a:lnTo>
                <a:lnTo>
                  <a:pt x="54105" y="446023"/>
                </a:lnTo>
                <a:lnTo>
                  <a:pt x="82134" y="478697"/>
                </a:lnTo>
                <a:lnTo>
                  <a:pt x="114808" y="506726"/>
                </a:lnTo>
                <a:lnTo>
                  <a:pt x="151551" y="529531"/>
                </a:lnTo>
                <a:lnTo>
                  <a:pt x="191785" y="546535"/>
                </a:lnTo>
                <a:lnTo>
                  <a:pt x="234932" y="557161"/>
                </a:lnTo>
                <a:lnTo>
                  <a:pt x="280416" y="560831"/>
                </a:lnTo>
                <a:lnTo>
                  <a:pt x="325899" y="557161"/>
                </a:lnTo>
                <a:lnTo>
                  <a:pt x="369046" y="546535"/>
                </a:lnTo>
                <a:lnTo>
                  <a:pt x="409280" y="529531"/>
                </a:lnTo>
                <a:lnTo>
                  <a:pt x="446023" y="506726"/>
                </a:lnTo>
                <a:lnTo>
                  <a:pt x="478697" y="478697"/>
                </a:lnTo>
                <a:lnTo>
                  <a:pt x="506726" y="446023"/>
                </a:lnTo>
                <a:lnTo>
                  <a:pt x="529531" y="409280"/>
                </a:lnTo>
                <a:lnTo>
                  <a:pt x="546535" y="369046"/>
                </a:lnTo>
                <a:lnTo>
                  <a:pt x="557161" y="325899"/>
                </a:lnTo>
                <a:lnTo>
                  <a:pt x="560832" y="280415"/>
                </a:lnTo>
                <a:lnTo>
                  <a:pt x="557161" y="234932"/>
                </a:lnTo>
                <a:lnTo>
                  <a:pt x="546535" y="191785"/>
                </a:lnTo>
                <a:lnTo>
                  <a:pt x="529531" y="151551"/>
                </a:lnTo>
                <a:lnTo>
                  <a:pt x="506726" y="114808"/>
                </a:lnTo>
                <a:lnTo>
                  <a:pt x="478697" y="82134"/>
                </a:lnTo>
                <a:lnTo>
                  <a:pt x="446023" y="54105"/>
                </a:lnTo>
                <a:lnTo>
                  <a:pt x="409280" y="31300"/>
                </a:lnTo>
                <a:lnTo>
                  <a:pt x="369046" y="14296"/>
                </a:lnTo>
                <a:lnTo>
                  <a:pt x="325899" y="3670"/>
                </a:lnTo>
                <a:lnTo>
                  <a:pt x="280416" y="0"/>
                </a:lnTo>
                <a:close/>
              </a:path>
            </a:pathLst>
          </a:custGeom>
          <a:solidFill>
            <a:srgbClr val="00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83680" y="4526279"/>
            <a:ext cx="559435" cy="561340"/>
          </a:xfrm>
          <a:custGeom>
            <a:avLst/>
            <a:gdLst/>
            <a:ahLst/>
            <a:cxnLst/>
            <a:rect l="l" t="t" r="r" b="b"/>
            <a:pathLst>
              <a:path w="559434" h="561339">
                <a:moveTo>
                  <a:pt x="279654" y="0"/>
                </a:moveTo>
                <a:lnTo>
                  <a:pt x="234293" y="3670"/>
                </a:lnTo>
                <a:lnTo>
                  <a:pt x="191263" y="14296"/>
                </a:lnTo>
                <a:lnTo>
                  <a:pt x="151138" y="31300"/>
                </a:lnTo>
                <a:lnTo>
                  <a:pt x="114495" y="54105"/>
                </a:lnTo>
                <a:lnTo>
                  <a:pt x="81910" y="82134"/>
                </a:lnTo>
                <a:lnTo>
                  <a:pt x="53958" y="114808"/>
                </a:lnTo>
                <a:lnTo>
                  <a:pt x="31215" y="151551"/>
                </a:lnTo>
                <a:lnTo>
                  <a:pt x="14257" y="191785"/>
                </a:lnTo>
                <a:lnTo>
                  <a:pt x="3660" y="234932"/>
                </a:lnTo>
                <a:lnTo>
                  <a:pt x="0" y="280416"/>
                </a:lnTo>
                <a:lnTo>
                  <a:pt x="3660" y="325899"/>
                </a:lnTo>
                <a:lnTo>
                  <a:pt x="14257" y="369046"/>
                </a:lnTo>
                <a:lnTo>
                  <a:pt x="31215" y="409280"/>
                </a:lnTo>
                <a:lnTo>
                  <a:pt x="53958" y="446023"/>
                </a:lnTo>
                <a:lnTo>
                  <a:pt x="81910" y="478697"/>
                </a:lnTo>
                <a:lnTo>
                  <a:pt x="114495" y="506726"/>
                </a:lnTo>
                <a:lnTo>
                  <a:pt x="151138" y="529531"/>
                </a:lnTo>
                <a:lnTo>
                  <a:pt x="191263" y="546535"/>
                </a:lnTo>
                <a:lnTo>
                  <a:pt x="234293" y="557161"/>
                </a:lnTo>
                <a:lnTo>
                  <a:pt x="279654" y="560832"/>
                </a:lnTo>
                <a:lnTo>
                  <a:pt x="325014" y="557161"/>
                </a:lnTo>
                <a:lnTo>
                  <a:pt x="368044" y="546535"/>
                </a:lnTo>
                <a:lnTo>
                  <a:pt x="408169" y="529531"/>
                </a:lnTo>
                <a:lnTo>
                  <a:pt x="444812" y="506726"/>
                </a:lnTo>
                <a:lnTo>
                  <a:pt x="477397" y="478697"/>
                </a:lnTo>
                <a:lnTo>
                  <a:pt x="505349" y="446023"/>
                </a:lnTo>
                <a:lnTo>
                  <a:pt x="528092" y="409280"/>
                </a:lnTo>
                <a:lnTo>
                  <a:pt x="545050" y="369046"/>
                </a:lnTo>
                <a:lnTo>
                  <a:pt x="555647" y="325899"/>
                </a:lnTo>
                <a:lnTo>
                  <a:pt x="559308" y="280416"/>
                </a:lnTo>
                <a:lnTo>
                  <a:pt x="555647" y="234932"/>
                </a:lnTo>
                <a:lnTo>
                  <a:pt x="545050" y="191785"/>
                </a:lnTo>
                <a:lnTo>
                  <a:pt x="528092" y="151551"/>
                </a:lnTo>
                <a:lnTo>
                  <a:pt x="505349" y="114808"/>
                </a:lnTo>
                <a:lnTo>
                  <a:pt x="477397" y="82134"/>
                </a:lnTo>
                <a:lnTo>
                  <a:pt x="444812" y="54105"/>
                </a:lnTo>
                <a:lnTo>
                  <a:pt x="408169" y="31300"/>
                </a:lnTo>
                <a:lnTo>
                  <a:pt x="368044" y="14296"/>
                </a:lnTo>
                <a:lnTo>
                  <a:pt x="325014" y="3670"/>
                </a:lnTo>
                <a:lnTo>
                  <a:pt x="279654" y="0"/>
                </a:lnTo>
                <a:close/>
              </a:path>
            </a:pathLst>
          </a:custGeom>
          <a:solidFill>
            <a:srgbClr val="00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83680" y="5320284"/>
            <a:ext cx="559435" cy="561340"/>
          </a:xfrm>
          <a:custGeom>
            <a:avLst/>
            <a:gdLst/>
            <a:ahLst/>
            <a:cxnLst/>
            <a:rect l="l" t="t" r="r" b="b"/>
            <a:pathLst>
              <a:path w="559434" h="561339">
                <a:moveTo>
                  <a:pt x="279654" y="0"/>
                </a:moveTo>
                <a:lnTo>
                  <a:pt x="234293" y="3670"/>
                </a:lnTo>
                <a:lnTo>
                  <a:pt x="191263" y="14296"/>
                </a:lnTo>
                <a:lnTo>
                  <a:pt x="151138" y="31300"/>
                </a:lnTo>
                <a:lnTo>
                  <a:pt x="114495" y="54105"/>
                </a:lnTo>
                <a:lnTo>
                  <a:pt x="81910" y="82134"/>
                </a:lnTo>
                <a:lnTo>
                  <a:pt x="53958" y="114808"/>
                </a:lnTo>
                <a:lnTo>
                  <a:pt x="31215" y="151551"/>
                </a:lnTo>
                <a:lnTo>
                  <a:pt x="14257" y="191785"/>
                </a:lnTo>
                <a:lnTo>
                  <a:pt x="3660" y="234932"/>
                </a:lnTo>
                <a:lnTo>
                  <a:pt x="0" y="280415"/>
                </a:lnTo>
                <a:lnTo>
                  <a:pt x="3660" y="325899"/>
                </a:lnTo>
                <a:lnTo>
                  <a:pt x="14257" y="369046"/>
                </a:lnTo>
                <a:lnTo>
                  <a:pt x="31215" y="409280"/>
                </a:lnTo>
                <a:lnTo>
                  <a:pt x="53958" y="446023"/>
                </a:lnTo>
                <a:lnTo>
                  <a:pt x="81910" y="478697"/>
                </a:lnTo>
                <a:lnTo>
                  <a:pt x="114495" y="506726"/>
                </a:lnTo>
                <a:lnTo>
                  <a:pt x="151138" y="529531"/>
                </a:lnTo>
                <a:lnTo>
                  <a:pt x="191263" y="546535"/>
                </a:lnTo>
                <a:lnTo>
                  <a:pt x="234293" y="557161"/>
                </a:lnTo>
                <a:lnTo>
                  <a:pt x="279654" y="560831"/>
                </a:lnTo>
                <a:lnTo>
                  <a:pt x="325014" y="557161"/>
                </a:lnTo>
                <a:lnTo>
                  <a:pt x="368044" y="546535"/>
                </a:lnTo>
                <a:lnTo>
                  <a:pt x="408169" y="529531"/>
                </a:lnTo>
                <a:lnTo>
                  <a:pt x="444812" y="506726"/>
                </a:lnTo>
                <a:lnTo>
                  <a:pt x="477397" y="478697"/>
                </a:lnTo>
                <a:lnTo>
                  <a:pt x="505349" y="446023"/>
                </a:lnTo>
                <a:lnTo>
                  <a:pt x="528092" y="409280"/>
                </a:lnTo>
                <a:lnTo>
                  <a:pt x="545050" y="369046"/>
                </a:lnTo>
                <a:lnTo>
                  <a:pt x="555647" y="325899"/>
                </a:lnTo>
                <a:lnTo>
                  <a:pt x="559308" y="280415"/>
                </a:lnTo>
                <a:lnTo>
                  <a:pt x="555647" y="234932"/>
                </a:lnTo>
                <a:lnTo>
                  <a:pt x="545050" y="191785"/>
                </a:lnTo>
                <a:lnTo>
                  <a:pt x="528092" y="151551"/>
                </a:lnTo>
                <a:lnTo>
                  <a:pt x="505349" y="114808"/>
                </a:lnTo>
                <a:lnTo>
                  <a:pt x="477397" y="82134"/>
                </a:lnTo>
                <a:lnTo>
                  <a:pt x="444812" y="54105"/>
                </a:lnTo>
                <a:lnTo>
                  <a:pt x="408169" y="31300"/>
                </a:lnTo>
                <a:lnTo>
                  <a:pt x="368044" y="14296"/>
                </a:lnTo>
                <a:lnTo>
                  <a:pt x="325014" y="3670"/>
                </a:lnTo>
                <a:lnTo>
                  <a:pt x="279654" y="0"/>
                </a:lnTo>
                <a:close/>
              </a:path>
            </a:pathLst>
          </a:custGeom>
          <a:solidFill>
            <a:srgbClr val="00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728345" marR="481330" indent="-690880">
              <a:lnSpc>
                <a:spcPct val="78300"/>
              </a:lnSpc>
              <a:spcBef>
                <a:spcPts val="1350"/>
              </a:spcBef>
              <a:buClr>
                <a:srgbClr val="FFFFFF"/>
              </a:buClr>
              <a:buSzPct val="266666"/>
              <a:buFont typeface="Verdana"/>
              <a:buAutoNum type="arabicPlain"/>
              <a:tabLst>
                <a:tab pos="728980" algn="l"/>
              </a:tabLst>
            </a:pPr>
            <a:r>
              <a:rPr sz="1800" dirty="0"/>
              <a:t>План</a:t>
            </a:r>
            <a:r>
              <a:rPr sz="1800" spc="-130" dirty="0"/>
              <a:t> </a:t>
            </a:r>
            <a:r>
              <a:rPr sz="1800" spc="20" dirty="0"/>
              <a:t>изменений</a:t>
            </a:r>
            <a:r>
              <a:rPr sz="1800" spc="-110" dirty="0"/>
              <a:t> </a:t>
            </a:r>
            <a:r>
              <a:rPr sz="1800" spc="-5" dirty="0"/>
              <a:t>корпоративной </a:t>
            </a:r>
            <a:r>
              <a:rPr sz="1800" spc="-555" dirty="0"/>
              <a:t> </a:t>
            </a:r>
            <a:r>
              <a:rPr sz="1800" spc="-60" dirty="0"/>
              <a:t>ИТ-архитектуры</a:t>
            </a:r>
            <a:endParaRPr sz="1800"/>
          </a:p>
          <a:p>
            <a:pPr marL="728345" indent="-690880">
              <a:lnSpc>
                <a:spcPts val="4620"/>
              </a:lnSpc>
              <a:buClr>
                <a:srgbClr val="FFFFFF"/>
              </a:buClr>
              <a:buSzPct val="266666"/>
              <a:buFont typeface="Verdana"/>
              <a:buAutoNum type="arabicPlain"/>
              <a:tabLst>
                <a:tab pos="728980" algn="l"/>
              </a:tabLst>
            </a:pPr>
            <a:r>
              <a:rPr sz="1800" spc="-55" dirty="0"/>
              <a:t>Ц</a:t>
            </a:r>
            <a:r>
              <a:rPr sz="1800" spc="10" dirty="0"/>
              <a:t>е</a:t>
            </a:r>
            <a:r>
              <a:rPr sz="1800" spc="-20" dirty="0"/>
              <a:t>л</a:t>
            </a:r>
            <a:r>
              <a:rPr sz="1800" spc="10" dirty="0"/>
              <a:t>е</a:t>
            </a:r>
            <a:r>
              <a:rPr sz="1800" spc="40" dirty="0"/>
              <a:t>в</a:t>
            </a:r>
            <a:r>
              <a:rPr sz="1800" spc="50" dirty="0"/>
              <a:t>а</a:t>
            </a:r>
            <a:r>
              <a:rPr sz="1800" spc="85" dirty="0"/>
              <a:t>я</a:t>
            </a:r>
            <a:r>
              <a:rPr sz="1800" spc="-125" dirty="0"/>
              <a:t> </a:t>
            </a:r>
            <a:r>
              <a:rPr sz="1800" spc="10" dirty="0"/>
              <a:t>а</a:t>
            </a:r>
            <a:r>
              <a:rPr sz="1800" spc="-35" dirty="0"/>
              <a:t>р</a:t>
            </a:r>
            <a:r>
              <a:rPr sz="1800" spc="-160" dirty="0"/>
              <a:t>х</a:t>
            </a:r>
            <a:r>
              <a:rPr sz="1800" spc="-10" dirty="0"/>
              <a:t>ит</a:t>
            </a:r>
            <a:r>
              <a:rPr sz="1800" dirty="0"/>
              <a:t>е</a:t>
            </a:r>
            <a:r>
              <a:rPr sz="1800" spc="-20" dirty="0"/>
              <a:t>к</a:t>
            </a:r>
            <a:r>
              <a:rPr sz="1800" spc="-40" dirty="0"/>
              <a:t>тур</a:t>
            </a:r>
            <a:r>
              <a:rPr sz="1800" spc="15" dirty="0"/>
              <a:t>а</a:t>
            </a:r>
            <a:endParaRPr sz="1800"/>
          </a:p>
          <a:p>
            <a:pPr marL="728345">
              <a:lnSpc>
                <a:spcPts val="1440"/>
              </a:lnSpc>
            </a:pPr>
            <a:r>
              <a:rPr spc="-55" dirty="0"/>
              <a:t>ИТ-инфраструктуры</a:t>
            </a:r>
            <a:r>
              <a:rPr spc="-65" dirty="0"/>
              <a:t> ЦОД</a:t>
            </a:r>
          </a:p>
          <a:p>
            <a:pPr marL="728345" marR="30480" indent="-690880">
              <a:lnSpc>
                <a:spcPct val="78300"/>
              </a:lnSpc>
              <a:spcBef>
                <a:spcPts val="830"/>
              </a:spcBef>
              <a:buClr>
                <a:srgbClr val="FFFFFF"/>
              </a:buClr>
              <a:buSzPct val="266666"/>
              <a:buFont typeface="Verdana"/>
              <a:buAutoNum type="arabicPlain" startAt="3"/>
              <a:tabLst>
                <a:tab pos="728980" algn="l"/>
              </a:tabLst>
            </a:pPr>
            <a:r>
              <a:rPr sz="1800" spc="-25" dirty="0"/>
              <a:t>Стратегия</a:t>
            </a:r>
            <a:r>
              <a:rPr sz="1800" spc="-90" dirty="0"/>
              <a:t> </a:t>
            </a:r>
            <a:r>
              <a:rPr sz="1800" spc="-15" dirty="0"/>
              <a:t>модернизации</a:t>
            </a:r>
            <a:r>
              <a:rPr sz="1800" spc="-75" dirty="0"/>
              <a:t> </a:t>
            </a:r>
            <a:r>
              <a:rPr sz="1800" spc="25" dirty="0"/>
              <a:t>и</a:t>
            </a:r>
            <a:r>
              <a:rPr sz="1800" spc="-90" dirty="0"/>
              <a:t> </a:t>
            </a:r>
            <a:r>
              <a:rPr sz="1800" spc="15" dirty="0"/>
              <a:t>развития </a:t>
            </a:r>
            <a:r>
              <a:rPr sz="1800" spc="-555" dirty="0"/>
              <a:t> </a:t>
            </a:r>
            <a:r>
              <a:rPr sz="1800" spc="-55" dirty="0"/>
              <a:t>ИТ-инфраструктуры</a:t>
            </a:r>
            <a:r>
              <a:rPr sz="1800" spc="-45" dirty="0"/>
              <a:t> </a:t>
            </a:r>
            <a:r>
              <a:rPr sz="1800" spc="-65" dirty="0"/>
              <a:t>ЦОД</a:t>
            </a:r>
            <a:endParaRPr sz="1800"/>
          </a:p>
          <a:p>
            <a:pPr marL="728345" marR="1700530" indent="-688340">
              <a:lnSpc>
                <a:spcPct val="78300"/>
              </a:lnSpc>
              <a:spcBef>
                <a:spcPts val="409"/>
              </a:spcBef>
              <a:buClr>
                <a:srgbClr val="FFFFFF"/>
              </a:buClr>
              <a:buSzPct val="266666"/>
              <a:buFont typeface="Verdana"/>
              <a:buAutoNum type="arabicPlain" startAt="3"/>
              <a:tabLst>
                <a:tab pos="728980" algn="l"/>
              </a:tabLst>
            </a:pPr>
            <a:r>
              <a:rPr sz="1800" spc="-5" dirty="0"/>
              <a:t>Пл</a:t>
            </a:r>
            <a:r>
              <a:rPr sz="1800" spc="-10" dirty="0"/>
              <a:t>а</a:t>
            </a:r>
            <a:r>
              <a:rPr sz="1800" spc="15" dirty="0"/>
              <a:t>н</a:t>
            </a:r>
            <a:r>
              <a:rPr sz="1800" spc="-110" dirty="0"/>
              <a:t> </a:t>
            </a:r>
            <a:r>
              <a:rPr sz="1800" spc="85" dirty="0"/>
              <a:t>в</a:t>
            </a:r>
            <a:r>
              <a:rPr sz="1800" spc="-40" dirty="0"/>
              <a:t>ос</a:t>
            </a:r>
            <a:r>
              <a:rPr sz="1800" spc="-60" dirty="0"/>
              <a:t>с</a:t>
            </a:r>
            <a:r>
              <a:rPr sz="1800" spc="-40" dirty="0"/>
              <a:t>т</a:t>
            </a:r>
            <a:r>
              <a:rPr sz="1800" spc="10" dirty="0"/>
              <a:t>а</a:t>
            </a:r>
            <a:r>
              <a:rPr sz="1800" spc="20" dirty="0"/>
              <a:t>н</a:t>
            </a:r>
            <a:r>
              <a:rPr sz="1800" spc="40" dirty="0"/>
              <a:t>о</a:t>
            </a:r>
            <a:r>
              <a:rPr sz="1800" spc="25" dirty="0"/>
              <a:t>в</a:t>
            </a:r>
            <a:r>
              <a:rPr sz="1800" spc="-5" dirty="0"/>
              <a:t>ле</a:t>
            </a:r>
            <a:r>
              <a:rPr sz="1800" spc="20" dirty="0"/>
              <a:t>н</a:t>
            </a:r>
            <a:r>
              <a:rPr sz="1800" spc="15" dirty="0"/>
              <a:t>и</a:t>
            </a:r>
            <a:r>
              <a:rPr sz="1800" spc="65" dirty="0"/>
              <a:t>я  </a:t>
            </a:r>
            <a:r>
              <a:rPr sz="1800" spc="-25" dirty="0"/>
              <a:t>инфраструктуры</a:t>
            </a:r>
            <a:r>
              <a:rPr sz="1800" spc="-110" dirty="0"/>
              <a:t> </a:t>
            </a:r>
            <a:r>
              <a:rPr sz="1800" spc="-15" dirty="0"/>
              <a:t>(DRP)</a:t>
            </a:r>
            <a:endParaRPr sz="1800"/>
          </a:p>
          <a:p>
            <a:pPr marL="728345" indent="-688340">
              <a:lnSpc>
                <a:spcPts val="4920"/>
              </a:lnSpc>
              <a:buClr>
                <a:srgbClr val="FFFFFF"/>
              </a:buClr>
              <a:buSzPct val="266666"/>
              <a:buFont typeface="Verdana"/>
              <a:buAutoNum type="arabicPlain" startAt="3"/>
              <a:tabLst>
                <a:tab pos="728980" algn="l"/>
              </a:tabLst>
            </a:pPr>
            <a:r>
              <a:rPr sz="1800" spc="-5" dirty="0"/>
              <a:t>Катастрофоустойчивая</a:t>
            </a:r>
            <a:r>
              <a:rPr sz="1800" spc="-95" dirty="0"/>
              <a:t> </a:t>
            </a:r>
            <a:r>
              <a:rPr sz="1800" spc="10" dirty="0"/>
              <a:t>СРК</a:t>
            </a:r>
            <a:endParaRPr sz="180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18</a:t>
            </a:fld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6276" y="2542201"/>
            <a:ext cx="33401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pc="-50" dirty="0"/>
              <a:t>РАЗРАБОТКА </a:t>
            </a:r>
            <a:r>
              <a:rPr spc="-45" dirty="0"/>
              <a:t> </a:t>
            </a:r>
            <a:r>
              <a:rPr spc="60" dirty="0"/>
              <a:t>ПРИКЛАДНОГО</a:t>
            </a:r>
            <a:r>
              <a:rPr spc="-75" dirty="0"/>
              <a:t> </a:t>
            </a:r>
            <a:r>
              <a:rPr spc="50" dirty="0"/>
              <a:t>ПО</a:t>
            </a:r>
            <a:r>
              <a:rPr spc="-85" dirty="0"/>
              <a:t> </a:t>
            </a:r>
            <a:r>
              <a:rPr spc="250" dirty="0"/>
              <a:t>И </a:t>
            </a:r>
            <a:r>
              <a:rPr spc="-650" dirty="0"/>
              <a:t> </a:t>
            </a:r>
            <a:r>
              <a:rPr spc="-50" dirty="0"/>
              <a:t>ВНЕДРЕНИЕ</a:t>
            </a:r>
            <a:r>
              <a:rPr spc="-30" dirty="0"/>
              <a:t> </a:t>
            </a:r>
            <a:r>
              <a:rPr spc="-50" dirty="0"/>
              <a:t>СУБД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02" y="576826"/>
            <a:ext cx="5694507" cy="5694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19</a:t>
            </a:fld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259" y="2682239"/>
            <a:ext cx="4419600" cy="1001394"/>
          </a:xfrm>
          <a:prstGeom prst="rect">
            <a:avLst/>
          </a:prstGeom>
          <a:solidFill>
            <a:srgbClr val="6BBCF5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551815" marR="90170" indent="-455930">
              <a:lnSpc>
                <a:spcPct val="100000"/>
              </a:lnSpc>
            </a:pPr>
            <a:r>
              <a:rPr sz="1600" dirty="0">
                <a:latin typeface="Lucida Sans Unicode"/>
                <a:cs typeface="Lucida Sans Unicode"/>
              </a:rPr>
              <a:t>Проектирование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внедрение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баз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данных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65" dirty="0">
                <a:latin typeface="Lucida Sans Unicode"/>
                <a:cs typeface="Lucida Sans Unicode"/>
              </a:rPr>
              <a:t>под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различные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-40" dirty="0">
                <a:latin typeface="Lucida Sans Unicode"/>
                <a:cs typeface="Lucida Sans Unicode"/>
              </a:rPr>
              <a:t>бизнес-процессы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89220" y="2682239"/>
            <a:ext cx="4422775" cy="1001394"/>
          </a:xfrm>
          <a:prstGeom prst="rect">
            <a:avLst/>
          </a:prstGeom>
          <a:solidFill>
            <a:srgbClr val="6BBCF5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1176655" marR="164465" indent="-1005840">
              <a:lnSpc>
                <a:spcPct val="100000"/>
              </a:lnSpc>
            </a:pPr>
            <a:r>
              <a:rPr sz="1600" spc="65" dirty="0">
                <a:latin typeface="Lucida Sans Unicode"/>
                <a:cs typeface="Lucida Sans Unicode"/>
              </a:rPr>
              <a:t>М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100" dirty="0">
                <a:latin typeface="Lucida Sans Unicode"/>
                <a:cs typeface="Lucida Sans Unicode"/>
              </a:rPr>
              <a:t>г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70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75" dirty="0">
                <a:latin typeface="Lucida Sans Unicode"/>
                <a:cs typeface="Lucida Sans Unicode"/>
              </a:rPr>
              <a:t>я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35" dirty="0">
                <a:latin typeface="Lucida Sans Unicode"/>
                <a:cs typeface="Lucida Sans Unicode"/>
              </a:rPr>
              <a:t>нн</a:t>
            </a:r>
            <a:r>
              <a:rPr sz="1600" spc="30" dirty="0">
                <a:latin typeface="Lucida Sans Unicode"/>
                <a:cs typeface="Lucida Sans Unicode"/>
              </a:rPr>
              <a:t>ы</a:t>
            </a:r>
            <a:r>
              <a:rPr sz="1600" spc="-140" dirty="0">
                <a:latin typeface="Lucida Sans Unicode"/>
                <a:cs typeface="Lucida Sans Unicode"/>
              </a:rPr>
              <a:t>х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60" dirty="0">
                <a:latin typeface="Lucida Sans Unicode"/>
                <a:cs typeface="Lucida Sans Unicode"/>
              </a:rPr>
              <a:t>ж</a:t>
            </a:r>
            <a:r>
              <a:rPr sz="1600" spc="-65" dirty="0">
                <a:latin typeface="Lucida Sans Unicode"/>
                <a:cs typeface="Lucida Sans Unicode"/>
              </a:rPr>
              <a:t>д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-5" dirty="0">
                <a:latin typeface="Lucida Sans Unicode"/>
                <a:cs typeface="Lucida Sans Unicode"/>
              </a:rPr>
              <a:t>н</a:t>
            </a:r>
            <a:r>
              <a:rPr sz="1600" spc="-15" dirty="0">
                <a:latin typeface="Lucida Sans Unicode"/>
                <a:cs typeface="Lucida Sans Unicode"/>
              </a:rPr>
              <a:t>о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45" dirty="0">
                <a:latin typeface="Lucida Sans Unicode"/>
                <a:cs typeface="Lucida Sans Unicode"/>
              </a:rPr>
              <a:t>н</a:t>
            </a:r>
            <a:r>
              <a:rPr sz="1600" spc="40" dirty="0">
                <a:latin typeface="Lucida Sans Unicode"/>
                <a:cs typeface="Lucida Sans Unicode"/>
              </a:rPr>
              <a:t>ы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15" dirty="0">
                <a:latin typeface="Lucida Sans Unicode"/>
                <a:cs typeface="Lucida Sans Unicode"/>
              </a:rPr>
              <a:t>и  </a:t>
            </a:r>
            <a:r>
              <a:rPr sz="1600" spc="25" dirty="0">
                <a:latin typeface="Lucida Sans Unicode"/>
                <a:cs typeface="Lucida Sans Unicode"/>
              </a:rPr>
              <a:t>конечными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точками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59" y="1566672"/>
            <a:ext cx="4422775" cy="1001394"/>
          </a:xfrm>
          <a:prstGeom prst="rect">
            <a:avLst/>
          </a:prstGeom>
          <a:solidFill>
            <a:srgbClr val="05589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Times New Roman"/>
              <a:cs typeface="Times New Roman"/>
            </a:endParaRPr>
          </a:p>
          <a:p>
            <a:pPr marL="1413510" marR="168275" indent="-1238885">
              <a:lnSpc>
                <a:spcPct val="100000"/>
              </a:lnSpc>
            </a:pPr>
            <a:r>
              <a:rPr sz="16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Оптимизация</a:t>
            </a:r>
            <a:r>
              <a:rPr sz="1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и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настройка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SQL-запросов </a:t>
            </a:r>
            <a:r>
              <a:rPr sz="1600" spc="-4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д</a:t>
            </a:r>
            <a:r>
              <a:rPr sz="1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ля</a:t>
            </a:r>
            <a:r>
              <a:rPr sz="1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С</a:t>
            </a:r>
            <a:r>
              <a:rPr sz="1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УБД</a:t>
            </a:r>
            <a:r>
              <a:rPr sz="16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sz="1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16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16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212" y="3796284"/>
            <a:ext cx="4422775" cy="1001394"/>
          </a:xfrm>
          <a:prstGeom prst="rect">
            <a:avLst/>
          </a:prstGeom>
          <a:solidFill>
            <a:srgbClr val="C9D0F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Times New Roman"/>
              <a:cs typeface="Times New Roman"/>
            </a:endParaRPr>
          </a:p>
          <a:p>
            <a:pPr marL="764540" marR="248285" indent="-51244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сопровождение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решений </a:t>
            </a:r>
            <a:r>
              <a:rPr sz="1600" spc="-49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по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анализу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данных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(DWH,</a:t>
            </a:r>
            <a:r>
              <a:rPr sz="1600" spc="-114" dirty="0">
                <a:latin typeface="Lucida Sans Unicode"/>
                <a:cs typeface="Lucida Sans Unicode"/>
              </a:rPr>
              <a:t> </a:t>
            </a:r>
            <a:r>
              <a:rPr sz="1600" spc="45" dirty="0">
                <a:latin typeface="Lucida Sans Unicode"/>
                <a:cs typeface="Lucida Sans Unicode"/>
              </a:rPr>
              <a:t>BI)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9220" y="3796284"/>
            <a:ext cx="4422775" cy="1001394"/>
          </a:xfrm>
          <a:prstGeom prst="rect">
            <a:avLst/>
          </a:prstGeom>
          <a:solidFill>
            <a:srgbClr val="C9D0F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Times New Roman"/>
              <a:cs typeface="Times New Roman"/>
            </a:endParaRPr>
          </a:p>
          <a:p>
            <a:pPr marL="897890" marR="188595" indent="-704215">
              <a:lnSpc>
                <a:spcPct val="100000"/>
              </a:lnSpc>
              <a:spcBef>
                <a:spcPts val="5"/>
              </a:spcBef>
            </a:pPr>
            <a:r>
              <a:rPr sz="1600" spc="-30" dirty="0">
                <a:latin typeface="Lucida Sans Unicode"/>
                <a:cs typeface="Lucida Sans Unicode"/>
              </a:rPr>
              <a:t>Создание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серверной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15" dirty="0">
                <a:latin typeface="Lucida Sans Unicode"/>
                <a:cs typeface="Lucida Sans Unicode"/>
              </a:rPr>
              <a:t>части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5" dirty="0">
                <a:latin typeface="Lucida Sans Unicode"/>
                <a:cs typeface="Lucida Sans Unicode"/>
              </a:rPr>
              <a:t>приложений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70" dirty="0">
                <a:latin typeface="Lucida Sans Unicode"/>
                <a:cs typeface="Lucida Sans Unicode"/>
              </a:rPr>
              <a:t>P</a:t>
            </a:r>
            <a:r>
              <a:rPr sz="1600" spc="-20" dirty="0">
                <a:latin typeface="Lucida Sans Unicode"/>
                <a:cs typeface="Lucida Sans Unicode"/>
              </a:rPr>
              <a:t>L</a:t>
            </a:r>
            <a:r>
              <a:rPr sz="1600" spc="-260" dirty="0">
                <a:latin typeface="Lucida Sans Unicode"/>
                <a:cs typeface="Lucida Sans Unicode"/>
              </a:rPr>
              <a:t>/</a:t>
            </a:r>
            <a:r>
              <a:rPr sz="1600" spc="5" dirty="0">
                <a:latin typeface="Lucida Sans Unicode"/>
                <a:cs typeface="Lucida Sans Unicode"/>
              </a:rPr>
              <a:t>S</a:t>
            </a:r>
            <a:r>
              <a:rPr sz="1600" spc="-10" dirty="0">
                <a:latin typeface="Lucida Sans Unicode"/>
                <a:cs typeface="Lucida Sans Unicode"/>
              </a:rPr>
              <a:t>QL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25" dirty="0">
                <a:latin typeface="Lucida Sans Unicode"/>
                <a:cs typeface="Lucida Sans Unicode"/>
              </a:rPr>
              <a:t>ля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105" dirty="0">
                <a:latin typeface="Lucida Sans Unicode"/>
                <a:cs typeface="Lucida Sans Unicode"/>
              </a:rPr>
              <a:t>С</a:t>
            </a:r>
            <a:r>
              <a:rPr sz="1600" spc="-35" dirty="0">
                <a:latin typeface="Lucida Sans Unicode"/>
                <a:cs typeface="Lucida Sans Unicode"/>
              </a:rPr>
              <a:t>У</a:t>
            </a:r>
            <a:r>
              <a:rPr sz="1600" spc="50" dirty="0">
                <a:latin typeface="Lucida Sans Unicode"/>
                <a:cs typeface="Lucida Sans Unicode"/>
              </a:rPr>
              <a:t>Б</a:t>
            </a:r>
            <a:r>
              <a:rPr sz="1600" spc="-120" dirty="0">
                <a:latin typeface="Lucida Sans Unicode"/>
                <a:cs typeface="Lucida Sans Unicode"/>
              </a:rPr>
              <a:t>Д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Or</a:t>
            </a:r>
            <a:r>
              <a:rPr sz="1600" spc="10" dirty="0">
                <a:latin typeface="Lucida Sans Unicode"/>
                <a:cs typeface="Lucida Sans Unicode"/>
              </a:rPr>
              <a:t>a</a:t>
            </a:r>
            <a:r>
              <a:rPr sz="1600" spc="-70" dirty="0">
                <a:latin typeface="Lucida Sans Unicode"/>
                <a:cs typeface="Lucida Sans Unicode"/>
              </a:rPr>
              <a:t>c</a:t>
            </a:r>
            <a:r>
              <a:rPr sz="1600" spc="-45" dirty="0">
                <a:latin typeface="Lucida Sans Unicode"/>
                <a:cs typeface="Lucida Sans Unicode"/>
              </a:rPr>
              <a:t>l</a:t>
            </a:r>
            <a:r>
              <a:rPr sz="1600" spc="5" dirty="0">
                <a:latin typeface="Lucida Sans Unicode"/>
                <a:cs typeface="Lucida Sans Unicode"/>
              </a:rPr>
              <a:t>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259" y="4911852"/>
            <a:ext cx="4419600" cy="1001394"/>
          </a:xfrm>
          <a:prstGeom prst="rect">
            <a:avLst/>
          </a:prstGeom>
          <a:solidFill>
            <a:srgbClr val="C9D0FF"/>
          </a:solidFill>
        </p:spPr>
        <p:txBody>
          <a:bodyPr vert="horz" wrap="square" lIns="0" tIns="123189" rIns="0" bIns="0" rtlCol="0">
            <a:spAutoFit/>
          </a:bodyPr>
          <a:lstStyle/>
          <a:p>
            <a:pPr marL="290830" marR="283845" algn="ctr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</a:t>
            </a:r>
            <a:r>
              <a:rPr sz="1600" spc="-114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корпоративных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хранилищ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анн</a:t>
            </a:r>
            <a:r>
              <a:rPr sz="1600" spc="70" dirty="0">
                <a:latin typeface="Lucida Sans Unicode"/>
                <a:cs typeface="Lucida Sans Unicode"/>
              </a:rPr>
              <a:t>ы</a:t>
            </a:r>
            <a:r>
              <a:rPr sz="1600" spc="-140" dirty="0">
                <a:latin typeface="Lucida Sans Unicode"/>
                <a:cs typeface="Lucida Sans Unicode"/>
              </a:rPr>
              <a:t>х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-45" dirty="0">
                <a:latin typeface="Lucida Sans Unicode"/>
                <a:cs typeface="Lucida Sans Unicode"/>
              </a:rPr>
              <a:t>(</a:t>
            </a:r>
            <a:r>
              <a:rPr sz="1600" spc="30" dirty="0">
                <a:latin typeface="Lucida Sans Unicode"/>
                <a:cs typeface="Lucida Sans Unicode"/>
              </a:rPr>
              <a:t>К</a:t>
            </a:r>
            <a:r>
              <a:rPr sz="1600" spc="-70" dirty="0">
                <a:latin typeface="Lucida Sans Unicode"/>
                <a:cs typeface="Lucida Sans Unicode"/>
              </a:rPr>
              <a:t>Х</a:t>
            </a:r>
            <a:r>
              <a:rPr sz="1600" spc="-120" dirty="0">
                <a:latin typeface="Lucida Sans Unicode"/>
                <a:cs typeface="Lucida Sans Unicode"/>
              </a:rPr>
              <a:t>Д</a:t>
            </a:r>
            <a:r>
              <a:rPr sz="1600" spc="-45" dirty="0">
                <a:latin typeface="Lucida Sans Unicode"/>
                <a:cs typeface="Lucida Sans Unicode"/>
              </a:rPr>
              <a:t>)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б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5" dirty="0">
                <a:latin typeface="Lucida Sans Unicode"/>
                <a:cs typeface="Lucida Sans Unicode"/>
              </a:rPr>
              <a:t>зе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70" dirty="0">
                <a:latin typeface="Lucida Sans Unicode"/>
                <a:cs typeface="Lucida Sans Unicode"/>
              </a:rPr>
              <a:t>P</a:t>
            </a:r>
            <a:r>
              <a:rPr sz="1600" spc="-30" dirty="0">
                <a:latin typeface="Lucida Sans Unicode"/>
                <a:cs typeface="Lucida Sans Unicode"/>
              </a:rPr>
              <a:t>o</a:t>
            </a:r>
            <a:r>
              <a:rPr sz="1600" spc="-55" dirty="0">
                <a:latin typeface="Lucida Sans Unicode"/>
                <a:cs typeface="Lucida Sans Unicode"/>
              </a:rPr>
              <a:t>s</a:t>
            </a:r>
            <a:r>
              <a:rPr sz="1600" spc="-20" dirty="0">
                <a:latin typeface="Lucida Sans Unicode"/>
                <a:cs typeface="Lucida Sans Unicode"/>
              </a:rPr>
              <a:t>tg</a:t>
            </a:r>
            <a:r>
              <a:rPr sz="1600" spc="5" dirty="0">
                <a:latin typeface="Lucida Sans Unicode"/>
                <a:cs typeface="Lucida Sans Unicode"/>
              </a:rPr>
              <a:t>reSQ</a:t>
            </a:r>
            <a:r>
              <a:rPr sz="1600" spc="-20" dirty="0">
                <a:latin typeface="Lucida Sans Unicode"/>
                <a:cs typeface="Lucida Sans Unicode"/>
              </a:rPr>
              <a:t>L</a:t>
            </a:r>
            <a:r>
              <a:rPr sz="1600" spc="-80" dirty="0">
                <a:latin typeface="Lucida Sans Unicode"/>
                <a:cs typeface="Lucida Sans Unicode"/>
              </a:rPr>
              <a:t>,  </a:t>
            </a:r>
            <a:r>
              <a:rPr sz="1600" spc="-10" dirty="0">
                <a:latin typeface="Lucida Sans Unicode"/>
                <a:cs typeface="Lucida Sans Unicode"/>
              </a:rPr>
              <a:t>Greenplum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9220" y="1566672"/>
            <a:ext cx="4422775" cy="1001394"/>
          </a:xfrm>
          <a:prstGeom prst="rect">
            <a:avLst/>
          </a:prstGeom>
          <a:solidFill>
            <a:srgbClr val="055893"/>
          </a:solidFill>
        </p:spPr>
        <p:txBody>
          <a:bodyPr vert="horz" wrap="square" lIns="0" tIns="123189" rIns="0" bIns="0" rtlCol="0">
            <a:spAutoFit/>
          </a:bodyPr>
          <a:lstStyle/>
          <a:p>
            <a:pPr marL="99695" marR="91440" algn="ctr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solidFill>
                  <a:srgbClr val="FFFFFF"/>
                </a:solidFill>
                <a:latin typeface="Lucida Sans Unicode"/>
                <a:cs typeface="Lucida Sans Unicode"/>
              </a:rPr>
              <a:t>Разработка</a:t>
            </a:r>
            <a:r>
              <a:rPr sz="1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и</a:t>
            </a:r>
            <a:r>
              <a:rPr sz="1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внедрение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интеграционных </a:t>
            </a:r>
            <a:r>
              <a:rPr sz="1600" spc="-4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процессов</a:t>
            </a:r>
            <a:r>
              <a:rPr sz="16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(базы</a:t>
            </a:r>
            <a:r>
              <a:rPr sz="16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данных,</a:t>
            </a:r>
            <a:r>
              <a:rPr sz="16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очереди,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файлы,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веб-сервисы)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9220" y="4911852"/>
            <a:ext cx="4422775" cy="1001394"/>
          </a:xfrm>
          <a:prstGeom prst="rect">
            <a:avLst/>
          </a:prstGeom>
          <a:solidFill>
            <a:srgbClr val="C9D0FF"/>
          </a:solidFill>
        </p:spPr>
        <p:txBody>
          <a:bodyPr vert="horz" wrap="square" lIns="0" tIns="123189" rIns="0" bIns="0" rtlCol="0">
            <a:spAutoFit/>
          </a:bodyPr>
          <a:lstStyle/>
          <a:p>
            <a:pPr marL="291465" marR="283845" algn="ctr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latin typeface="Lucida Sans Unicode"/>
                <a:cs typeface="Lucida Sans Unicode"/>
              </a:rPr>
              <a:t>Внедрение</a:t>
            </a:r>
            <a:r>
              <a:rPr sz="1600" spc="-114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централизованных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систем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15" dirty="0">
                <a:latin typeface="Lucida Sans Unicode"/>
                <a:cs typeface="Lucida Sans Unicode"/>
              </a:rPr>
              <a:t>аутентификации </a:t>
            </a:r>
            <a:r>
              <a:rPr sz="1600" spc="10" dirty="0">
                <a:latin typeface="Lucida Sans Unicode"/>
                <a:cs typeface="Lucida Sans Unicode"/>
              </a:rPr>
              <a:t>на </a:t>
            </a:r>
            <a:r>
              <a:rPr sz="1600" spc="-5" dirty="0">
                <a:latin typeface="Lucida Sans Unicode"/>
                <a:cs typeface="Lucida Sans Unicode"/>
              </a:rPr>
              <a:t>основе </a:t>
            </a:r>
            <a:r>
              <a:rPr sz="1600" spc="-30" dirty="0">
                <a:latin typeface="Lucida Sans Unicode"/>
                <a:cs typeface="Lucida Sans Unicode"/>
              </a:rPr>
              <a:t>стандарта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35" dirty="0">
                <a:latin typeface="Lucida Sans Unicode"/>
                <a:cs typeface="Lucida Sans Unicode"/>
              </a:rPr>
              <a:t>Auth</a:t>
            </a:r>
            <a:r>
              <a:rPr sz="1600" spc="-95" dirty="0">
                <a:latin typeface="Lucida Sans Unicode"/>
                <a:cs typeface="Lucida Sans Unicode"/>
              </a:rPr>
              <a:t> 2.0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0166" y="232492"/>
            <a:ext cx="828865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0" spc="-30" dirty="0">
                <a:solidFill>
                  <a:srgbClr val="0F91FB"/>
                </a:solidFill>
                <a:latin typeface="Calibri"/>
                <a:cs typeface="Calibri"/>
              </a:rPr>
              <a:t>РАЗРАБОТКА</a:t>
            </a:r>
            <a:r>
              <a:rPr sz="2900" b="0" spc="10" dirty="0">
                <a:solidFill>
                  <a:srgbClr val="0F91FB"/>
                </a:solidFill>
                <a:latin typeface="Calibri"/>
                <a:cs typeface="Calibri"/>
              </a:rPr>
              <a:t> </a:t>
            </a:r>
            <a:r>
              <a:rPr sz="2900" b="0" spc="5" dirty="0">
                <a:solidFill>
                  <a:srgbClr val="0F91FB"/>
                </a:solidFill>
                <a:latin typeface="Calibri"/>
                <a:cs typeface="Calibri"/>
              </a:rPr>
              <a:t>ПРИКЛАДНОГО</a:t>
            </a:r>
            <a:r>
              <a:rPr sz="2900" b="0" spc="20" dirty="0">
                <a:solidFill>
                  <a:srgbClr val="0F91FB"/>
                </a:solidFill>
                <a:latin typeface="Calibri"/>
                <a:cs typeface="Calibri"/>
              </a:rPr>
              <a:t> </a:t>
            </a:r>
            <a:r>
              <a:rPr sz="2900" b="0" spc="15" dirty="0">
                <a:solidFill>
                  <a:srgbClr val="0F91FB"/>
                </a:solidFill>
                <a:latin typeface="Calibri"/>
                <a:cs typeface="Calibri"/>
              </a:rPr>
              <a:t>ПО</a:t>
            </a:r>
            <a:r>
              <a:rPr sz="2900" b="0" spc="5" dirty="0">
                <a:solidFill>
                  <a:srgbClr val="0F91FB"/>
                </a:solidFill>
                <a:latin typeface="Calibri"/>
                <a:cs typeface="Calibri"/>
              </a:rPr>
              <a:t> </a:t>
            </a:r>
            <a:r>
              <a:rPr sz="2900" b="0" spc="15" dirty="0">
                <a:solidFill>
                  <a:srgbClr val="0F91FB"/>
                </a:solidFill>
                <a:latin typeface="Calibri"/>
                <a:cs typeface="Calibri"/>
              </a:rPr>
              <a:t>И</a:t>
            </a:r>
            <a:r>
              <a:rPr sz="2900" b="0" spc="5" dirty="0">
                <a:solidFill>
                  <a:srgbClr val="0F91FB"/>
                </a:solidFill>
                <a:latin typeface="Calibri"/>
                <a:cs typeface="Calibri"/>
              </a:rPr>
              <a:t> </a:t>
            </a:r>
            <a:r>
              <a:rPr sz="2900" b="0" spc="10" dirty="0">
                <a:solidFill>
                  <a:srgbClr val="0F91FB"/>
                </a:solidFill>
                <a:latin typeface="Calibri"/>
                <a:cs typeface="Calibri"/>
              </a:rPr>
              <a:t>ВНЕДРЕНИЕ</a:t>
            </a:r>
            <a:r>
              <a:rPr sz="2900" b="0" spc="50" dirty="0">
                <a:solidFill>
                  <a:srgbClr val="0F91FB"/>
                </a:solidFill>
                <a:latin typeface="Calibri"/>
                <a:cs typeface="Calibri"/>
              </a:rPr>
              <a:t> </a:t>
            </a:r>
            <a:r>
              <a:rPr sz="2900" b="0" spc="10" dirty="0">
                <a:solidFill>
                  <a:srgbClr val="0F91FB"/>
                </a:solidFill>
                <a:latin typeface="Calibri"/>
                <a:cs typeface="Calibri"/>
              </a:rPr>
              <a:t>СУБД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6182" y="793971"/>
            <a:ext cx="828294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6BBCF5"/>
                </a:solidFill>
                <a:latin typeface="Calibri"/>
                <a:cs typeface="Calibri"/>
              </a:rPr>
              <a:t>Анализ,</a:t>
            </a:r>
            <a:r>
              <a:rPr sz="2650" spc="-5" dirty="0">
                <a:solidFill>
                  <a:srgbClr val="6BBCF5"/>
                </a:solidFill>
                <a:latin typeface="Calibri"/>
                <a:cs typeface="Calibri"/>
              </a:rPr>
              <a:t> разработка,</a:t>
            </a:r>
            <a:r>
              <a:rPr sz="2650" spc="20" dirty="0">
                <a:solidFill>
                  <a:srgbClr val="6BBCF5"/>
                </a:solidFill>
                <a:latin typeface="Calibri"/>
                <a:cs typeface="Calibri"/>
              </a:rPr>
              <a:t> </a:t>
            </a:r>
            <a:r>
              <a:rPr sz="2650" spc="-5" dirty="0">
                <a:solidFill>
                  <a:srgbClr val="6BBCF5"/>
                </a:solidFill>
                <a:latin typeface="Calibri"/>
                <a:cs typeface="Calibri"/>
              </a:rPr>
              <a:t>внедрение,</a:t>
            </a:r>
            <a:r>
              <a:rPr sz="2650" dirty="0">
                <a:solidFill>
                  <a:srgbClr val="6BBCF5"/>
                </a:solidFill>
                <a:latin typeface="Calibri"/>
                <a:cs typeface="Calibri"/>
              </a:rPr>
              <a:t> настройка, </a:t>
            </a:r>
            <a:r>
              <a:rPr sz="2650" spc="5" dirty="0">
                <a:solidFill>
                  <a:srgbClr val="6BBCF5"/>
                </a:solidFill>
                <a:latin typeface="Calibri"/>
                <a:cs typeface="Calibri"/>
              </a:rPr>
              <a:t>оптимизация</a:t>
            </a:r>
            <a:endParaRPr sz="26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049649" y="2301626"/>
            <a:ext cx="1348105" cy="2033905"/>
            <a:chOff x="10049649" y="2301626"/>
            <a:chExt cx="1348105" cy="2033905"/>
          </a:xfrm>
        </p:grpSpPr>
        <p:sp>
          <p:nvSpPr>
            <p:cNvPr id="15" name="object 15"/>
            <p:cNvSpPr/>
            <p:nvPr/>
          </p:nvSpPr>
          <p:spPr>
            <a:xfrm>
              <a:off x="10054222" y="2301626"/>
              <a:ext cx="1343660" cy="674370"/>
            </a:xfrm>
            <a:custGeom>
              <a:avLst/>
              <a:gdLst/>
              <a:ahLst/>
              <a:cxnLst/>
              <a:rect l="l" t="t" r="r" b="b"/>
              <a:pathLst>
                <a:path w="1343659" h="674369">
                  <a:moveTo>
                    <a:pt x="0" y="674318"/>
                  </a:moveTo>
                  <a:lnTo>
                    <a:pt x="38347" y="634560"/>
                  </a:lnTo>
                  <a:lnTo>
                    <a:pt x="74943" y="597263"/>
                  </a:lnTo>
                  <a:lnTo>
                    <a:pt x="231544" y="437996"/>
                  </a:lnTo>
                  <a:lnTo>
                    <a:pt x="392530" y="273709"/>
                  </a:lnTo>
                  <a:lnTo>
                    <a:pt x="436723" y="228475"/>
                  </a:lnTo>
                  <a:lnTo>
                    <a:pt x="468586" y="195658"/>
                  </a:lnTo>
                  <a:lnTo>
                    <a:pt x="494742" y="167869"/>
                  </a:lnTo>
                  <a:lnTo>
                    <a:pt x="495095" y="166903"/>
                  </a:lnTo>
                  <a:lnTo>
                    <a:pt x="496030" y="166114"/>
                  </a:lnTo>
                  <a:lnTo>
                    <a:pt x="496822" y="166114"/>
                  </a:lnTo>
                  <a:lnTo>
                    <a:pt x="510368" y="153664"/>
                  </a:lnTo>
                  <a:lnTo>
                    <a:pt x="542762" y="121339"/>
                  </a:lnTo>
                  <a:lnTo>
                    <a:pt x="586549" y="76675"/>
                  </a:lnTo>
                  <a:lnTo>
                    <a:pt x="634271" y="27208"/>
                  </a:lnTo>
                  <a:lnTo>
                    <a:pt x="644537" y="16644"/>
                  </a:lnTo>
                  <a:lnTo>
                    <a:pt x="653253" y="7992"/>
                  </a:lnTo>
                  <a:lnTo>
                    <a:pt x="659498" y="2147"/>
                  </a:lnTo>
                  <a:lnTo>
                    <a:pt x="662349" y="0"/>
                  </a:lnTo>
                  <a:lnTo>
                    <a:pt x="666184" y="2986"/>
                  </a:lnTo>
                  <a:lnTo>
                    <a:pt x="675101" y="11116"/>
                  </a:lnTo>
                  <a:lnTo>
                    <a:pt x="687773" y="23149"/>
                  </a:lnTo>
                  <a:lnTo>
                    <a:pt x="702870" y="37843"/>
                  </a:lnTo>
                  <a:lnTo>
                    <a:pt x="720441" y="55087"/>
                  </a:lnTo>
                  <a:lnTo>
                    <a:pt x="739853" y="74065"/>
                  </a:lnTo>
                  <a:lnTo>
                    <a:pt x="817005" y="148930"/>
                  </a:lnTo>
                  <a:lnTo>
                    <a:pt x="857282" y="187117"/>
                  </a:lnTo>
                  <a:lnTo>
                    <a:pt x="873102" y="202149"/>
                  </a:lnTo>
                  <a:lnTo>
                    <a:pt x="892922" y="221199"/>
                  </a:lnTo>
                  <a:lnTo>
                    <a:pt x="914210" y="241825"/>
                  </a:lnTo>
                  <a:lnTo>
                    <a:pt x="934434" y="261583"/>
                  </a:lnTo>
                  <a:lnTo>
                    <a:pt x="971196" y="297622"/>
                  </a:lnTo>
                  <a:lnTo>
                    <a:pt x="1005685" y="331275"/>
                  </a:lnTo>
                  <a:lnTo>
                    <a:pt x="1043539" y="368031"/>
                  </a:lnTo>
                  <a:lnTo>
                    <a:pt x="1247189" y="565019"/>
                  </a:lnTo>
                  <a:lnTo>
                    <a:pt x="1292493" y="608941"/>
                  </a:lnTo>
                  <a:lnTo>
                    <a:pt x="1320896" y="636630"/>
                  </a:lnTo>
                  <a:lnTo>
                    <a:pt x="1336270" y="651857"/>
                  </a:lnTo>
                  <a:lnTo>
                    <a:pt x="1342485" y="658397"/>
                  </a:lnTo>
                  <a:lnTo>
                    <a:pt x="1343412" y="660023"/>
                  </a:lnTo>
                  <a:lnTo>
                    <a:pt x="1336361" y="660280"/>
                  </a:lnTo>
                  <a:lnTo>
                    <a:pt x="1317498" y="660646"/>
                  </a:lnTo>
                  <a:lnTo>
                    <a:pt x="1289698" y="661072"/>
                  </a:lnTo>
                  <a:lnTo>
                    <a:pt x="1215572" y="661997"/>
                  </a:lnTo>
                  <a:lnTo>
                    <a:pt x="1005645" y="664659"/>
                  </a:lnTo>
                  <a:lnTo>
                    <a:pt x="984646" y="644313"/>
                  </a:lnTo>
                  <a:lnTo>
                    <a:pt x="796316" y="461426"/>
                  </a:lnTo>
                  <a:lnTo>
                    <a:pt x="773800" y="439694"/>
                  </a:lnTo>
                  <a:lnTo>
                    <a:pt x="759657" y="426201"/>
                  </a:lnTo>
                  <a:lnTo>
                    <a:pt x="746900" y="413957"/>
                  </a:lnTo>
                  <a:lnTo>
                    <a:pt x="695784" y="364730"/>
                  </a:lnTo>
                  <a:lnTo>
                    <a:pt x="681585" y="351184"/>
                  </a:lnTo>
                  <a:lnTo>
                    <a:pt x="671765" y="341947"/>
                  </a:lnTo>
                  <a:lnTo>
                    <a:pt x="667805" y="338421"/>
                  </a:lnTo>
                  <a:lnTo>
                    <a:pt x="665175" y="340378"/>
                  </a:lnTo>
                  <a:lnTo>
                    <a:pt x="516393" y="489639"/>
                  </a:lnTo>
                  <a:lnTo>
                    <a:pt x="459706" y="547118"/>
                  </a:lnTo>
                  <a:lnTo>
                    <a:pt x="337440" y="671825"/>
                  </a:lnTo>
                  <a:lnTo>
                    <a:pt x="252871" y="671962"/>
                  </a:lnTo>
                  <a:lnTo>
                    <a:pt x="213393" y="672105"/>
                  </a:lnTo>
                  <a:lnTo>
                    <a:pt x="168423" y="672387"/>
                  </a:lnTo>
                  <a:lnTo>
                    <a:pt x="123497" y="672768"/>
                  </a:lnTo>
                  <a:lnTo>
                    <a:pt x="84151" y="673209"/>
                  </a:lnTo>
                  <a:lnTo>
                    <a:pt x="0" y="674318"/>
                  </a:lnTo>
                  <a:close/>
                </a:path>
              </a:pathLst>
            </a:custGeom>
            <a:solidFill>
              <a:srgbClr val="0558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49649" y="2979809"/>
              <a:ext cx="1343660" cy="676275"/>
            </a:xfrm>
            <a:custGeom>
              <a:avLst/>
              <a:gdLst/>
              <a:ahLst/>
              <a:cxnLst/>
              <a:rect l="l" t="t" r="r" b="b"/>
              <a:pathLst>
                <a:path w="1343659" h="676275">
                  <a:moveTo>
                    <a:pt x="0" y="675834"/>
                  </a:moveTo>
                  <a:lnTo>
                    <a:pt x="38347" y="635986"/>
                  </a:lnTo>
                  <a:lnTo>
                    <a:pt x="74943" y="598605"/>
                  </a:lnTo>
                  <a:lnTo>
                    <a:pt x="231544" y="438981"/>
                  </a:lnTo>
                  <a:lnTo>
                    <a:pt x="392530" y="274324"/>
                  </a:lnTo>
                  <a:lnTo>
                    <a:pt x="436723" y="228989"/>
                  </a:lnTo>
                  <a:lnTo>
                    <a:pt x="468586" y="196098"/>
                  </a:lnTo>
                  <a:lnTo>
                    <a:pt x="494742" y="168246"/>
                  </a:lnTo>
                  <a:lnTo>
                    <a:pt x="495095" y="167278"/>
                  </a:lnTo>
                  <a:lnTo>
                    <a:pt x="496030" y="166488"/>
                  </a:lnTo>
                  <a:lnTo>
                    <a:pt x="496822" y="166488"/>
                  </a:lnTo>
                  <a:lnTo>
                    <a:pt x="510368" y="154010"/>
                  </a:lnTo>
                  <a:lnTo>
                    <a:pt x="542762" y="121612"/>
                  </a:lnTo>
                  <a:lnTo>
                    <a:pt x="586549" y="76847"/>
                  </a:lnTo>
                  <a:lnTo>
                    <a:pt x="634271" y="27269"/>
                  </a:lnTo>
                  <a:lnTo>
                    <a:pt x="644537" y="16681"/>
                  </a:lnTo>
                  <a:lnTo>
                    <a:pt x="653253" y="8010"/>
                  </a:lnTo>
                  <a:lnTo>
                    <a:pt x="659498" y="2151"/>
                  </a:lnTo>
                  <a:lnTo>
                    <a:pt x="662349" y="0"/>
                  </a:lnTo>
                  <a:lnTo>
                    <a:pt x="666184" y="2992"/>
                  </a:lnTo>
                  <a:lnTo>
                    <a:pt x="675101" y="11141"/>
                  </a:lnTo>
                  <a:lnTo>
                    <a:pt x="687773" y="23201"/>
                  </a:lnTo>
                  <a:lnTo>
                    <a:pt x="702870" y="37928"/>
                  </a:lnTo>
                  <a:lnTo>
                    <a:pt x="720441" y="55211"/>
                  </a:lnTo>
                  <a:lnTo>
                    <a:pt x="739853" y="74231"/>
                  </a:lnTo>
                  <a:lnTo>
                    <a:pt x="817005" y="149265"/>
                  </a:lnTo>
                  <a:lnTo>
                    <a:pt x="857282" y="187538"/>
                  </a:lnTo>
                  <a:lnTo>
                    <a:pt x="873102" y="202603"/>
                  </a:lnTo>
                  <a:lnTo>
                    <a:pt x="892922" y="221697"/>
                  </a:lnTo>
                  <a:lnTo>
                    <a:pt x="914210" y="242369"/>
                  </a:lnTo>
                  <a:lnTo>
                    <a:pt x="934434" y="262170"/>
                  </a:lnTo>
                  <a:lnTo>
                    <a:pt x="971196" y="298290"/>
                  </a:lnTo>
                  <a:lnTo>
                    <a:pt x="1005685" y="332019"/>
                  </a:lnTo>
                  <a:lnTo>
                    <a:pt x="1043539" y="368858"/>
                  </a:lnTo>
                  <a:lnTo>
                    <a:pt x="1247189" y="566288"/>
                  </a:lnTo>
                  <a:lnTo>
                    <a:pt x="1292493" y="610310"/>
                  </a:lnTo>
                  <a:lnTo>
                    <a:pt x="1320896" y="638061"/>
                  </a:lnTo>
                  <a:lnTo>
                    <a:pt x="1336270" y="653322"/>
                  </a:lnTo>
                  <a:lnTo>
                    <a:pt x="1342485" y="659877"/>
                  </a:lnTo>
                  <a:lnTo>
                    <a:pt x="1343412" y="661506"/>
                  </a:lnTo>
                  <a:lnTo>
                    <a:pt x="1336361" y="661764"/>
                  </a:lnTo>
                  <a:lnTo>
                    <a:pt x="1317498" y="662131"/>
                  </a:lnTo>
                  <a:lnTo>
                    <a:pt x="1289698" y="662558"/>
                  </a:lnTo>
                  <a:lnTo>
                    <a:pt x="1215572" y="663485"/>
                  </a:lnTo>
                  <a:lnTo>
                    <a:pt x="1005645" y="666153"/>
                  </a:lnTo>
                  <a:lnTo>
                    <a:pt x="984646" y="645761"/>
                  </a:lnTo>
                  <a:lnTo>
                    <a:pt x="796316" y="462464"/>
                  </a:lnTo>
                  <a:lnTo>
                    <a:pt x="773800" y="440682"/>
                  </a:lnTo>
                  <a:lnTo>
                    <a:pt x="759657" y="427159"/>
                  </a:lnTo>
                  <a:lnTo>
                    <a:pt x="746900" y="414887"/>
                  </a:lnTo>
                  <a:lnTo>
                    <a:pt x="695784" y="365550"/>
                  </a:lnTo>
                  <a:lnTo>
                    <a:pt x="681585" y="351973"/>
                  </a:lnTo>
                  <a:lnTo>
                    <a:pt x="671765" y="342715"/>
                  </a:lnTo>
                  <a:lnTo>
                    <a:pt x="667805" y="339182"/>
                  </a:lnTo>
                  <a:lnTo>
                    <a:pt x="665175" y="341143"/>
                  </a:lnTo>
                  <a:lnTo>
                    <a:pt x="516393" y="490739"/>
                  </a:lnTo>
                  <a:lnTo>
                    <a:pt x="459706" y="548348"/>
                  </a:lnTo>
                  <a:lnTo>
                    <a:pt x="337440" y="673335"/>
                  </a:lnTo>
                  <a:lnTo>
                    <a:pt x="252871" y="673473"/>
                  </a:lnTo>
                  <a:lnTo>
                    <a:pt x="213393" y="673615"/>
                  </a:lnTo>
                  <a:lnTo>
                    <a:pt x="168423" y="673898"/>
                  </a:lnTo>
                  <a:lnTo>
                    <a:pt x="123497" y="674280"/>
                  </a:lnTo>
                  <a:lnTo>
                    <a:pt x="84151" y="674722"/>
                  </a:lnTo>
                  <a:lnTo>
                    <a:pt x="0" y="675834"/>
                  </a:lnTo>
                  <a:close/>
                </a:path>
              </a:pathLst>
            </a:custGeom>
            <a:solidFill>
              <a:srgbClr val="6BB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49649" y="3659513"/>
              <a:ext cx="1343660" cy="676275"/>
            </a:xfrm>
            <a:custGeom>
              <a:avLst/>
              <a:gdLst/>
              <a:ahLst/>
              <a:cxnLst/>
              <a:rect l="l" t="t" r="r" b="b"/>
              <a:pathLst>
                <a:path w="1343659" h="676275">
                  <a:moveTo>
                    <a:pt x="0" y="675834"/>
                  </a:moveTo>
                  <a:lnTo>
                    <a:pt x="38347" y="635986"/>
                  </a:lnTo>
                  <a:lnTo>
                    <a:pt x="74943" y="598605"/>
                  </a:lnTo>
                  <a:lnTo>
                    <a:pt x="231544" y="438981"/>
                  </a:lnTo>
                  <a:lnTo>
                    <a:pt x="392530" y="274324"/>
                  </a:lnTo>
                  <a:lnTo>
                    <a:pt x="436723" y="228989"/>
                  </a:lnTo>
                  <a:lnTo>
                    <a:pt x="468586" y="196098"/>
                  </a:lnTo>
                  <a:lnTo>
                    <a:pt x="494742" y="168246"/>
                  </a:lnTo>
                  <a:lnTo>
                    <a:pt x="495095" y="167278"/>
                  </a:lnTo>
                  <a:lnTo>
                    <a:pt x="496030" y="166488"/>
                  </a:lnTo>
                  <a:lnTo>
                    <a:pt x="496822" y="166488"/>
                  </a:lnTo>
                  <a:lnTo>
                    <a:pt x="510368" y="154010"/>
                  </a:lnTo>
                  <a:lnTo>
                    <a:pt x="542762" y="121612"/>
                  </a:lnTo>
                  <a:lnTo>
                    <a:pt x="586549" y="76847"/>
                  </a:lnTo>
                  <a:lnTo>
                    <a:pt x="634271" y="27269"/>
                  </a:lnTo>
                  <a:lnTo>
                    <a:pt x="644537" y="16681"/>
                  </a:lnTo>
                  <a:lnTo>
                    <a:pt x="653253" y="8010"/>
                  </a:lnTo>
                  <a:lnTo>
                    <a:pt x="659498" y="2151"/>
                  </a:lnTo>
                  <a:lnTo>
                    <a:pt x="662349" y="0"/>
                  </a:lnTo>
                  <a:lnTo>
                    <a:pt x="666184" y="2992"/>
                  </a:lnTo>
                  <a:lnTo>
                    <a:pt x="675101" y="11141"/>
                  </a:lnTo>
                  <a:lnTo>
                    <a:pt x="687773" y="23201"/>
                  </a:lnTo>
                  <a:lnTo>
                    <a:pt x="702870" y="37928"/>
                  </a:lnTo>
                  <a:lnTo>
                    <a:pt x="720441" y="55211"/>
                  </a:lnTo>
                  <a:lnTo>
                    <a:pt x="739853" y="74231"/>
                  </a:lnTo>
                  <a:lnTo>
                    <a:pt x="817005" y="149265"/>
                  </a:lnTo>
                  <a:lnTo>
                    <a:pt x="857282" y="187538"/>
                  </a:lnTo>
                  <a:lnTo>
                    <a:pt x="873102" y="202603"/>
                  </a:lnTo>
                  <a:lnTo>
                    <a:pt x="892922" y="221697"/>
                  </a:lnTo>
                  <a:lnTo>
                    <a:pt x="914210" y="242369"/>
                  </a:lnTo>
                  <a:lnTo>
                    <a:pt x="934434" y="262170"/>
                  </a:lnTo>
                  <a:lnTo>
                    <a:pt x="971196" y="298290"/>
                  </a:lnTo>
                  <a:lnTo>
                    <a:pt x="1005685" y="332019"/>
                  </a:lnTo>
                  <a:lnTo>
                    <a:pt x="1043539" y="368858"/>
                  </a:lnTo>
                  <a:lnTo>
                    <a:pt x="1247189" y="566288"/>
                  </a:lnTo>
                  <a:lnTo>
                    <a:pt x="1292493" y="610310"/>
                  </a:lnTo>
                  <a:lnTo>
                    <a:pt x="1320896" y="638061"/>
                  </a:lnTo>
                  <a:lnTo>
                    <a:pt x="1336270" y="653322"/>
                  </a:lnTo>
                  <a:lnTo>
                    <a:pt x="1342485" y="659877"/>
                  </a:lnTo>
                  <a:lnTo>
                    <a:pt x="1343412" y="661506"/>
                  </a:lnTo>
                  <a:lnTo>
                    <a:pt x="1336361" y="661764"/>
                  </a:lnTo>
                  <a:lnTo>
                    <a:pt x="1317498" y="662131"/>
                  </a:lnTo>
                  <a:lnTo>
                    <a:pt x="1289698" y="662558"/>
                  </a:lnTo>
                  <a:lnTo>
                    <a:pt x="1215572" y="663485"/>
                  </a:lnTo>
                  <a:lnTo>
                    <a:pt x="1005645" y="666153"/>
                  </a:lnTo>
                  <a:lnTo>
                    <a:pt x="984646" y="645761"/>
                  </a:lnTo>
                  <a:lnTo>
                    <a:pt x="796316" y="462464"/>
                  </a:lnTo>
                  <a:lnTo>
                    <a:pt x="773800" y="440682"/>
                  </a:lnTo>
                  <a:lnTo>
                    <a:pt x="759657" y="427159"/>
                  </a:lnTo>
                  <a:lnTo>
                    <a:pt x="746900" y="414887"/>
                  </a:lnTo>
                  <a:lnTo>
                    <a:pt x="695784" y="365550"/>
                  </a:lnTo>
                  <a:lnTo>
                    <a:pt x="681585" y="351973"/>
                  </a:lnTo>
                  <a:lnTo>
                    <a:pt x="671765" y="342715"/>
                  </a:lnTo>
                  <a:lnTo>
                    <a:pt x="667805" y="339182"/>
                  </a:lnTo>
                  <a:lnTo>
                    <a:pt x="665175" y="341143"/>
                  </a:lnTo>
                  <a:lnTo>
                    <a:pt x="516393" y="490739"/>
                  </a:lnTo>
                  <a:lnTo>
                    <a:pt x="459706" y="548348"/>
                  </a:lnTo>
                  <a:lnTo>
                    <a:pt x="337440" y="673335"/>
                  </a:lnTo>
                  <a:lnTo>
                    <a:pt x="252871" y="673473"/>
                  </a:lnTo>
                  <a:lnTo>
                    <a:pt x="213393" y="673615"/>
                  </a:lnTo>
                  <a:lnTo>
                    <a:pt x="168423" y="673898"/>
                  </a:lnTo>
                  <a:lnTo>
                    <a:pt x="123497" y="674280"/>
                  </a:lnTo>
                  <a:lnTo>
                    <a:pt x="84151" y="674722"/>
                  </a:lnTo>
                  <a:lnTo>
                    <a:pt x="0" y="675834"/>
                  </a:lnTo>
                  <a:close/>
                </a:path>
              </a:pathLst>
            </a:custGeom>
            <a:solidFill>
              <a:srgbClr val="C9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20</a:t>
            </a:fld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562" y="526703"/>
            <a:ext cx="765683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0" spc="-100" dirty="0">
                <a:latin typeface="Tahoma"/>
                <a:cs typeface="Tahoma"/>
              </a:rPr>
              <a:t>С</a:t>
            </a:r>
            <a:r>
              <a:rPr sz="3200" b="0" spc="-295" dirty="0">
                <a:latin typeface="Tahoma"/>
                <a:cs typeface="Tahoma"/>
              </a:rPr>
              <a:t> </a:t>
            </a:r>
            <a:r>
              <a:rPr sz="3200" b="0" spc="-30" dirty="0">
                <a:latin typeface="Tahoma"/>
                <a:cs typeface="Tahoma"/>
              </a:rPr>
              <a:t>Н</a:t>
            </a:r>
            <a:r>
              <a:rPr sz="3200" b="0" spc="5" dirty="0">
                <a:latin typeface="Tahoma"/>
                <a:cs typeface="Tahoma"/>
              </a:rPr>
              <a:t>АЧАЛ</a:t>
            </a:r>
            <a:r>
              <a:rPr sz="3200" b="0" spc="70" dirty="0">
                <a:latin typeface="Tahoma"/>
                <a:cs typeface="Tahoma"/>
              </a:rPr>
              <a:t>А</a:t>
            </a:r>
            <a:r>
              <a:rPr sz="3200" b="0" spc="-305" dirty="0">
                <a:latin typeface="Tahoma"/>
                <a:cs typeface="Tahoma"/>
              </a:rPr>
              <a:t> </a:t>
            </a:r>
            <a:r>
              <a:rPr sz="3200" b="0" spc="80" dirty="0">
                <a:latin typeface="Tahoma"/>
                <a:cs typeface="Tahoma"/>
              </a:rPr>
              <a:t>2023</a:t>
            </a:r>
            <a:r>
              <a:rPr sz="3200" b="0" spc="-300" dirty="0">
                <a:latin typeface="Tahoma"/>
                <a:cs typeface="Tahoma"/>
              </a:rPr>
              <a:t> </a:t>
            </a:r>
            <a:r>
              <a:rPr sz="3200" b="0" spc="30" dirty="0">
                <a:latin typeface="Tahoma"/>
                <a:cs typeface="Tahoma"/>
              </a:rPr>
              <a:t>Г</a:t>
            </a:r>
            <a:r>
              <a:rPr sz="3200" b="0" spc="-130" dirty="0">
                <a:latin typeface="Tahoma"/>
                <a:cs typeface="Tahoma"/>
              </a:rPr>
              <a:t>О</a:t>
            </a:r>
            <a:r>
              <a:rPr sz="3200" b="0" spc="50" dirty="0">
                <a:latin typeface="Tahoma"/>
                <a:cs typeface="Tahoma"/>
              </a:rPr>
              <a:t>ДА</a:t>
            </a:r>
            <a:r>
              <a:rPr sz="3200" b="0" spc="-295" dirty="0">
                <a:latin typeface="Tahoma"/>
                <a:cs typeface="Tahoma"/>
              </a:rPr>
              <a:t> </a:t>
            </a:r>
            <a:r>
              <a:rPr sz="3200" b="0" spc="-5" dirty="0">
                <a:latin typeface="Tahoma"/>
                <a:cs typeface="Tahoma"/>
              </a:rPr>
              <a:t>Т</a:t>
            </a:r>
            <a:r>
              <a:rPr sz="3200" b="0" dirty="0">
                <a:latin typeface="Tahoma"/>
                <a:cs typeface="Tahoma"/>
              </a:rPr>
              <a:t>Е</a:t>
            </a:r>
            <a:r>
              <a:rPr sz="3200" b="0" spc="105" dirty="0">
                <a:latin typeface="Tahoma"/>
                <a:cs typeface="Tahoma"/>
              </a:rPr>
              <a:t>Х</a:t>
            </a:r>
            <a:r>
              <a:rPr sz="3200" b="0" spc="-30" dirty="0">
                <a:latin typeface="Tahoma"/>
                <a:cs typeface="Tahoma"/>
              </a:rPr>
              <a:t>Н</a:t>
            </a:r>
            <a:r>
              <a:rPr sz="3200" b="0" spc="60" dirty="0">
                <a:latin typeface="Tahoma"/>
                <a:cs typeface="Tahoma"/>
              </a:rPr>
              <a:t>И</a:t>
            </a:r>
            <a:r>
              <a:rPr sz="3200" b="0" spc="-20" dirty="0">
                <a:latin typeface="Tahoma"/>
                <a:cs typeface="Tahoma"/>
              </a:rPr>
              <a:t>Ч</a:t>
            </a:r>
            <a:r>
              <a:rPr sz="3200" b="0" spc="-15" dirty="0">
                <a:latin typeface="Tahoma"/>
                <a:cs typeface="Tahoma"/>
              </a:rPr>
              <a:t>Е</a:t>
            </a:r>
            <a:r>
              <a:rPr sz="3200" b="0" spc="-105" dirty="0">
                <a:latin typeface="Tahoma"/>
                <a:cs typeface="Tahoma"/>
              </a:rPr>
              <a:t>С</a:t>
            </a:r>
            <a:r>
              <a:rPr sz="3200" b="0" spc="-15" dirty="0">
                <a:latin typeface="Tahoma"/>
                <a:cs typeface="Tahoma"/>
              </a:rPr>
              <a:t>К</a:t>
            </a:r>
            <a:r>
              <a:rPr sz="3200" b="0" spc="60" dirty="0">
                <a:latin typeface="Tahoma"/>
                <a:cs typeface="Tahoma"/>
              </a:rPr>
              <a:t>И</a:t>
            </a:r>
            <a:r>
              <a:rPr sz="3200" b="0" spc="45" dirty="0">
                <a:latin typeface="Tahoma"/>
                <a:cs typeface="Tahoma"/>
              </a:rPr>
              <a:t>Й  </a:t>
            </a:r>
            <a:r>
              <a:rPr sz="3200" b="0" spc="15" dirty="0">
                <a:latin typeface="Tahoma"/>
                <a:cs typeface="Tahoma"/>
              </a:rPr>
              <a:t>ДЕ</a:t>
            </a:r>
            <a:r>
              <a:rPr sz="3200" b="0" spc="-20" dirty="0">
                <a:latin typeface="Tahoma"/>
                <a:cs typeface="Tahoma"/>
              </a:rPr>
              <a:t>П</a:t>
            </a:r>
            <a:r>
              <a:rPr sz="3200" b="0" spc="100" dirty="0">
                <a:latin typeface="Tahoma"/>
                <a:cs typeface="Tahoma"/>
              </a:rPr>
              <a:t>А</a:t>
            </a:r>
            <a:r>
              <a:rPr sz="3200" b="0" spc="85" dirty="0">
                <a:latin typeface="Tahoma"/>
                <a:cs typeface="Tahoma"/>
              </a:rPr>
              <a:t>Р</a:t>
            </a:r>
            <a:r>
              <a:rPr sz="3200" b="0" spc="120" dirty="0">
                <a:latin typeface="Tahoma"/>
                <a:cs typeface="Tahoma"/>
              </a:rPr>
              <a:t>ТА</a:t>
            </a:r>
            <a:r>
              <a:rPr sz="3200" b="0" spc="155" dirty="0">
                <a:latin typeface="Tahoma"/>
                <a:cs typeface="Tahoma"/>
              </a:rPr>
              <a:t>М</a:t>
            </a:r>
            <a:r>
              <a:rPr sz="3200" b="0" dirty="0">
                <a:latin typeface="Tahoma"/>
                <a:cs typeface="Tahoma"/>
              </a:rPr>
              <a:t>Е</a:t>
            </a:r>
            <a:r>
              <a:rPr sz="3200" b="0" spc="-30" dirty="0">
                <a:latin typeface="Tahoma"/>
                <a:cs typeface="Tahoma"/>
              </a:rPr>
              <a:t>Н</a:t>
            </a:r>
            <a:r>
              <a:rPr sz="3200" b="0" spc="-10" dirty="0">
                <a:latin typeface="Tahoma"/>
                <a:cs typeface="Tahoma"/>
              </a:rPr>
              <a:t>Т</a:t>
            </a:r>
            <a:r>
              <a:rPr sz="3200" b="0" spc="-330" dirty="0">
                <a:latin typeface="Tahoma"/>
                <a:cs typeface="Tahoma"/>
              </a:rPr>
              <a:t> </a:t>
            </a:r>
            <a:r>
              <a:rPr sz="3200" b="0" spc="-140" dirty="0">
                <a:latin typeface="Tahoma"/>
                <a:cs typeface="Tahoma"/>
              </a:rPr>
              <a:t>FIG</a:t>
            </a:r>
            <a:r>
              <a:rPr sz="3200" b="0" spc="35" dirty="0">
                <a:latin typeface="Tahoma"/>
                <a:cs typeface="Tahoma"/>
              </a:rPr>
              <a:t>U</a:t>
            </a:r>
            <a:r>
              <a:rPr sz="3200" b="0" spc="30" dirty="0">
                <a:latin typeface="Tahoma"/>
                <a:cs typeface="Tahoma"/>
              </a:rPr>
              <a:t>RA</a:t>
            </a:r>
            <a:r>
              <a:rPr sz="3200" b="0" spc="275" dirty="0">
                <a:latin typeface="Tahoma"/>
                <a:cs typeface="Tahoma"/>
              </a:rPr>
              <a:t>-</a:t>
            </a:r>
            <a:r>
              <a:rPr sz="3200" b="0" spc="-185" dirty="0">
                <a:latin typeface="Tahoma"/>
                <a:cs typeface="Tahoma"/>
              </a:rPr>
              <a:t>IT</a:t>
            </a:r>
            <a:r>
              <a:rPr sz="3200" b="0" spc="-320" dirty="0">
                <a:latin typeface="Tahoma"/>
                <a:cs typeface="Tahoma"/>
              </a:rPr>
              <a:t> </a:t>
            </a:r>
            <a:r>
              <a:rPr sz="3200" b="0" spc="130" dirty="0">
                <a:latin typeface="Tahoma"/>
                <a:cs typeface="Tahoma"/>
              </a:rPr>
              <a:t>Р</a:t>
            </a:r>
            <a:r>
              <a:rPr sz="3200" b="0" dirty="0">
                <a:latin typeface="Tahoma"/>
                <a:cs typeface="Tahoma"/>
              </a:rPr>
              <a:t>Е</a:t>
            </a:r>
            <a:r>
              <a:rPr sz="3200" b="0" spc="-5" dirty="0">
                <a:latin typeface="Tahoma"/>
                <a:cs typeface="Tahoma"/>
              </a:rPr>
              <a:t>АЛ</a:t>
            </a:r>
            <a:r>
              <a:rPr sz="3200" b="0" spc="60" dirty="0">
                <a:latin typeface="Tahoma"/>
                <a:cs typeface="Tahoma"/>
              </a:rPr>
              <a:t>И</a:t>
            </a:r>
            <a:r>
              <a:rPr sz="3200" b="0" spc="55" dirty="0">
                <a:latin typeface="Tahoma"/>
                <a:cs typeface="Tahoma"/>
              </a:rPr>
              <a:t>З</a:t>
            </a:r>
            <a:r>
              <a:rPr sz="3200" b="0" spc="-130" dirty="0">
                <a:latin typeface="Tahoma"/>
                <a:cs typeface="Tahoma"/>
              </a:rPr>
              <a:t>О</a:t>
            </a:r>
            <a:r>
              <a:rPr sz="3200" b="0" spc="105" dirty="0">
                <a:latin typeface="Tahoma"/>
                <a:cs typeface="Tahoma"/>
              </a:rPr>
              <a:t>В</a:t>
            </a:r>
            <a:r>
              <a:rPr sz="3200" b="0" spc="-5" dirty="0">
                <a:latin typeface="Tahoma"/>
                <a:cs typeface="Tahoma"/>
              </a:rPr>
              <a:t>АЛ</a:t>
            </a:r>
            <a:r>
              <a:rPr sz="3200" b="0" spc="-315" dirty="0">
                <a:latin typeface="Tahoma"/>
                <a:cs typeface="Tahoma"/>
              </a:rPr>
              <a:t> </a:t>
            </a:r>
            <a:r>
              <a:rPr sz="3200" b="0" spc="-38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86027" y="1909753"/>
            <a:ext cx="5196205" cy="3401695"/>
            <a:chOff x="986027" y="1909753"/>
            <a:chExt cx="5196205" cy="34016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227" y="4818091"/>
              <a:ext cx="119977" cy="2092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3890" y="4818091"/>
              <a:ext cx="119977" cy="2092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41779" y="4871783"/>
              <a:ext cx="356235" cy="210820"/>
            </a:xfrm>
            <a:custGeom>
              <a:avLst/>
              <a:gdLst/>
              <a:ahLst/>
              <a:cxnLst/>
              <a:rect l="l" t="t" r="r" b="b"/>
              <a:pathLst>
                <a:path w="356235" h="210820">
                  <a:moveTo>
                    <a:pt x="159969" y="45415"/>
                  </a:moveTo>
                  <a:lnTo>
                    <a:pt x="99288" y="45415"/>
                  </a:lnTo>
                  <a:lnTo>
                    <a:pt x="99288" y="155524"/>
                  </a:lnTo>
                  <a:lnTo>
                    <a:pt x="159969" y="155524"/>
                  </a:lnTo>
                  <a:lnTo>
                    <a:pt x="159969" y="45415"/>
                  </a:lnTo>
                  <a:close/>
                </a:path>
                <a:path w="356235" h="210820">
                  <a:moveTo>
                    <a:pt x="159969" y="4546"/>
                  </a:moveTo>
                  <a:lnTo>
                    <a:pt x="0" y="4546"/>
                  </a:lnTo>
                  <a:lnTo>
                    <a:pt x="0" y="45148"/>
                  </a:lnTo>
                  <a:lnTo>
                    <a:pt x="0" y="155524"/>
                  </a:lnTo>
                  <a:lnTo>
                    <a:pt x="62052" y="155524"/>
                  </a:lnTo>
                  <a:lnTo>
                    <a:pt x="62052" y="45148"/>
                  </a:lnTo>
                  <a:lnTo>
                    <a:pt x="159969" y="45148"/>
                  </a:lnTo>
                  <a:lnTo>
                    <a:pt x="159969" y="4546"/>
                  </a:lnTo>
                  <a:close/>
                </a:path>
                <a:path w="356235" h="210820">
                  <a:moveTo>
                    <a:pt x="355790" y="81203"/>
                  </a:moveTo>
                  <a:lnTo>
                    <a:pt x="344436" y="24765"/>
                  </a:lnTo>
                  <a:lnTo>
                    <a:pt x="300634" y="0"/>
                  </a:lnTo>
                  <a:lnTo>
                    <a:pt x="290969" y="1092"/>
                  </a:lnTo>
                  <a:lnTo>
                    <a:pt x="290969" y="82575"/>
                  </a:lnTo>
                  <a:lnTo>
                    <a:pt x="289941" y="101549"/>
                  </a:lnTo>
                  <a:lnTo>
                    <a:pt x="286842" y="112509"/>
                  </a:lnTo>
                  <a:lnTo>
                    <a:pt x="281673" y="117805"/>
                  </a:lnTo>
                  <a:lnTo>
                    <a:pt x="274421" y="119735"/>
                  </a:lnTo>
                  <a:lnTo>
                    <a:pt x="264769" y="119735"/>
                  </a:lnTo>
                  <a:lnTo>
                    <a:pt x="259257" y="118364"/>
                  </a:lnTo>
                  <a:lnTo>
                    <a:pt x="253746" y="115608"/>
                  </a:lnTo>
                  <a:lnTo>
                    <a:pt x="253746" y="52298"/>
                  </a:lnTo>
                  <a:lnTo>
                    <a:pt x="264769" y="46786"/>
                  </a:lnTo>
                  <a:lnTo>
                    <a:pt x="274421" y="46786"/>
                  </a:lnTo>
                  <a:lnTo>
                    <a:pt x="281673" y="47739"/>
                  </a:lnTo>
                  <a:lnTo>
                    <a:pt x="286842" y="52298"/>
                  </a:lnTo>
                  <a:lnTo>
                    <a:pt x="289941" y="63055"/>
                  </a:lnTo>
                  <a:lnTo>
                    <a:pt x="290969" y="82575"/>
                  </a:lnTo>
                  <a:lnTo>
                    <a:pt x="290969" y="1092"/>
                  </a:lnTo>
                  <a:lnTo>
                    <a:pt x="283476" y="1930"/>
                  </a:lnTo>
                  <a:lnTo>
                    <a:pt x="267881" y="7226"/>
                  </a:lnTo>
                  <a:lnTo>
                    <a:pt x="254863" y="15087"/>
                  </a:lnTo>
                  <a:lnTo>
                    <a:pt x="245465" y="24765"/>
                  </a:lnTo>
                  <a:lnTo>
                    <a:pt x="239953" y="4127"/>
                  </a:lnTo>
                  <a:lnTo>
                    <a:pt x="188925" y="4127"/>
                  </a:lnTo>
                  <a:lnTo>
                    <a:pt x="188925" y="210578"/>
                  </a:lnTo>
                  <a:lnTo>
                    <a:pt x="252361" y="210578"/>
                  </a:lnTo>
                  <a:lnTo>
                    <a:pt x="252361" y="180301"/>
                  </a:lnTo>
                  <a:lnTo>
                    <a:pt x="252145" y="172046"/>
                  </a:lnTo>
                  <a:lnTo>
                    <a:pt x="251256" y="156552"/>
                  </a:lnTo>
                  <a:lnTo>
                    <a:pt x="250977" y="147269"/>
                  </a:lnTo>
                  <a:lnTo>
                    <a:pt x="261023" y="152692"/>
                  </a:lnTo>
                  <a:lnTo>
                    <a:pt x="272364" y="156552"/>
                  </a:lnTo>
                  <a:lnTo>
                    <a:pt x="284721" y="158877"/>
                  </a:lnTo>
                  <a:lnTo>
                    <a:pt x="297865" y="159651"/>
                  </a:lnTo>
                  <a:lnTo>
                    <a:pt x="323215" y="156108"/>
                  </a:lnTo>
                  <a:lnTo>
                    <a:pt x="336054" y="147269"/>
                  </a:lnTo>
                  <a:lnTo>
                    <a:pt x="341312" y="143649"/>
                  </a:lnTo>
                  <a:lnTo>
                    <a:pt x="352107" y="119735"/>
                  </a:lnTo>
                  <a:lnTo>
                    <a:pt x="352171" y="119583"/>
                  </a:lnTo>
                  <a:lnTo>
                    <a:pt x="355790" y="81203"/>
                  </a:lnTo>
                  <a:close/>
                </a:path>
              </a:pathLst>
            </a:custGeom>
            <a:solidFill>
              <a:srgbClr val="0F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0186" y="2408066"/>
              <a:ext cx="157212" cy="2160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74267" y="2465882"/>
              <a:ext cx="356235" cy="210820"/>
            </a:xfrm>
            <a:custGeom>
              <a:avLst/>
              <a:gdLst/>
              <a:ahLst/>
              <a:cxnLst/>
              <a:rect l="l" t="t" r="r" b="b"/>
              <a:pathLst>
                <a:path w="356235" h="210819">
                  <a:moveTo>
                    <a:pt x="159981" y="45415"/>
                  </a:moveTo>
                  <a:lnTo>
                    <a:pt x="99301" y="45415"/>
                  </a:lnTo>
                  <a:lnTo>
                    <a:pt x="99301" y="155524"/>
                  </a:lnTo>
                  <a:lnTo>
                    <a:pt x="159981" y="155524"/>
                  </a:lnTo>
                  <a:lnTo>
                    <a:pt x="159981" y="45415"/>
                  </a:lnTo>
                  <a:close/>
                </a:path>
                <a:path w="356235" h="210819">
                  <a:moveTo>
                    <a:pt x="159981" y="4546"/>
                  </a:moveTo>
                  <a:lnTo>
                    <a:pt x="0" y="4546"/>
                  </a:lnTo>
                  <a:lnTo>
                    <a:pt x="0" y="45148"/>
                  </a:lnTo>
                  <a:lnTo>
                    <a:pt x="0" y="155524"/>
                  </a:lnTo>
                  <a:lnTo>
                    <a:pt x="62064" y="155524"/>
                  </a:lnTo>
                  <a:lnTo>
                    <a:pt x="62064" y="45148"/>
                  </a:lnTo>
                  <a:lnTo>
                    <a:pt x="159981" y="45148"/>
                  </a:lnTo>
                  <a:lnTo>
                    <a:pt x="159981" y="4546"/>
                  </a:lnTo>
                  <a:close/>
                </a:path>
                <a:path w="356235" h="210819">
                  <a:moveTo>
                    <a:pt x="355803" y="81203"/>
                  </a:moveTo>
                  <a:lnTo>
                    <a:pt x="352831" y="47028"/>
                  </a:lnTo>
                  <a:lnTo>
                    <a:pt x="352742" y="46799"/>
                  </a:lnTo>
                  <a:lnTo>
                    <a:pt x="344601" y="24777"/>
                  </a:lnTo>
                  <a:lnTo>
                    <a:pt x="343395" y="21501"/>
                  </a:lnTo>
                  <a:lnTo>
                    <a:pt x="326707" y="5524"/>
                  </a:lnTo>
                  <a:lnTo>
                    <a:pt x="302018" y="0"/>
                  </a:lnTo>
                  <a:lnTo>
                    <a:pt x="290982" y="1244"/>
                  </a:lnTo>
                  <a:lnTo>
                    <a:pt x="290982" y="82588"/>
                  </a:lnTo>
                  <a:lnTo>
                    <a:pt x="289953" y="101549"/>
                  </a:lnTo>
                  <a:lnTo>
                    <a:pt x="286854" y="112522"/>
                  </a:lnTo>
                  <a:lnTo>
                    <a:pt x="281673" y="117805"/>
                  </a:lnTo>
                  <a:lnTo>
                    <a:pt x="274434" y="119748"/>
                  </a:lnTo>
                  <a:lnTo>
                    <a:pt x="264782" y="119748"/>
                  </a:lnTo>
                  <a:lnTo>
                    <a:pt x="259270" y="118364"/>
                  </a:lnTo>
                  <a:lnTo>
                    <a:pt x="253746" y="115620"/>
                  </a:lnTo>
                  <a:lnTo>
                    <a:pt x="253746" y="52298"/>
                  </a:lnTo>
                  <a:lnTo>
                    <a:pt x="264782" y="46799"/>
                  </a:lnTo>
                  <a:lnTo>
                    <a:pt x="274434" y="46799"/>
                  </a:lnTo>
                  <a:lnTo>
                    <a:pt x="281673" y="47739"/>
                  </a:lnTo>
                  <a:lnTo>
                    <a:pt x="286854" y="52298"/>
                  </a:lnTo>
                  <a:lnTo>
                    <a:pt x="289953" y="63055"/>
                  </a:lnTo>
                  <a:lnTo>
                    <a:pt x="290982" y="82588"/>
                  </a:lnTo>
                  <a:lnTo>
                    <a:pt x="290982" y="1244"/>
                  </a:lnTo>
                  <a:lnTo>
                    <a:pt x="284861" y="1930"/>
                  </a:lnTo>
                  <a:lnTo>
                    <a:pt x="269265" y="7226"/>
                  </a:lnTo>
                  <a:lnTo>
                    <a:pt x="256247" y="15100"/>
                  </a:lnTo>
                  <a:lnTo>
                    <a:pt x="246862" y="24777"/>
                  </a:lnTo>
                  <a:lnTo>
                    <a:pt x="241338" y="4127"/>
                  </a:lnTo>
                  <a:lnTo>
                    <a:pt x="190309" y="4127"/>
                  </a:lnTo>
                  <a:lnTo>
                    <a:pt x="190309" y="210591"/>
                  </a:lnTo>
                  <a:lnTo>
                    <a:pt x="252374" y="210591"/>
                  </a:lnTo>
                  <a:lnTo>
                    <a:pt x="252374" y="180301"/>
                  </a:lnTo>
                  <a:lnTo>
                    <a:pt x="252158" y="172046"/>
                  </a:lnTo>
                  <a:lnTo>
                    <a:pt x="251269" y="156565"/>
                  </a:lnTo>
                  <a:lnTo>
                    <a:pt x="250990" y="147269"/>
                  </a:lnTo>
                  <a:lnTo>
                    <a:pt x="261035" y="152692"/>
                  </a:lnTo>
                  <a:lnTo>
                    <a:pt x="272364" y="156565"/>
                  </a:lnTo>
                  <a:lnTo>
                    <a:pt x="284734" y="158889"/>
                  </a:lnTo>
                  <a:lnTo>
                    <a:pt x="297878" y="159664"/>
                  </a:lnTo>
                  <a:lnTo>
                    <a:pt x="323227" y="156108"/>
                  </a:lnTo>
                  <a:lnTo>
                    <a:pt x="336067" y="147269"/>
                  </a:lnTo>
                  <a:lnTo>
                    <a:pt x="341325" y="143662"/>
                  </a:lnTo>
                  <a:lnTo>
                    <a:pt x="352120" y="119748"/>
                  </a:lnTo>
                  <a:lnTo>
                    <a:pt x="352183" y="119595"/>
                  </a:lnTo>
                  <a:lnTo>
                    <a:pt x="355803" y="81203"/>
                  </a:lnTo>
                  <a:close/>
                </a:path>
              </a:pathLst>
            </a:custGeom>
            <a:solidFill>
              <a:srgbClr val="0F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64958" y="1916738"/>
              <a:ext cx="1075690" cy="611505"/>
            </a:xfrm>
            <a:custGeom>
              <a:avLst/>
              <a:gdLst/>
              <a:ahLst/>
              <a:cxnLst/>
              <a:rect l="l" t="t" r="r" b="b"/>
              <a:pathLst>
                <a:path w="1075689" h="611505">
                  <a:moveTo>
                    <a:pt x="1075662" y="229855"/>
                  </a:moveTo>
                  <a:lnTo>
                    <a:pt x="1075662" y="137638"/>
                  </a:lnTo>
                  <a:lnTo>
                    <a:pt x="1068601" y="94254"/>
                  </a:lnTo>
                  <a:lnTo>
                    <a:pt x="1048963" y="56486"/>
                  </a:lnTo>
                  <a:lnTo>
                    <a:pt x="1019065" y="26646"/>
                  </a:lnTo>
                  <a:lnTo>
                    <a:pt x="981224" y="7047"/>
                  </a:lnTo>
                  <a:lnTo>
                    <a:pt x="937756" y="0"/>
                  </a:lnTo>
                  <a:lnTo>
                    <a:pt x="137905" y="0"/>
                  </a:lnTo>
                  <a:lnTo>
                    <a:pt x="94437" y="7047"/>
                  </a:lnTo>
                  <a:lnTo>
                    <a:pt x="56596" y="26646"/>
                  </a:lnTo>
                  <a:lnTo>
                    <a:pt x="26698" y="56486"/>
                  </a:lnTo>
                  <a:lnTo>
                    <a:pt x="7060" y="94254"/>
                  </a:lnTo>
                  <a:lnTo>
                    <a:pt x="0" y="137638"/>
                  </a:lnTo>
                  <a:lnTo>
                    <a:pt x="0" y="611113"/>
                  </a:lnTo>
                </a:path>
              </a:pathLst>
            </a:custGeom>
            <a:ln w="1377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6733" y="2529244"/>
              <a:ext cx="569595" cy="396875"/>
            </a:xfrm>
            <a:custGeom>
              <a:avLst/>
              <a:gdLst/>
              <a:ahLst/>
              <a:cxnLst/>
              <a:rect l="l" t="t" r="r" b="b"/>
              <a:pathLst>
                <a:path w="569595" h="396875">
                  <a:moveTo>
                    <a:pt x="569549" y="396397"/>
                  </a:moveTo>
                  <a:lnTo>
                    <a:pt x="569549" y="24774"/>
                  </a:lnTo>
                  <a:lnTo>
                    <a:pt x="567610" y="15097"/>
                  </a:lnTo>
                  <a:lnTo>
                    <a:pt x="562309" y="7226"/>
                  </a:lnTo>
                  <a:lnTo>
                    <a:pt x="554422" y="1935"/>
                  </a:lnTo>
                  <a:lnTo>
                    <a:pt x="544726" y="0"/>
                  </a:lnTo>
                  <a:lnTo>
                    <a:pt x="24822" y="0"/>
                  </a:lnTo>
                  <a:lnTo>
                    <a:pt x="15126" y="1935"/>
                  </a:lnTo>
                  <a:lnTo>
                    <a:pt x="7240" y="7226"/>
                  </a:lnTo>
                  <a:lnTo>
                    <a:pt x="1939" y="15097"/>
                  </a:lnTo>
                  <a:lnTo>
                    <a:pt x="0" y="24774"/>
                  </a:lnTo>
                  <a:lnTo>
                    <a:pt x="0" y="396397"/>
                  </a:lnTo>
                </a:path>
              </a:pathLst>
            </a:custGeom>
            <a:ln w="13772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1226" y="3774846"/>
              <a:ext cx="93762" cy="936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0562" y="3774846"/>
              <a:ext cx="93762" cy="936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8520" y="3774846"/>
              <a:ext cx="93762" cy="936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59701" y="3145847"/>
              <a:ext cx="1401445" cy="779145"/>
            </a:xfrm>
            <a:custGeom>
              <a:avLst/>
              <a:gdLst/>
              <a:ahLst/>
              <a:cxnLst/>
              <a:rect l="l" t="t" r="r" b="b"/>
              <a:pathLst>
                <a:path w="1401445" h="779145">
                  <a:moveTo>
                    <a:pt x="1401119" y="0"/>
                  </a:moveTo>
                  <a:lnTo>
                    <a:pt x="1401119" y="392268"/>
                  </a:lnTo>
                  <a:lnTo>
                    <a:pt x="1393146" y="431194"/>
                  </a:lnTo>
                  <a:lnTo>
                    <a:pt x="1371469" y="463152"/>
                  </a:lnTo>
                  <a:lnTo>
                    <a:pt x="1339449" y="484787"/>
                  </a:lnTo>
                  <a:lnTo>
                    <a:pt x="1300448" y="492744"/>
                  </a:lnTo>
                  <a:lnTo>
                    <a:pt x="100670" y="492744"/>
                  </a:lnTo>
                  <a:lnTo>
                    <a:pt x="61669" y="500701"/>
                  </a:lnTo>
                  <a:lnTo>
                    <a:pt x="29649" y="522336"/>
                  </a:lnTo>
                  <a:lnTo>
                    <a:pt x="7972" y="554294"/>
                  </a:lnTo>
                  <a:lnTo>
                    <a:pt x="0" y="593220"/>
                  </a:lnTo>
                  <a:lnTo>
                    <a:pt x="0" y="779031"/>
                  </a:lnTo>
                </a:path>
              </a:pathLst>
            </a:custGeom>
            <a:ln w="1377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5001" y="3049508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00178" y="3021980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4647" y="3049508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49824" y="302198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293" y="3049509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9470" y="30219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73939" y="3049510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49116" y="3021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3585" y="304951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98762" y="3021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3230" y="304951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48407" y="3021984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22876" y="3049512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98053" y="3021985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72522" y="3049513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47699" y="3021986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22168" y="3049514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97345" y="3021986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-6895" y="1376"/>
                  </a:moveTo>
                  <a:lnTo>
                    <a:pt x="6895" y="1376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1814" y="3049515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5">
                  <a:moveTo>
                    <a:pt x="-6895" y="688"/>
                  </a:moveTo>
                  <a:lnTo>
                    <a:pt x="6895" y="688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0096" y="3023364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13790" y="0"/>
                  </a:lnTo>
                </a:path>
                <a:path w="63500">
                  <a:moveTo>
                    <a:pt x="49645" y="0"/>
                  </a:moveTo>
                  <a:lnTo>
                    <a:pt x="63436" y="0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75354" y="2975190"/>
              <a:ext cx="645795" cy="124460"/>
            </a:xfrm>
            <a:custGeom>
              <a:avLst/>
              <a:gdLst/>
              <a:ahLst/>
              <a:cxnLst/>
              <a:rect l="l" t="t" r="r" b="b"/>
              <a:pathLst>
                <a:path w="645795" h="124460">
                  <a:moveTo>
                    <a:pt x="0" y="0"/>
                  </a:moveTo>
                  <a:lnTo>
                    <a:pt x="570928" y="0"/>
                  </a:lnTo>
                  <a:lnTo>
                    <a:pt x="645397" y="123874"/>
                  </a:lnTo>
                </a:path>
              </a:pathLst>
            </a:custGeom>
            <a:ln w="13764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00885" y="2975190"/>
              <a:ext cx="74930" cy="124460"/>
            </a:xfrm>
            <a:custGeom>
              <a:avLst/>
              <a:gdLst/>
              <a:ahLst/>
              <a:cxnLst/>
              <a:rect l="l" t="t" r="r" b="b"/>
              <a:pathLst>
                <a:path w="74930" h="124460">
                  <a:moveTo>
                    <a:pt x="0" y="123874"/>
                  </a:moveTo>
                  <a:lnTo>
                    <a:pt x="74468" y="0"/>
                  </a:lnTo>
                </a:path>
              </a:pathLst>
            </a:custGeom>
            <a:ln w="1378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02264" y="3099065"/>
              <a:ext cx="718820" cy="50165"/>
            </a:xfrm>
            <a:custGeom>
              <a:avLst/>
              <a:gdLst/>
              <a:ahLst/>
              <a:cxnLst/>
              <a:rect l="l" t="t" r="r" b="b"/>
              <a:pathLst>
                <a:path w="718820" h="50164">
                  <a:moveTo>
                    <a:pt x="445434" y="0"/>
                  </a:moveTo>
                  <a:lnTo>
                    <a:pt x="718487" y="0"/>
                  </a:lnTo>
                  <a:lnTo>
                    <a:pt x="714608" y="19355"/>
                  </a:lnTo>
                  <a:lnTo>
                    <a:pt x="704007" y="35097"/>
                  </a:lnTo>
                  <a:lnTo>
                    <a:pt x="688234" y="45678"/>
                  </a:lnTo>
                  <a:lnTo>
                    <a:pt x="668841" y="49549"/>
                  </a:lnTo>
                  <a:lnTo>
                    <a:pt x="49645" y="49549"/>
                  </a:lnTo>
                  <a:lnTo>
                    <a:pt x="30253" y="45678"/>
                  </a:lnTo>
                  <a:lnTo>
                    <a:pt x="14480" y="35097"/>
                  </a:lnTo>
                  <a:lnTo>
                    <a:pt x="3878" y="19355"/>
                  </a:lnTo>
                  <a:lnTo>
                    <a:pt x="0" y="0"/>
                  </a:lnTo>
                  <a:lnTo>
                    <a:pt x="273052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11880" y="2602193"/>
              <a:ext cx="298450" cy="299085"/>
            </a:xfrm>
            <a:custGeom>
              <a:avLst/>
              <a:gdLst/>
              <a:ahLst/>
              <a:cxnLst/>
              <a:rect l="l" t="t" r="r" b="b"/>
              <a:pathLst>
                <a:path w="298450" h="299085">
                  <a:moveTo>
                    <a:pt x="0" y="130756"/>
                  </a:moveTo>
                  <a:lnTo>
                    <a:pt x="0" y="169294"/>
                  </a:lnTo>
                  <a:lnTo>
                    <a:pt x="34476" y="177553"/>
                  </a:lnTo>
                  <a:lnTo>
                    <a:pt x="37018" y="186607"/>
                  </a:lnTo>
                  <a:lnTo>
                    <a:pt x="40337" y="195274"/>
                  </a:lnTo>
                  <a:lnTo>
                    <a:pt x="44172" y="203682"/>
                  </a:lnTo>
                  <a:lnTo>
                    <a:pt x="48266" y="211962"/>
                  </a:lnTo>
                  <a:lnTo>
                    <a:pt x="28960" y="242243"/>
                  </a:lnTo>
                  <a:lnTo>
                    <a:pt x="56541" y="269770"/>
                  </a:lnTo>
                  <a:lnTo>
                    <a:pt x="86880" y="250501"/>
                  </a:lnTo>
                  <a:lnTo>
                    <a:pt x="95176" y="255168"/>
                  </a:lnTo>
                  <a:lnTo>
                    <a:pt x="103601" y="258931"/>
                  </a:lnTo>
                  <a:lnTo>
                    <a:pt x="112285" y="261921"/>
                  </a:lnTo>
                  <a:lnTo>
                    <a:pt x="121356" y="264265"/>
                  </a:lnTo>
                  <a:lnTo>
                    <a:pt x="129631" y="298674"/>
                  </a:lnTo>
                  <a:lnTo>
                    <a:pt x="168244" y="298674"/>
                  </a:lnTo>
                  <a:lnTo>
                    <a:pt x="176518" y="264265"/>
                  </a:lnTo>
                  <a:lnTo>
                    <a:pt x="185590" y="261727"/>
                  </a:lnTo>
                  <a:lnTo>
                    <a:pt x="194274" y="258415"/>
                  </a:lnTo>
                  <a:lnTo>
                    <a:pt x="202699" y="254587"/>
                  </a:lnTo>
                  <a:lnTo>
                    <a:pt x="210995" y="250501"/>
                  </a:lnTo>
                  <a:lnTo>
                    <a:pt x="241334" y="269770"/>
                  </a:lnTo>
                  <a:lnTo>
                    <a:pt x="268915" y="242243"/>
                  </a:lnTo>
                  <a:lnTo>
                    <a:pt x="249608" y="211962"/>
                  </a:lnTo>
                  <a:lnTo>
                    <a:pt x="254284" y="203682"/>
                  </a:lnTo>
                  <a:lnTo>
                    <a:pt x="258055" y="195274"/>
                  </a:lnTo>
                  <a:lnTo>
                    <a:pt x="261050" y="186607"/>
                  </a:lnTo>
                  <a:lnTo>
                    <a:pt x="263399" y="177553"/>
                  </a:lnTo>
                  <a:lnTo>
                    <a:pt x="297875" y="169294"/>
                  </a:lnTo>
                  <a:lnTo>
                    <a:pt x="297875" y="130756"/>
                  </a:lnTo>
                  <a:lnTo>
                    <a:pt x="263399" y="122497"/>
                  </a:lnTo>
                  <a:lnTo>
                    <a:pt x="260856" y="113443"/>
                  </a:lnTo>
                  <a:lnTo>
                    <a:pt x="257538" y="104777"/>
                  </a:lnTo>
                  <a:lnTo>
                    <a:pt x="253702" y="96368"/>
                  </a:lnTo>
                  <a:lnTo>
                    <a:pt x="249608" y="88088"/>
                  </a:lnTo>
                  <a:lnTo>
                    <a:pt x="268915" y="57808"/>
                  </a:lnTo>
                  <a:lnTo>
                    <a:pt x="241334" y="30280"/>
                  </a:lnTo>
                  <a:lnTo>
                    <a:pt x="210995" y="49549"/>
                  </a:lnTo>
                  <a:lnTo>
                    <a:pt x="202699" y="44882"/>
                  </a:lnTo>
                  <a:lnTo>
                    <a:pt x="194274" y="41119"/>
                  </a:lnTo>
                  <a:lnTo>
                    <a:pt x="185590" y="38130"/>
                  </a:lnTo>
                  <a:lnTo>
                    <a:pt x="176518" y="35785"/>
                  </a:lnTo>
                  <a:lnTo>
                    <a:pt x="168244" y="0"/>
                  </a:lnTo>
                  <a:lnTo>
                    <a:pt x="129631" y="0"/>
                  </a:lnTo>
                  <a:lnTo>
                    <a:pt x="121356" y="35785"/>
                  </a:lnTo>
                  <a:lnTo>
                    <a:pt x="112285" y="38323"/>
                  </a:lnTo>
                  <a:lnTo>
                    <a:pt x="103601" y="41635"/>
                  </a:lnTo>
                  <a:lnTo>
                    <a:pt x="95176" y="45463"/>
                  </a:lnTo>
                  <a:lnTo>
                    <a:pt x="86880" y="49549"/>
                  </a:lnTo>
                  <a:lnTo>
                    <a:pt x="56541" y="30280"/>
                  </a:lnTo>
                  <a:lnTo>
                    <a:pt x="28960" y="57808"/>
                  </a:lnTo>
                  <a:lnTo>
                    <a:pt x="48266" y="88088"/>
                  </a:lnTo>
                  <a:lnTo>
                    <a:pt x="43591" y="96368"/>
                  </a:lnTo>
                  <a:lnTo>
                    <a:pt x="39820" y="104777"/>
                  </a:lnTo>
                  <a:lnTo>
                    <a:pt x="36825" y="113443"/>
                  </a:lnTo>
                  <a:lnTo>
                    <a:pt x="34476" y="122497"/>
                  </a:lnTo>
                  <a:lnTo>
                    <a:pt x="0" y="130756"/>
                  </a:lnTo>
                  <a:close/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91872" y="2683394"/>
              <a:ext cx="137892" cy="13765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98387" y="4022619"/>
              <a:ext cx="721360" cy="570230"/>
            </a:xfrm>
            <a:custGeom>
              <a:avLst/>
              <a:gdLst/>
              <a:ahLst/>
              <a:cxnLst/>
              <a:rect l="l" t="t" r="r" b="b"/>
              <a:pathLst>
                <a:path w="721360" h="570229">
                  <a:moveTo>
                    <a:pt x="26202" y="148649"/>
                  </a:moveTo>
                  <a:lnTo>
                    <a:pt x="26202" y="421172"/>
                  </a:lnTo>
                  <a:lnTo>
                    <a:pt x="1379" y="433560"/>
                  </a:lnTo>
                  <a:lnTo>
                    <a:pt x="1379" y="520272"/>
                  </a:lnTo>
                  <a:lnTo>
                    <a:pt x="5257" y="539627"/>
                  </a:lnTo>
                  <a:lnTo>
                    <a:pt x="15859" y="555369"/>
                  </a:lnTo>
                  <a:lnTo>
                    <a:pt x="31632" y="565950"/>
                  </a:lnTo>
                  <a:lnTo>
                    <a:pt x="51025" y="569821"/>
                  </a:lnTo>
                  <a:lnTo>
                    <a:pt x="137905" y="569821"/>
                  </a:lnTo>
                  <a:lnTo>
                    <a:pt x="150316" y="545046"/>
                  </a:lnTo>
                  <a:lnTo>
                    <a:pt x="572307" y="545046"/>
                  </a:lnTo>
                  <a:lnTo>
                    <a:pt x="584719" y="569821"/>
                  </a:lnTo>
                  <a:lnTo>
                    <a:pt x="671599" y="569821"/>
                  </a:lnTo>
                  <a:lnTo>
                    <a:pt x="690992" y="565950"/>
                  </a:lnTo>
                  <a:lnTo>
                    <a:pt x="706765" y="555369"/>
                  </a:lnTo>
                  <a:lnTo>
                    <a:pt x="717366" y="539627"/>
                  </a:lnTo>
                  <a:lnTo>
                    <a:pt x="721245" y="520272"/>
                  </a:lnTo>
                  <a:lnTo>
                    <a:pt x="721245" y="433560"/>
                  </a:lnTo>
                  <a:lnTo>
                    <a:pt x="696422" y="421172"/>
                  </a:lnTo>
                  <a:lnTo>
                    <a:pt x="696422" y="148649"/>
                  </a:lnTo>
                  <a:lnTo>
                    <a:pt x="721245" y="136261"/>
                  </a:lnTo>
                  <a:lnTo>
                    <a:pt x="721245" y="49549"/>
                  </a:lnTo>
                  <a:lnTo>
                    <a:pt x="717366" y="30194"/>
                  </a:lnTo>
                  <a:lnTo>
                    <a:pt x="706765" y="14452"/>
                  </a:lnTo>
                  <a:lnTo>
                    <a:pt x="690992" y="3871"/>
                  </a:lnTo>
                  <a:lnTo>
                    <a:pt x="671599" y="0"/>
                  </a:lnTo>
                  <a:lnTo>
                    <a:pt x="584719" y="0"/>
                  </a:lnTo>
                  <a:lnTo>
                    <a:pt x="572307" y="24774"/>
                  </a:lnTo>
                  <a:lnTo>
                    <a:pt x="148937" y="24774"/>
                  </a:lnTo>
                  <a:lnTo>
                    <a:pt x="136526" y="0"/>
                  </a:lnTo>
                  <a:lnTo>
                    <a:pt x="49645" y="0"/>
                  </a:lnTo>
                  <a:lnTo>
                    <a:pt x="30253" y="3871"/>
                  </a:lnTo>
                  <a:lnTo>
                    <a:pt x="14480" y="14452"/>
                  </a:lnTo>
                  <a:lnTo>
                    <a:pt x="3878" y="30194"/>
                  </a:lnTo>
                  <a:lnTo>
                    <a:pt x="0" y="49549"/>
                  </a:lnTo>
                  <a:lnTo>
                    <a:pt x="0" y="136261"/>
                  </a:lnTo>
                  <a:lnTo>
                    <a:pt x="26202" y="148649"/>
                  </a:lnTo>
                </a:path>
              </a:pathLst>
            </a:custGeom>
            <a:ln w="13774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29322" y="4515364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0" y="0"/>
                  </a:moveTo>
                  <a:lnTo>
                    <a:pt x="2758" y="1376"/>
                  </a:lnTo>
                </a:path>
              </a:pathLst>
            </a:custGeom>
            <a:ln w="13769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21793" y="4121720"/>
              <a:ext cx="397510" cy="363855"/>
            </a:xfrm>
            <a:custGeom>
              <a:avLst/>
              <a:gdLst/>
              <a:ahLst/>
              <a:cxnLst/>
              <a:rect l="l" t="t" r="r" b="b"/>
              <a:pathLst>
                <a:path w="397510" h="363854">
                  <a:moveTo>
                    <a:pt x="397167" y="308309"/>
                  </a:moveTo>
                  <a:lnTo>
                    <a:pt x="250987" y="162412"/>
                  </a:lnTo>
                  <a:lnTo>
                    <a:pt x="260641" y="86712"/>
                  </a:lnTo>
                  <a:lnTo>
                    <a:pt x="173760" y="0"/>
                  </a:lnTo>
                  <a:lnTo>
                    <a:pt x="99291" y="0"/>
                  </a:lnTo>
                  <a:lnTo>
                    <a:pt x="173760" y="74324"/>
                  </a:lnTo>
                  <a:lnTo>
                    <a:pt x="161349" y="159660"/>
                  </a:lnTo>
                  <a:lnTo>
                    <a:pt x="74468" y="172047"/>
                  </a:lnTo>
                  <a:lnTo>
                    <a:pt x="0" y="99099"/>
                  </a:lnTo>
                  <a:lnTo>
                    <a:pt x="0" y="172047"/>
                  </a:lnTo>
                  <a:lnTo>
                    <a:pt x="88259" y="260136"/>
                  </a:lnTo>
                  <a:lnTo>
                    <a:pt x="164107" y="250501"/>
                  </a:lnTo>
                  <a:lnTo>
                    <a:pt x="277189" y="363364"/>
                  </a:lnTo>
                </a:path>
              </a:pathLst>
            </a:custGeom>
            <a:ln w="137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89367" y="4195356"/>
              <a:ext cx="38735" cy="25400"/>
            </a:xfrm>
            <a:custGeom>
              <a:avLst/>
              <a:gdLst/>
              <a:ahLst/>
              <a:cxnLst/>
              <a:rect l="l" t="t" r="r" b="b"/>
              <a:pathLst>
                <a:path w="38735" h="25400">
                  <a:moveTo>
                    <a:pt x="0" y="0"/>
                  </a:moveTo>
                  <a:lnTo>
                    <a:pt x="13790" y="0"/>
                  </a:lnTo>
                </a:path>
                <a:path w="38735" h="25400">
                  <a:moveTo>
                    <a:pt x="24822" y="24773"/>
                  </a:moveTo>
                  <a:lnTo>
                    <a:pt x="38613" y="24773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9733" y="3916639"/>
              <a:ext cx="237173" cy="880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9614" y="2342056"/>
              <a:ext cx="262005" cy="3069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40620" y="2843044"/>
              <a:ext cx="1114425" cy="763905"/>
            </a:xfrm>
            <a:custGeom>
              <a:avLst/>
              <a:gdLst/>
              <a:ahLst/>
              <a:cxnLst/>
              <a:rect l="l" t="t" r="r" b="b"/>
              <a:pathLst>
                <a:path w="1114425" h="763904">
                  <a:moveTo>
                    <a:pt x="0" y="0"/>
                  </a:moveTo>
                  <a:lnTo>
                    <a:pt x="0" y="546423"/>
                  </a:lnTo>
                  <a:lnTo>
                    <a:pt x="5773" y="596173"/>
                  </a:lnTo>
                  <a:lnTo>
                    <a:pt x="22209" y="641903"/>
                  </a:lnTo>
                  <a:lnTo>
                    <a:pt x="47981" y="682287"/>
                  </a:lnTo>
                  <a:lnTo>
                    <a:pt x="81762" y="716003"/>
                  </a:lnTo>
                  <a:lnTo>
                    <a:pt x="122225" y="741724"/>
                  </a:lnTo>
                  <a:lnTo>
                    <a:pt x="168043" y="758129"/>
                  </a:lnTo>
                  <a:lnTo>
                    <a:pt x="217890" y="763891"/>
                  </a:lnTo>
                  <a:lnTo>
                    <a:pt x="1114275" y="763891"/>
                  </a:lnTo>
                </a:path>
              </a:pathLst>
            </a:custGeom>
            <a:ln w="13772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995853" y="2142488"/>
              <a:ext cx="691515" cy="702310"/>
            </a:xfrm>
            <a:custGeom>
              <a:avLst/>
              <a:gdLst/>
              <a:ahLst/>
              <a:cxnLst/>
              <a:rect l="l" t="t" r="r" b="b"/>
              <a:pathLst>
                <a:path w="691514" h="702310">
                  <a:moveTo>
                    <a:pt x="110324" y="180305"/>
                  </a:moveTo>
                  <a:lnTo>
                    <a:pt x="104140" y="189596"/>
                  </a:lnTo>
                  <a:lnTo>
                    <a:pt x="98085" y="198887"/>
                  </a:lnTo>
                  <a:lnTo>
                    <a:pt x="92288" y="208177"/>
                  </a:lnTo>
                  <a:lnTo>
                    <a:pt x="86880" y="217468"/>
                  </a:lnTo>
                  <a:lnTo>
                    <a:pt x="22064" y="207833"/>
                  </a:lnTo>
                  <a:lnTo>
                    <a:pt x="0" y="276652"/>
                  </a:lnTo>
                  <a:lnTo>
                    <a:pt x="57920" y="306932"/>
                  </a:lnTo>
                  <a:lnTo>
                    <a:pt x="56110" y="318073"/>
                  </a:lnTo>
                  <a:lnTo>
                    <a:pt x="54817" y="328955"/>
                  </a:lnTo>
                  <a:lnTo>
                    <a:pt x="54041" y="339837"/>
                  </a:lnTo>
                  <a:lnTo>
                    <a:pt x="53783" y="350977"/>
                  </a:lnTo>
                  <a:lnTo>
                    <a:pt x="54041" y="362117"/>
                  </a:lnTo>
                  <a:lnTo>
                    <a:pt x="54817" y="372999"/>
                  </a:lnTo>
                  <a:lnTo>
                    <a:pt x="56110" y="383881"/>
                  </a:lnTo>
                  <a:lnTo>
                    <a:pt x="57920" y="395021"/>
                  </a:lnTo>
                  <a:lnTo>
                    <a:pt x="0" y="425301"/>
                  </a:lnTo>
                  <a:lnTo>
                    <a:pt x="22064" y="494120"/>
                  </a:lnTo>
                  <a:lnTo>
                    <a:pt x="86880" y="484486"/>
                  </a:lnTo>
                  <a:lnTo>
                    <a:pt x="97762" y="503583"/>
                  </a:lnTo>
                  <a:lnTo>
                    <a:pt x="109807" y="521648"/>
                  </a:lnTo>
                  <a:lnTo>
                    <a:pt x="123145" y="538681"/>
                  </a:lnTo>
                  <a:lnTo>
                    <a:pt x="137905" y="554681"/>
                  </a:lnTo>
                  <a:lnTo>
                    <a:pt x="108945" y="612489"/>
                  </a:lnTo>
                  <a:lnTo>
                    <a:pt x="168244" y="655157"/>
                  </a:lnTo>
                  <a:lnTo>
                    <a:pt x="215132" y="609736"/>
                  </a:lnTo>
                  <a:lnTo>
                    <a:pt x="235042" y="618489"/>
                  </a:lnTo>
                  <a:lnTo>
                    <a:pt x="255469" y="626081"/>
                  </a:lnTo>
                  <a:lnTo>
                    <a:pt x="276414" y="632382"/>
                  </a:lnTo>
                  <a:lnTo>
                    <a:pt x="297875" y="637264"/>
                  </a:lnTo>
                  <a:lnTo>
                    <a:pt x="308908" y="701954"/>
                  </a:lnTo>
                  <a:lnTo>
                    <a:pt x="381998" y="701954"/>
                  </a:lnTo>
                  <a:lnTo>
                    <a:pt x="393030" y="637264"/>
                  </a:lnTo>
                  <a:lnTo>
                    <a:pt x="414685" y="632576"/>
                  </a:lnTo>
                  <a:lnTo>
                    <a:pt x="435953" y="626597"/>
                  </a:lnTo>
                  <a:lnTo>
                    <a:pt x="456445" y="619070"/>
                  </a:lnTo>
                  <a:lnTo>
                    <a:pt x="475773" y="609736"/>
                  </a:lnTo>
                  <a:lnTo>
                    <a:pt x="522661" y="655157"/>
                  </a:lnTo>
                  <a:lnTo>
                    <a:pt x="581960" y="612489"/>
                  </a:lnTo>
                  <a:lnTo>
                    <a:pt x="553000" y="554681"/>
                  </a:lnTo>
                  <a:lnTo>
                    <a:pt x="567760" y="538681"/>
                  </a:lnTo>
                  <a:lnTo>
                    <a:pt x="581099" y="521648"/>
                  </a:lnTo>
                  <a:lnTo>
                    <a:pt x="593144" y="503583"/>
                  </a:lnTo>
                  <a:lnTo>
                    <a:pt x="604025" y="484486"/>
                  </a:lnTo>
                  <a:lnTo>
                    <a:pt x="668841" y="494120"/>
                  </a:lnTo>
                  <a:lnTo>
                    <a:pt x="690906" y="425301"/>
                  </a:lnTo>
                  <a:lnTo>
                    <a:pt x="632985" y="395021"/>
                  </a:lnTo>
                  <a:lnTo>
                    <a:pt x="634795" y="384461"/>
                  </a:lnTo>
                  <a:lnTo>
                    <a:pt x="636088" y="373515"/>
                  </a:lnTo>
                  <a:lnTo>
                    <a:pt x="636864" y="362310"/>
                  </a:lnTo>
                  <a:lnTo>
                    <a:pt x="637123" y="350977"/>
                  </a:lnTo>
                  <a:lnTo>
                    <a:pt x="636864" y="339837"/>
                  </a:lnTo>
                  <a:lnTo>
                    <a:pt x="636088" y="328955"/>
                  </a:lnTo>
                  <a:lnTo>
                    <a:pt x="634795" y="318073"/>
                  </a:lnTo>
                  <a:lnTo>
                    <a:pt x="632985" y="306932"/>
                  </a:lnTo>
                  <a:lnTo>
                    <a:pt x="690906" y="276652"/>
                  </a:lnTo>
                  <a:lnTo>
                    <a:pt x="668841" y="207833"/>
                  </a:lnTo>
                  <a:lnTo>
                    <a:pt x="604025" y="217468"/>
                  </a:lnTo>
                  <a:lnTo>
                    <a:pt x="593144" y="198370"/>
                  </a:lnTo>
                  <a:lnTo>
                    <a:pt x="581099" y="180305"/>
                  </a:lnTo>
                  <a:lnTo>
                    <a:pt x="567760" y="163273"/>
                  </a:lnTo>
                  <a:lnTo>
                    <a:pt x="553000" y="147272"/>
                  </a:lnTo>
                  <a:lnTo>
                    <a:pt x="581960" y="89464"/>
                  </a:lnTo>
                  <a:lnTo>
                    <a:pt x="522661" y="46796"/>
                  </a:lnTo>
                  <a:lnTo>
                    <a:pt x="475773" y="92217"/>
                  </a:lnTo>
                  <a:lnTo>
                    <a:pt x="455863" y="83464"/>
                  </a:lnTo>
                  <a:lnTo>
                    <a:pt x="435436" y="75873"/>
                  </a:lnTo>
                  <a:lnTo>
                    <a:pt x="414492" y="69571"/>
                  </a:lnTo>
                  <a:lnTo>
                    <a:pt x="393030" y="64689"/>
                  </a:lnTo>
                  <a:lnTo>
                    <a:pt x="381998" y="0"/>
                  </a:lnTo>
                  <a:lnTo>
                    <a:pt x="308908" y="0"/>
                  </a:lnTo>
                  <a:lnTo>
                    <a:pt x="297875" y="64689"/>
                  </a:lnTo>
                  <a:lnTo>
                    <a:pt x="276220" y="69378"/>
                  </a:lnTo>
                  <a:lnTo>
                    <a:pt x="254952" y="75356"/>
                  </a:lnTo>
                  <a:lnTo>
                    <a:pt x="234460" y="82883"/>
                  </a:lnTo>
                  <a:lnTo>
                    <a:pt x="215132" y="92217"/>
                  </a:lnTo>
                  <a:lnTo>
                    <a:pt x="168244" y="46796"/>
                  </a:lnTo>
                  <a:lnTo>
                    <a:pt x="108945" y="89464"/>
                  </a:lnTo>
                  <a:lnTo>
                    <a:pt x="137905" y="147272"/>
                  </a:lnTo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22727" y="2275996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>
                  <a:moveTo>
                    <a:pt x="435781" y="217468"/>
                  </a:moveTo>
                  <a:lnTo>
                    <a:pt x="430026" y="267331"/>
                  </a:lnTo>
                  <a:lnTo>
                    <a:pt x="413634" y="313104"/>
                  </a:lnTo>
                  <a:lnTo>
                    <a:pt x="387912" y="353482"/>
                  </a:lnTo>
                  <a:lnTo>
                    <a:pt x="354169" y="387160"/>
                  </a:lnTo>
                  <a:lnTo>
                    <a:pt x="313712" y="412832"/>
                  </a:lnTo>
                  <a:lnTo>
                    <a:pt x="267850" y="429192"/>
                  </a:lnTo>
                  <a:lnTo>
                    <a:pt x="217890" y="434936"/>
                  </a:lnTo>
                  <a:lnTo>
                    <a:pt x="167930" y="429192"/>
                  </a:lnTo>
                  <a:lnTo>
                    <a:pt x="122068" y="412832"/>
                  </a:lnTo>
                  <a:lnTo>
                    <a:pt x="81611" y="387160"/>
                  </a:lnTo>
                  <a:lnTo>
                    <a:pt x="47868" y="353482"/>
                  </a:lnTo>
                  <a:lnTo>
                    <a:pt x="22146" y="313104"/>
                  </a:lnTo>
                  <a:lnTo>
                    <a:pt x="5754" y="267331"/>
                  </a:lnTo>
                  <a:lnTo>
                    <a:pt x="0" y="217468"/>
                  </a:lnTo>
                  <a:lnTo>
                    <a:pt x="5754" y="167605"/>
                  </a:lnTo>
                  <a:lnTo>
                    <a:pt x="22146" y="121831"/>
                  </a:lnTo>
                  <a:lnTo>
                    <a:pt x="47868" y="81453"/>
                  </a:lnTo>
                  <a:lnTo>
                    <a:pt x="81611" y="47775"/>
                  </a:lnTo>
                  <a:lnTo>
                    <a:pt x="122068" y="22103"/>
                  </a:lnTo>
                  <a:lnTo>
                    <a:pt x="167930" y="5743"/>
                  </a:lnTo>
                  <a:lnTo>
                    <a:pt x="217890" y="0"/>
                  </a:lnTo>
                  <a:lnTo>
                    <a:pt x="267850" y="5743"/>
                  </a:lnTo>
                  <a:lnTo>
                    <a:pt x="313712" y="22103"/>
                  </a:lnTo>
                  <a:lnTo>
                    <a:pt x="354169" y="47775"/>
                  </a:lnTo>
                  <a:lnTo>
                    <a:pt x="387912" y="81453"/>
                  </a:lnTo>
                  <a:lnTo>
                    <a:pt x="413634" y="121831"/>
                  </a:lnTo>
                  <a:lnTo>
                    <a:pt x="430026" y="167605"/>
                  </a:lnTo>
                  <a:lnTo>
                    <a:pt x="435781" y="217468"/>
                  </a:lnTo>
                  <a:close/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5309" y="3821650"/>
              <a:ext cx="694055" cy="847090"/>
            </a:xfrm>
            <a:custGeom>
              <a:avLst/>
              <a:gdLst/>
              <a:ahLst/>
              <a:cxnLst/>
              <a:rect l="l" t="t" r="r" b="b"/>
              <a:pathLst>
                <a:path w="694054" h="847089">
                  <a:moveTo>
                    <a:pt x="0" y="846474"/>
                  </a:moveTo>
                  <a:lnTo>
                    <a:pt x="475773" y="846474"/>
                  </a:lnTo>
                  <a:lnTo>
                    <a:pt x="525620" y="840712"/>
                  </a:lnTo>
                  <a:lnTo>
                    <a:pt x="571439" y="824307"/>
                  </a:lnTo>
                  <a:lnTo>
                    <a:pt x="611902" y="798585"/>
                  </a:lnTo>
                  <a:lnTo>
                    <a:pt x="645682" y="764870"/>
                  </a:lnTo>
                  <a:lnTo>
                    <a:pt x="671454" y="724486"/>
                  </a:lnTo>
                  <a:lnTo>
                    <a:pt x="687890" y="678756"/>
                  </a:lnTo>
                  <a:lnTo>
                    <a:pt x="693664" y="629006"/>
                  </a:lnTo>
                  <a:lnTo>
                    <a:pt x="693664" y="0"/>
                  </a:lnTo>
                </a:path>
              </a:pathLst>
            </a:custGeom>
            <a:ln w="13779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6775" y="4591040"/>
              <a:ext cx="92385" cy="10270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584712" y="4196027"/>
              <a:ext cx="471805" cy="545465"/>
            </a:xfrm>
            <a:custGeom>
              <a:avLst/>
              <a:gdLst/>
              <a:ahLst/>
              <a:cxnLst/>
              <a:rect l="l" t="t" r="r" b="b"/>
              <a:pathLst>
                <a:path w="471804" h="545464">
                  <a:moveTo>
                    <a:pt x="322698" y="545046"/>
                  </a:moveTo>
                  <a:lnTo>
                    <a:pt x="322698" y="503755"/>
                  </a:lnTo>
                  <a:lnTo>
                    <a:pt x="326297" y="482873"/>
                  </a:lnTo>
                  <a:lnTo>
                    <a:pt x="335972" y="462636"/>
                  </a:lnTo>
                  <a:lnTo>
                    <a:pt x="350042" y="444721"/>
                  </a:lnTo>
                  <a:lnTo>
                    <a:pt x="366828" y="430807"/>
                  </a:lnTo>
                  <a:lnTo>
                    <a:pt x="402088" y="401892"/>
                  </a:lnTo>
                  <a:lnTo>
                    <a:pt x="431125" y="366965"/>
                  </a:lnTo>
                  <a:lnTo>
                    <a:pt x="453013" y="326951"/>
                  </a:lnTo>
                  <a:lnTo>
                    <a:pt x="466826" y="282774"/>
                  </a:lnTo>
                  <a:lnTo>
                    <a:pt x="471636" y="235361"/>
                  </a:lnTo>
                  <a:lnTo>
                    <a:pt x="466877" y="188101"/>
                  </a:lnTo>
                  <a:lnTo>
                    <a:pt x="453213" y="144003"/>
                  </a:lnTo>
                  <a:lnTo>
                    <a:pt x="431565" y="104035"/>
                  </a:lnTo>
                  <a:lnTo>
                    <a:pt x="402856" y="69163"/>
                  </a:lnTo>
                  <a:lnTo>
                    <a:pt x="368005" y="40355"/>
                  </a:lnTo>
                  <a:lnTo>
                    <a:pt x="327934" y="18581"/>
                  </a:lnTo>
                  <a:lnTo>
                    <a:pt x="283565" y="4806"/>
                  </a:lnTo>
                  <a:lnTo>
                    <a:pt x="235818" y="0"/>
                  </a:lnTo>
                  <a:lnTo>
                    <a:pt x="188467" y="4750"/>
                  </a:lnTo>
                  <a:lnTo>
                    <a:pt x="144283" y="18387"/>
                  </a:lnTo>
                  <a:lnTo>
                    <a:pt x="104237" y="39993"/>
                  </a:lnTo>
                  <a:lnTo>
                    <a:pt x="69297" y="68647"/>
                  </a:lnTo>
                  <a:lnTo>
                    <a:pt x="40434" y="103430"/>
                  </a:lnTo>
                  <a:lnTo>
                    <a:pt x="18617" y="143423"/>
                  </a:lnTo>
                  <a:lnTo>
                    <a:pt x="4815" y="187706"/>
                  </a:lnTo>
                  <a:lnTo>
                    <a:pt x="0" y="235361"/>
                  </a:lnTo>
                  <a:lnTo>
                    <a:pt x="2499" y="269641"/>
                  </a:lnTo>
                  <a:lnTo>
                    <a:pt x="9653" y="302115"/>
                  </a:lnTo>
                  <a:lnTo>
                    <a:pt x="20944" y="332525"/>
                  </a:lnTo>
                  <a:lnTo>
                    <a:pt x="35855" y="360611"/>
                  </a:lnTo>
                </a:path>
              </a:pathLst>
            </a:custGeom>
            <a:ln w="13779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33650" y="4840174"/>
              <a:ext cx="173990" cy="74930"/>
            </a:xfrm>
            <a:custGeom>
              <a:avLst/>
              <a:gdLst/>
              <a:ahLst/>
              <a:cxnLst/>
              <a:rect l="l" t="t" r="r" b="b"/>
              <a:pathLst>
                <a:path w="173989" h="74929">
                  <a:moveTo>
                    <a:pt x="173760" y="0"/>
                  </a:moveTo>
                  <a:lnTo>
                    <a:pt x="173760" y="13763"/>
                  </a:lnTo>
                  <a:lnTo>
                    <a:pt x="168934" y="37162"/>
                  </a:lnTo>
                  <a:lnTo>
                    <a:pt x="155833" y="56431"/>
                  </a:lnTo>
                  <a:lnTo>
                    <a:pt x="136526" y="69507"/>
                  </a:lnTo>
                  <a:lnTo>
                    <a:pt x="113082" y="74324"/>
                  </a:lnTo>
                  <a:lnTo>
                    <a:pt x="60678" y="74324"/>
                  </a:lnTo>
                  <a:lnTo>
                    <a:pt x="37234" y="69507"/>
                  </a:lnTo>
                  <a:lnTo>
                    <a:pt x="17927" y="56431"/>
                  </a:lnTo>
                  <a:lnTo>
                    <a:pt x="4826" y="37162"/>
                  </a:lnTo>
                  <a:lnTo>
                    <a:pt x="0" y="13763"/>
                  </a:lnTo>
                  <a:lnTo>
                    <a:pt x="0" y="0"/>
                  </a:lnTo>
                </a:path>
              </a:pathLst>
            </a:custGeom>
            <a:ln w="1376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08827" y="4741075"/>
              <a:ext cx="223520" cy="50165"/>
            </a:xfrm>
            <a:custGeom>
              <a:avLst/>
              <a:gdLst/>
              <a:ahLst/>
              <a:cxnLst/>
              <a:rect l="l" t="t" r="r" b="b"/>
              <a:pathLst>
                <a:path w="223520" h="50164">
                  <a:moveTo>
                    <a:pt x="24822" y="0"/>
                  </a:moveTo>
                  <a:lnTo>
                    <a:pt x="198583" y="0"/>
                  </a:lnTo>
                  <a:lnTo>
                    <a:pt x="208280" y="1935"/>
                  </a:lnTo>
                  <a:lnTo>
                    <a:pt x="216166" y="7226"/>
                  </a:lnTo>
                  <a:lnTo>
                    <a:pt x="221467" y="15097"/>
                  </a:lnTo>
                  <a:lnTo>
                    <a:pt x="223406" y="24774"/>
                  </a:lnTo>
                  <a:lnTo>
                    <a:pt x="221467" y="34452"/>
                  </a:lnTo>
                  <a:lnTo>
                    <a:pt x="216166" y="42323"/>
                  </a:lnTo>
                  <a:lnTo>
                    <a:pt x="208280" y="47614"/>
                  </a:lnTo>
                  <a:lnTo>
                    <a:pt x="198583" y="49549"/>
                  </a:lnTo>
                  <a:lnTo>
                    <a:pt x="24822" y="49549"/>
                  </a:lnTo>
                  <a:lnTo>
                    <a:pt x="15126" y="47614"/>
                  </a:lnTo>
                  <a:lnTo>
                    <a:pt x="7240" y="42323"/>
                  </a:lnTo>
                  <a:lnTo>
                    <a:pt x="1939" y="34452"/>
                  </a:lnTo>
                  <a:lnTo>
                    <a:pt x="0" y="24774"/>
                  </a:lnTo>
                  <a:lnTo>
                    <a:pt x="1939" y="15097"/>
                  </a:lnTo>
                  <a:lnTo>
                    <a:pt x="7240" y="7226"/>
                  </a:lnTo>
                  <a:lnTo>
                    <a:pt x="15126" y="1935"/>
                  </a:lnTo>
                  <a:lnTo>
                    <a:pt x="24822" y="0"/>
                  </a:lnTo>
                </a:path>
              </a:pathLst>
            </a:custGeom>
            <a:ln w="1376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82662" y="4296504"/>
              <a:ext cx="58419" cy="22225"/>
            </a:xfrm>
            <a:custGeom>
              <a:avLst/>
              <a:gdLst/>
              <a:ahLst/>
              <a:cxnLst/>
              <a:rect l="l" t="t" r="r" b="b"/>
              <a:pathLst>
                <a:path w="58420" h="22225">
                  <a:moveTo>
                    <a:pt x="57920" y="22022"/>
                  </a:moveTo>
                  <a:lnTo>
                    <a:pt x="0" y="0"/>
                  </a:lnTo>
                </a:path>
              </a:pathLst>
            </a:custGeom>
            <a:ln w="1376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00479" y="4520855"/>
              <a:ext cx="58419" cy="22225"/>
            </a:xfrm>
            <a:custGeom>
              <a:avLst/>
              <a:gdLst/>
              <a:ahLst/>
              <a:cxnLst/>
              <a:rect l="l" t="t" r="r" b="b"/>
              <a:pathLst>
                <a:path w="58420" h="22225">
                  <a:moveTo>
                    <a:pt x="57920" y="22022"/>
                  </a:moveTo>
                  <a:lnTo>
                    <a:pt x="0" y="0"/>
                  </a:lnTo>
                </a:path>
              </a:pathLst>
            </a:custGeom>
            <a:ln w="1376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00478" y="4296505"/>
              <a:ext cx="58419" cy="22225"/>
            </a:xfrm>
            <a:custGeom>
              <a:avLst/>
              <a:gdLst/>
              <a:ahLst/>
              <a:cxnLst/>
              <a:rect l="l" t="t" r="r" b="b"/>
              <a:pathLst>
                <a:path w="58420" h="22225">
                  <a:moveTo>
                    <a:pt x="0" y="22022"/>
                  </a:moveTo>
                  <a:lnTo>
                    <a:pt x="57920" y="0"/>
                  </a:lnTo>
                </a:path>
              </a:pathLst>
            </a:custGeom>
            <a:ln w="1376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82662" y="4520856"/>
              <a:ext cx="58419" cy="22225"/>
            </a:xfrm>
            <a:custGeom>
              <a:avLst/>
              <a:gdLst/>
              <a:ahLst/>
              <a:cxnLst/>
              <a:rect l="l" t="t" r="r" b="b"/>
              <a:pathLst>
                <a:path w="58420" h="22225">
                  <a:moveTo>
                    <a:pt x="0" y="22022"/>
                  </a:moveTo>
                  <a:lnTo>
                    <a:pt x="57920" y="0"/>
                  </a:lnTo>
                </a:path>
              </a:pathLst>
            </a:custGeom>
            <a:ln w="1376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18406" y="4419004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2057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60597" y="4419004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2057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08827" y="4790627"/>
              <a:ext cx="223520" cy="50165"/>
            </a:xfrm>
            <a:custGeom>
              <a:avLst/>
              <a:gdLst/>
              <a:ahLst/>
              <a:cxnLst/>
              <a:rect l="l" t="t" r="r" b="b"/>
              <a:pathLst>
                <a:path w="223520" h="50164">
                  <a:moveTo>
                    <a:pt x="223406" y="24774"/>
                  </a:moveTo>
                  <a:lnTo>
                    <a:pt x="221467" y="34452"/>
                  </a:lnTo>
                  <a:lnTo>
                    <a:pt x="216166" y="42323"/>
                  </a:lnTo>
                  <a:lnTo>
                    <a:pt x="208280" y="47614"/>
                  </a:lnTo>
                  <a:lnTo>
                    <a:pt x="198583" y="49549"/>
                  </a:lnTo>
                  <a:lnTo>
                    <a:pt x="24822" y="49549"/>
                  </a:lnTo>
                  <a:lnTo>
                    <a:pt x="15126" y="47614"/>
                  </a:lnTo>
                  <a:lnTo>
                    <a:pt x="7240" y="42323"/>
                  </a:lnTo>
                  <a:lnTo>
                    <a:pt x="1939" y="34452"/>
                  </a:lnTo>
                  <a:lnTo>
                    <a:pt x="0" y="24774"/>
                  </a:lnTo>
                  <a:lnTo>
                    <a:pt x="1939" y="15097"/>
                  </a:lnTo>
                  <a:lnTo>
                    <a:pt x="7240" y="7226"/>
                  </a:lnTo>
                  <a:lnTo>
                    <a:pt x="15126" y="1935"/>
                  </a:lnTo>
                  <a:lnTo>
                    <a:pt x="24822" y="0"/>
                  </a:lnTo>
                  <a:lnTo>
                    <a:pt x="198583" y="0"/>
                  </a:lnTo>
                  <a:lnTo>
                    <a:pt x="208280" y="1935"/>
                  </a:lnTo>
                  <a:lnTo>
                    <a:pt x="216166" y="7226"/>
                  </a:lnTo>
                  <a:lnTo>
                    <a:pt x="221467" y="15097"/>
                  </a:lnTo>
                  <a:lnTo>
                    <a:pt x="223406" y="24774"/>
                  </a:lnTo>
                  <a:close/>
                </a:path>
              </a:pathLst>
            </a:custGeom>
            <a:ln w="1376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3712" y="4610312"/>
              <a:ext cx="187537" cy="18720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535066" y="4431392"/>
              <a:ext cx="285750" cy="285115"/>
            </a:xfrm>
            <a:custGeom>
              <a:avLst/>
              <a:gdLst/>
              <a:ahLst/>
              <a:cxnLst/>
              <a:rect l="l" t="t" r="r" b="b"/>
              <a:pathLst>
                <a:path w="285750" h="285114">
                  <a:moveTo>
                    <a:pt x="0" y="284910"/>
                  </a:moveTo>
                  <a:lnTo>
                    <a:pt x="285464" y="0"/>
                  </a:lnTo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51584" y="4362568"/>
              <a:ext cx="137892" cy="13765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671592" y="4284121"/>
              <a:ext cx="298450" cy="297815"/>
            </a:xfrm>
            <a:custGeom>
              <a:avLst/>
              <a:gdLst/>
              <a:ahLst/>
              <a:cxnLst/>
              <a:rect l="l" t="t" r="r" b="b"/>
              <a:pathLst>
                <a:path w="298450" h="297814">
                  <a:moveTo>
                    <a:pt x="44129" y="253254"/>
                  </a:moveTo>
                  <a:lnTo>
                    <a:pt x="66517" y="271749"/>
                  </a:lnTo>
                  <a:lnTo>
                    <a:pt x="91879" y="285599"/>
                  </a:lnTo>
                  <a:lnTo>
                    <a:pt x="119568" y="294287"/>
                  </a:lnTo>
                  <a:lnTo>
                    <a:pt x="148937" y="297298"/>
                  </a:lnTo>
                  <a:lnTo>
                    <a:pt x="195671" y="289766"/>
                  </a:lnTo>
                  <a:lnTo>
                    <a:pt x="236513" y="268757"/>
                  </a:lnTo>
                  <a:lnTo>
                    <a:pt x="268882" y="236649"/>
                  </a:lnTo>
                  <a:lnTo>
                    <a:pt x="290197" y="195820"/>
                  </a:lnTo>
                  <a:lnTo>
                    <a:pt x="297875" y="148649"/>
                  </a:lnTo>
                  <a:lnTo>
                    <a:pt x="290329" y="102006"/>
                  </a:lnTo>
                  <a:lnTo>
                    <a:pt x="269279" y="61243"/>
                  </a:lnTo>
                  <a:lnTo>
                    <a:pt x="237109" y="28937"/>
                  </a:lnTo>
                  <a:lnTo>
                    <a:pt x="196200" y="7663"/>
                  </a:lnTo>
                  <a:lnTo>
                    <a:pt x="148937" y="0"/>
                  </a:lnTo>
                  <a:lnTo>
                    <a:pt x="102204" y="7531"/>
                  </a:lnTo>
                  <a:lnTo>
                    <a:pt x="61362" y="28540"/>
                  </a:lnTo>
                  <a:lnTo>
                    <a:pt x="28993" y="60648"/>
                  </a:lnTo>
                  <a:lnTo>
                    <a:pt x="7678" y="101477"/>
                  </a:lnTo>
                  <a:lnTo>
                    <a:pt x="0" y="148649"/>
                  </a:lnTo>
                  <a:lnTo>
                    <a:pt x="991" y="164907"/>
                  </a:lnTo>
                  <a:lnTo>
                    <a:pt x="3792" y="180650"/>
                  </a:lnTo>
                  <a:lnTo>
                    <a:pt x="8145" y="195876"/>
                  </a:lnTo>
                  <a:lnTo>
                    <a:pt x="13790" y="210586"/>
                  </a:lnTo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802414" y="3529884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72"/>
                  </a:moveTo>
                  <a:lnTo>
                    <a:pt x="0" y="0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802414" y="3677157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29">
                  <a:moveTo>
                    <a:pt x="74468" y="0"/>
                  </a:moveTo>
                  <a:lnTo>
                    <a:pt x="0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26529" y="3529885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72"/>
                  </a:moveTo>
                  <a:lnTo>
                    <a:pt x="0" y="0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26529" y="3529886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74324"/>
                  </a:moveTo>
                  <a:lnTo>
                    <a:pt x="37234" y="74324"/>
                  </a:lnTo>
                  <a:lnTo>
                    <a:pt x="51779" y="71421"/>
                  </a:lnTo>
                  <a:lnTo>
                    <a:pt x="63608" y="63485"/>
                  </a:lnTo>
                  <a:lnTo>
                    <a:pt x="71559" y="51678"/>
                  </a:lnTo>
                  <a:lnTo>
                    <a:pt x="74468" y="37162"/>
                  </a:lnTo>
                  <a:lnTo>
                    <a:pt x="71559" y="22645"/>
                  </a:lnTo>
                  <a:lnTo>
                    <a:pt x="63608" y="10839"/>
                  </a:lnTo>
                  <a:lnTo>
                    <a:pt x="51779" y="2903"/>
                  </a:lnTo>
                  <a:lnTo>
                    <a:pt x="37234" y="0"/>
                  </a:lnTo>
                  <a:lnTo>
                    <a:pt x="0" y="0"/>
                  </a:lnTo>
                </a:path>
              </a:pathLst>
            </a:custGeom>
            <a:ln w="13777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78299" y="3529885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72"/>
                  </a:moveTo>
                  <a:lnTo>
                    <a:pt x="0" y="0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78299" y="3677158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29">
                  <a:moveTo>
                    <a:pt x="74468" y="0"/>
                  </a:moveTo>
                  <a:lnTo>
                    <a:pt x="0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678299" y="3529887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29">
                  <a:moveTo>
                    <a:pt x="74468" y="0"/>
                  </a:moveTo>
                  <a:lnTo>
                    <a:pt x="0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78299" y="3604212"/>
              <a:ext cx="50165" cy="0"/>
            </a:xfrm>
            <a:custGeom>
              <a:avLst/>
              <a:gdLst/>
              <a:ahLst/>
              <a:cxnLst/>
              <a:rect l="l" t="t" r="r" b="b"/>
              <a:pathLst>
                <a:path w="50164">
                  <a:moveTo>
                    <a:pt x="49645" y="0"/>
                  </a:moveTo>
                  <a:lnTo>
                    <a:pt x="0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554184" y="3529887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72"/>
                  </a:moveTo>
                  <a:lnTo>
                    <a:pt x="0" y="0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54184" y="3604213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29">
                  <a:moveTo>
                    <a:pt x="74468" y="0"/>
                  </a:moveTo>
                  <a:lnTo>
                    <a:pt x="0" y="0"/>
                  </a:lnTo>
                </a:path>
              </a:pathLst>
            </a:custGeom>
            <a:ln w="13763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628653" y="3529889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272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603830" y="3232591"/>
              <a:ext cx="571500" cy="537210"/>
            </a:xfrm>
            <a:custGeom>
              <a:avLst/>
              <a:gdLst/>
              <a:ahLst/>
              <a:cxnLst/>
              <a:rect l="l" t="t" r="r" b="b"/>
              <a:pathLst>
                <a:path w="571500" h="537210">
                  <a:moveTo>
                    <a:pt x="546105" y="536788"/>
                  </a:moveTo>
                  <a:lnTo>
                    <a:pt x="556383" y="529154"/>
                  </a:lnTo>
                  <a:lnTo>
                    <a:pt x="564205" y="519067"/>
                  </a:lnTo>
                  <a:lnTo>
                    <a:pt x="569183" y="507174"/>
                  </a:lnTo>
                  <a:lnTo>
                    <a:pt x="570928" y="494120"/>
                  </a:lnTo>
                  <a:lnTo>
                    <a:pt x="570928" y="147272"/>
                  </a:lnTo>
                  <a:lnTo>
                    <a:pt x="567049" y="127917"/>
                  </a:lnTo>
                  <a:lnTo>
                    <a:pt x="556448" y="112175"/>
                  </a:lnTo>
                  <a:lnTo>
                    <a:pt x="540675" y="101594"/>
                  </a:lnTo>
                  <a:lnTo>
                    <a:pt x="521282" y="97723"/>
                  </a:lnTo>
                  <a:lnTo>
                    <a:pt x="124114" y="97723"/>
                  </a:lnTo>
                  <a:lnTo>
                    <a:pt x="124114" y="0"/>
                  </a:lnTo>
                  <a:lnTo>
                    <a:pt x="49645" y="99099"/>
                  </a:lnTo>
                  <a:lnTo>
                    <a:pt x="0" y="99099"/>
                  </a:lnTo>
                </a:path>
              </a:pathLst>
            </a:custGeom>
            <a:ln w="13776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56271" y="3379864"/>
              <a:ext cx="644525" cy="545465"/>
            </a:xfrm>
            <a:custGeom>
              <a:avLst/>
              <a:gdLst/>
              <a:ahLst/>
              <a:cxnLst/>
              <a:rect l="l" t="t" r="r" b="b"/>
              <a:pathLst>
                <a:path w="644525" h="545464">
                  <a:moveTo>
                    <a:pt x="48266" y="445947"/>
                  </a:moveTo>
                  <a:lnTo>
                    <a:pt x="445434" y="445947"/>
                  </a:lnTo>
                  <a:lnTo>
                    <a:pt x="445434" y="545046"/>
                  </a:lnTo>
                  <a:lnTo>
                    <a:pt x="519903" y="445947"/>
                  </a:lnTo>
                  <a:lnTo>
                    <a:pt x="594372" y="445947"/>
                  </a:lnTo>
                  <a:lnTo>
                    <a:pt x="613765" y="442076"/>
                  </a:lnTo>
                  <a:lnTo>
                    <a:pt x="629538" y="431495"/>
                  </a:lnTo>
                  <a:lnTo>
                    <a:pt x="640139" y="415753"/>
                  </a:lnTo>
                  <a:lnTo>
                    <a:pt x="644018" y="396397"/>
                  </a:lnTo>
                  <a:lnTo>
                    <a:pt x="644018" y="49549"/>
                  </a:lnTo>
                  <a:lnTo>
                    <a:pt x="640139" y="30194"/>
                  </a:lnTo>
                  <a:lnTo>
                    <a:pt x="629538" y="14452"/>
                  </a:lnTo>
                  <a:lnTo>
                    <a:pt x="613765" y="3871"/>
                  </a:lnTo>
                  <a:lnTo>
                    <a:pt x="594372" y="0"/>
                  </a:lnTo>
                  <a:lnTo>
                    <a:pt x="49645" y="0"/>
                  </a:lnTo>
                  <a:lnTo>
                    <a:pt x="30253" y="3871"/>
                  </a:lnTo>
                  <a:lnTo>
                    <a:pt x="14480" y="14452"/>
                  </a:lnTo>
                  <a:lnTo>
                    <a:pt x="3878" y="30194"/>
                  </a:lnTo>
                  <a:lnTo>
                    <a:pt x="0" y="49549"/>
                  </a:lnTo>
                  <a:lnTo>
                    <a:pt x="0" y="396397"/>
                  </a:lnTo>
                  <a:lnTo>
                    <a:pt x="3081" y="415753"/>
                  </a:lnTo>
                  <a:lnTo>
                    <a:pt x="13273" y="431495"/>
                  </a:lnTo>
                  <a:lnTo>
                    <a:pt x="28895" y="442076"/>
                  </a:lnTo>
                  <a:lnTo>
                    <a:pt x="48266" y="445947"/>
                  </a:lnTo>
                  <a:close/>
                </a:path>
              </a:pathLst>
            </a:custGeom>
            <a:ln w="13774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551426" y="333169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1379" y="-6881"/>
                  </a:moveTo>
                  <a:lnTo>
                    <a:pt x="1379" y="6881"/>
                  </a:lnTo>
                </a:path>
              </a:pathLst>
            </a:custGeom>
            <a:ln w="3175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088063" y="4596586"/>
              <a:ext cx="0" cy="144780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520"/>
                  </a:moveTo>
                  <a:lnTo>
                    <a:pt x="0" y="0"/>
                  </a:lnTo>
                </a:path>
              </a:pathLst>
            </a:custGeom>
            <a:ln w="13790">
              <a:solidFill>
                <a:srgbClr val="0F91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86027" y="2298191"/>
              <a:ext cx="1722120" cy="368935"/>
            </a:xfrm>
            <a:custGeom>
              <a:avLst/>
              <a:gdLst/>
              <a:ahLst/>
              <a:cxnLst/>
              <a:rect l="l" t="t" r="r" b="b"/>
              <a:pathLst>
                <a:path w="1722120" h="368935">
                  <a:moveTo>
                    <a:pt x="1722120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1722120" y="368808"/>
                  </a:lnTo>
                  <a:lnTo>
                    <a:pt x="1722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3027" y="5042479"/>
              <a:ext cx="162728" cy="21471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642624" y="5100294"/>
              <a:ext cx="356235" cy="210820"/>
            </a:xfrm>
            <a:custGeom>
              <a:avLst/>
              <a:gdLst/>
              <a:ahLst/>
              <a:cxnLst/>
              <a:rect l="l" t="t" r="r" b="b"/>
              <a:pathLst>
                <a:path w="356235" h="210820">
                  <a:moveTo>
                    <a:pt x="159969" y="45415"/>
                  </a:moveTo>
                  <a:lnTo>
                    <a:pt x="99301" y="45415"/>
                  </a:lnTo>
                  <a:lnTo>
                    <a:pt x="99301" y="155524"/>
                  </a:lnTo>
                  <a:lnTo>
                    <a:pt x="159969" y="155524"/>
                  </a:lnTo>
                  <a:lnTo>
                    <a:pt x="159969" y="45415"/>
                  </a:lnTo>
                  <a:close/>
                </a:path>
                <a:path w="356235" h="210820">
                  <a:moveTo>
                    <a:pt x="159969" y="4546"/>
                  </a:moveTo>
                  <a:lnTo>
                    <a:pt x="0" y="4546"/>
                  </a:lnTo>
                  <a:lnTo>
                    <a:pt x="0" y="45148"/>
                  </a:lnTo>
                  <a:lnTo>
                    <a:pt x="0" y="155524"/>
                  </a:lnTo>
                  <a:lnTo>
                    <a:pt x="62064" y="155524"/>
                  </a:lnTo>
                  <a:lnTo>
                    <a:pt x="62064" y="45148"/>
                  </a:lnTo>
                  <a:lnTo>
                    <a:pt x="159969" y="45148"/>
                  </a:lnTo>
                  <a:lnTo>
                    <a:pt x="159969" y="4546"/>
                  </a:lnTo>
                  <a:close/>
                </a:path>
                <a:path w="356235" h="210820">
                  <a:moveTo>
                    <a:pt x="355803" y="81203"/>
                  </a:moveTo>
                  <a:lnTo>
                    <a:pt x="352831" y="47028"/>
                  </a:lnTo>
                  <a:lnTo>
                    <a:pt x="352742" y="46799"/>
                  </a:lnTo>
                  <a:lnTo>
                    <a:pt x="344601" y="24777"/>
                  </a:lnTo>
                  <a:lnTo>
                    <a:pt x="343395" y="21501"/>
                  </a:lnTo>
                  <a:lnTo>
                    <a:pt x="326707" y="5524"/>
                  </a:lnTo>
                  <a:lnTo>
                    <a:pt x="302018" y="0"/>
                  </a:lnTo>
                  <a:lnTo>
                    <a:pt x="290982" y="1244"/>
                  </a:lnTo>
                  <a:lnTo>
                    <a:pt x="290982" y="82588"/>
                  </a:lnTo>
                  <a:lnTo>
                    <a:pt x="289953" y="101549"/>
                  </a:lnTo>
                  <a:lnTo>
                    <a:pt x="286842" y="112522"/>
                  </a:lnTo>
                  <a:lnTo>
                    <a:pt x="281673" y="117805"/>
                  </a:lnTo>
                  <a:lnTo>
                    <a:pt x="274434" y="119748"/>
                  </a:lnTo>
                  <a:lnTo>
                    <a:pt x="264782" y="119748"/>
                  </a:lnTo>
                  <a:lnTo>
                    <a:pt x="259270" y="118364"/>
                  </a:lnTo>
                  <a:lnTo>
                    <a:pt x="253746" y="115620"/>
                  </a:lnTo>
                  <a:lnTo>
                    <a:pt x="253746" y="52298"/>
                  </a:lnTo>
                  <a:lnTo>
                    <a:pt x="264782" y="46799"/>
                  </a:lnTo>
                  <a:lnTo>
                    <a:pt x="274434" y="46799"/>
                  </a:lnTo>
                  <a:lnTo>
                    <a:pt x="281673" y="47739"/>
                  </a:lnTo>
                  <a:lnTo>
                    <a:pt x="286842" y="52298"/>
                  </a:lnTo>
                  <a:lnTo>
                    <a:pt x="289953" y="63055"/>
                  </a:lnTo>
                  <a:lnTo>
                    <a:pt x="290982" y="82588"/>
                  </a:lnTo>
                  <a:lnTo>
                    <a:pt x="290982" y="1244"/>
                  </a:lnTo>
                  <a:lnTo>
                    <a:pt x="284861" y="1930"/>
                  </a:lnTo>
                  <a:lnTo>
                    <a:pt x="269265" y="7226"/>
                  </a:lnTo>
                  <a:lnTo>
                    <a:pt x="256247" y="15100"/>
                  </a:lnTo>
                  <a:lnTo>
                    <a:pt x="246849" y="24777"/>
                  </a:lnTo>
                  <a:lnTo>
                    <a:pt x="241338" y="4127"/>
                  </a:lnTo>
                  <a:lnTo>
                    <a:pt x="190309" y="4127"/>
                  </a:lnTo>
                  <a:lnTo>
                    <a:pt x="190309" y="210591"/>
                  </a:lnTo>
                  <a:lnTo>
                    <a:pt x="252374" y="210591"/>
                  </a:lnTo>
                  <a:lnTo>
                    <a:pt x="252374" y="180301"/>
                  </a:lnTo>
                  <a:lnTo>
                    <a:pt x="252158" y="172046"/>
                  </a:lnTo>
                  <a:lnTo>
                    <a:pt x="251269" y="156565"/>
                  </a:lnTo>
                  <a:lnTo>
                    <a:pt x="250990" y="147269"/>
                  </a:lnTo>
                  <a:lnTo>
                    <a:pt x="261035" y="152692"/>
                  </a:lnTo>
                  <a:lnTo>
                    <a:pt x="272364" y="156565"/>
                  </a:lnTo>
                  <a:lnTo>
                    <a:pt x="284734" y="158889"/>
                  </a:lnTo>
                  <a:lnTo>
                    <a:pt x="297878" y="159664"/>
                  </a:lnTo>
                  <a:lnTo>
                    <a:pt x="323215" y="156108"/>
                  </a:lnTo>
                  <a:lnTo>
                    <a:pt x="336067" y="147269"/>
                  </a:lnTo>
                  <a:lnTo>
                    <a:pt x="341325" y="143662"/>
                  </a:lnTo>
                  <a:lnTo>
                    <a:pt x="352107" y="119748"/>
                  </a:lnTo>
                  <a:lnTo>
                    <a:pt x="352183" y="119595"/>
                  </a:lnTo>
                  <a:lnTo>
                    <a:pt x="355803" y="81203"/>
                  </a:lnTo>
                  <a:close/>
                </a:path>
              </a:pathLst>
            </a:custGeom>
            <a:solidFill>
              <a:srgbClr val="0F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4293108" y="5358384"/>
            <a:ext cx="3272154" cy="407034"/>
            <a:chOff x="4293108" y="5358384"/>
            <a:chExt cx="3272154" cy="407034"/>
          </a:xfrm>
        </p:grpSpPr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01301" y="5383823"/>
              <a:ext cx="86880" cy="10322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5762" y="5379696"/>
              <a:ext cx="95154" cy="10873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88144" y="5383825"/>
              <a:ext cx="91017" cy="10322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12259" y="5383826"/>
              <a:ext cx="89638" cy="10322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22583" y="5381074"/>
              <a:ext cx="186172" cy="10735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136336" y="5383827"/>
              <a:ext cx="63500" cy="103505"/>
            </a:xfrm>
            <a:custGeom>
              <a:avLst/>
              <a:gdLst/>
              <a:ahLst/>
              <a:cxnLst/>
              <a:rect l="l" t="t" r="r" b="b"/>
              <a:pathLst>
                <a:path w="63500" h="103504">
                  <a:moveTo>
                    <a:pt x="16548" y="103228"/>
                  </a:moveTo>
                  <a:lnTo>
                    <a:pt x="0" y="103228"/>
                  </a:lnTo>
                  <a:lnTo>
                    <a:pt x="0" y="0"/>
                  </a:lnTo>
                  <a:lnTo>
                    <a:pt x="63436" y="0"/>
                  </a:lnTo>
                  <a:lnTo>
                    <a:pt x="63436" y="13763"/>
                  </a:lnTo>
                  <a:lnTo>
                    <a:pt x="62057" y="13763"/>
                  </a:lnTo>
                  <a:lnTo>
                    <a:pt x="16548" y="13763"/>
                  </a:lnTo>
                  <a:lnTo>
                    <a:pt x="16548" y="1032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19080" y="5381075"/>
              <a:ext cx="92396" cy="15277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30783" y="5382450"/>
              <a:ext cx="82743" cy="10598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445239" y="5383288"/>
              <a:ext cx="102235" cy="139700"/>
            </a:xfrm>
            <a:custGeom>
              <a:avLst/>
              <a:gdLst/>
              <a:ahLst/>
              <a:cxnLst/>
              <a:rect l="l" t="t" r="r" b="b"/>
              <a:pathLst>
                <a:path w="102235" h="139700">
                  <a:moveTo>
                    <a:pt x="102044" y="90081"/>
                  </a:moveTo>
                  <a:lnTo>
                    <a:pt x="86880" y="90081"/>
                  </a:lnTo>
                  <a:lnTo>
                    <a:pt x="86880" y="0"/>
                  </a:lnTo>
                  <a:lnTo>
                    <a:pt x="70332" y="0"/>
                  </a:lnTo>
                  <a:lnTo>
                    <a:pt x="70332" y="90081"/>
                  </a:lnTo>
                  <a:lnTo>
                    <a:pt x="16548" y="90081"/>
                  </a:lnTo>
                  <a:lnTo>
                    <a:pt x="16548" y="0"/>
                  </a:lnTo>
                  <a:lnTo>
                    <a:pt x="0" y="0"/>
                  </a:lnTo>
                  <a:lnTo>
                    <a:pt x="0" y="90081"/>
                  </a:lnTo>
                  <a:lnTo>
                    <a:pt x="0" y="104038"/>
                  </a:lnTo>
                  <a:lnTo>
                    <a:pt x="85496" y="104038"/>
                  </a:lnTo>
                  <a:lnTo>
                    <a:pt x="85496" y="139560"/>
                  </a:lnTo>
                  <a:lnTo>
                    <a:pt x="102044" y="139560"/>
                  </a:lnTo>
                  <a:lnTo>
                    <a:pt x="102044" y="104038"/>
                  </a:lnTo>
                  <a:lnTo>
                    <a:pt x="102044" y="9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66601" y="5383828"/>
              <a:ext cx="91017" cy="10322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90716" y="5383829"/>
              <a:ext cx="91017" cy="10322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53444" y="5382452"/>
              <a:ext cx="201341" cy="14039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86505" y="5383830"/>
              <a:ext cx="89638" cy="10322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09240" y="5383830"/>
              <a:ext cx="89638" cy="103228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33355" y="5383831"/>
              <a:ext cx="115840" cy="10322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68502" y="5383831"/>
              <a:ext cx="95154" cy="10322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32610" y="5383832"/>
              <a:ext cx="113082" cy="10460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73273" y="5381079"/>
              <a:ext cx="452329" cy="15140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01300" y="5612313"/>
              <a:ext cx="92396" cy="15277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4293108" y="5358384"/>
              <a:ext cx="3272154" cy="368935"/>
            </a:xfrm>
            <a:custGeom>
              <a:avLst/>
              <a:gdLst/>
              <a:ahLst/>
              <a:cxnLst/>
              <a:rect l="l" t="t" r="r" b="b"/>
              <a:pathLst>
                <a:path w="3272154" h="368935">
                  <a:moveTo>
                    <a:pt x="3272028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3272028" y="368807"/>
                  </a:lnTo>
                  <a:lnTo>
                    <a:pt x="3272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1066359" y="2286862"/>
            <a:ext cx="1562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65" dirty="0">
                <a:solidFill>
                  <a:srgbClr val="0F91FB"/>
                </a:solidFill>
                <a:latin typeface="Tahoma"/>
                <a:cs typeface="Tahoma"/>
              </a:rPr>
              <a:t>4</a:t>
            </a:r>
            <a:r>
              <a:rPr sz="2400" spc="-14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2400" spc="14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400" spc="150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2400" spc="229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2400" spc="165" dirty="0">
                <a:solidFill>
                  <a:srgbClr val="0F91FB"/>
                </a:solidFill>
                <a:latin typeface="Tahoma"/>
                <a:cs typeface="Tahoma"/>
              </a:rPr>
              <a:t>та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837883" y="1851078"/>
            <a:ext cx="1379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0F91FB"/>
                </a:solidFill>
                <a:latin typeface="Tahoma"/>
                <a:cs typeface="Tahoma"/>
              </a:rPr>
              <a:t>Б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400" spc="150" dirty="0">
                <a:solidFill>
                  <a:srgbClr val="0F91FB"/>
                </a:solidFill>
                <a:latin typeface="Tahoma"/>
                <a:cs typeface="Tahoma"/>
              </a:rPr>
              <a:t>ле</a:t>
            </a:r>
            <a:r>
              <a:rPr sz="2400" spc="30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2400" spc="-15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0F91FB"/>
                </a:solidFill>
                <a:latin typeface="Tahoma"/>
                <a:cs typeface="Tahoma"/>
              </a:rPr>
              <a:t>3</a:t>
            </a:r>
            <a:r>
              <a:rPr sz="2400" spc="135" dirty="0">
                <a:solidFill>
                  <a:srgbClr val="0F91FB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1348739" y="4709159"/>
            <a:ext cx="2205355" cy="370840"/>
          </a:xfrm>
          <a:custGeom>
            <a:avLst/>
            <a:gdLst/>
            <a:ahLst/>
            <a:cxnLst/>
            <a:rect l="l" t="t" r="r" b="b"/>
            <a:pathLst>
              <a:path w="2205354" h="370839">
                <a:moveTo>
                  <a:pt x="2205228" y="0"/>
                </a:moveTo>
                <a:lnTo>
                  <a:pt x="0" y="0"/>
                </a:lnTo>
                <a:lnTo>
                  <a:pt x="0" y="370331"/>
                </a:lnTo>
                <a:lnTo>
                  <a:pt x="2205228" y="370331"/>
                </a:lnTo>
                <a:lnTo>
                  <a:pt x="22052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427703" y="4698967"/>
            <a:ext cx="1877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solidFill>
                  <a:srgbClr val="0F91FB"/>
                </a:solidFill>
                <a:latin typeface="Tahoma"/>
                <a:cs typeface="Tahoma"/>
              </a:rPr>
              <a:t>1</a:t>
            </a:r>
            <a:r>
              <a:rPr sz="2400" spc="165" dirty="0">
                <a:solidFill>
                  <a:srgbClr val="0F91FB"/>
                </a:solidFill>
                <a:latin typeface="Tahoma"/>
                <a:cs typeface="Tahoma"/>
              </a:rPr>
              <a:t>4</a:t>
            </a:r>
            <a:r>
              <a:rPr sz="2400" spc="-14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2400" spc="14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400" spc="150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2400" spc="229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2400" spc="160" dirty="0">
                <a:solidFill>
                  <a:srgbClr val="0F91FB"/>
                </a:solidFill>
                <a:latin typeface="Tahoma"/>
                <a:cs typeface="Tahoma"/>
              </a:rPr>
              <a:t>т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400" spc="70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4293108" y="4936235"/>
            <a:ext cx="1722120" cy="368935"/>
          </a:xfrm>
          <a:custGeom>
            <a:avLst/>
            <a:gdLst/>
            <a:ahLst/>
            <a:cxnLst/>
            <a:rect l="l" t="t" r="r" b="b"/>
            <a:pathLst>
              <a:path w="1722120" h="368935">
                <a:moveTo>
                  <a:pt x="1722119" y="0"/>
                </a:moveTo>
                <a:lnTo>
                  <a:pt x="0" y="0"/>
                </a:lnTo>
                <a:lnTo>
                  <a:pt x="0" y="368807"/>
                </a:lnTo>
                <a:lnTo>
                  <a:pt x="1722119" y="368807"/>
                </a:lnTo>
                <a:lnTo>
                  <a:pt x="1722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4372595" y="4924862"/>
            <a:ext cx="1536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solidFill>
                  <a:srgbClr val="0F91FB"/>
                </a:solidFill>
                <a:latin typeface="Tahoma"/>
                <a:cs typeface="Tahoma"/>
              </a:rPr>
              <a:t>3</a:t>
            </a:r>
            <a:r>
              <a:rPr sz="2400" spc="-204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2400" spc="14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2400" spc="15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2400" spc="150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2400" spc="229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2400" spc="165" dirty="0">
                <a:solidFill>
                  <a:srgbClr val="0F91FB"/>
                </a:solidFill>
                <a:latin typeface="Tahoma"/>
                <a:cs typeface="Tahoma"/>
              </a:rPr>
              <a:t>та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211836" y="2689860"/>
            <a:ext cx="2496820" cy="698500"/>
          </a:xfrm>
          <a:custGeom>
            <a:avLst/>
            <a:gdLst/>
            <a:ahLst/>
            <a:cxnLst/>
            <a:rect l="l" t="t" r="r" b="b"/>
            <a:pathLst>
              <a:path w="2496820" h="698500">
                <a:moveTo>
                  <a:pt x="2496312" y="0"/>
                </a:moveTo>
                <a:lnTo>
                  <a:pt x="0" y="0"/>
                </a:lnTo>
                <a:lnTo>
                  <a:pt x="0" y="697991"/>
                </a:lnTo>
                <a:lnTo>
                  <a:pt x="2496312" y="697991"/>
                </a:lnTo>
                <a:lnTo>
                  <a:pt x="2496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487771" y="2649807"/>
            <a:ext cx="21424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25" marR="5080" indent="-35560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20" dirty="0">
                <a:latin typeface="Lucida Sans Unicode"/>
                <a:cs typeface="Lucida Sans Unicode"/>
              </a:rPr>
              <a:t>о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65" dirty="0">
                <a:latin typeface="Lucida Sans Unicode"/>
                <a:cs typeface="Lucida Sans Unicode"/>
              </a:rPr>
              <a:t>гр</a:t>
            </a:r>
            <a:r>
              <a:rPr sz="1600" spc="-25" dirty="0">
                <a:latin typeface="Lucida Sans Unicode"/>
                <a:cs typeface="Lucida Sans Unicode"/>
              </a:rPr>
              <a:t>а</a:t>
            </a:r>
            <a:r>
              <a:rPr sz="1600" spc="-35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20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10" dirty="0">
                <a:latin typeface="Lucida Sans Unicode"/>
                <a:cs typeface="Lucida Sans Unicode"/>
              </a:rPr>
              <a:t>ар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50" dirty="0">
                <a:latin typeface="Lucida Sans Unicode"/>
                <a:cs typeface="Lucida Sans Unicode"/>
              </a:rPr>
              <a:t>го  </a:t>
            </a:r>
            <a:r>
              <a:rPr sz="1600" spc="-10" dirty="0">
                <a:latin typeface="Lucida Sans Unicode"/>
                <a:cs typeface="Lucida Sans Unicode"/>
              </a:rPr>
              <a:t>парка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endParaRPr sz="1600">
              <a:latin typeface="Lucida Sans Unicode"/>
              <a:cs typeface="Lucida Sans Unicode"/>
            </a:endParaRPr>
          </a:p>
          <a:p>
            <a:pPr marR="5715" algn="r">
              <a:lnSpc>
                <a:spcPct val="100000"/>
              </a:lnSpc>
            </a:pP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25" dirty="0">
                <a:latin typeface="Lucida Sans Unicode"/>
                <a:cs typeface="Lucida Sans Unicode"/>
              </a:rPr>
              <a:t>в</a:t>
            </a:r>
            <a:r>
              <a:rPr sz="1600" spc="20" dirty="0">
                <a:latin typeface="Lucida Sans Unicode"/>
                <a:cs typeface="Lucida Sans Unicode"/>
              </a:rPr>
              <a:t>о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4759452" y="2193035"/>
            <a:ext cx="3926204" cy="777240"/>
          </a:xfrm>
          <a:custGeom>
            <a:avLst/>
            <a:gdLst/>
            <a:ahLst/>
            <a:cxnLst/>
            <a:rect l="l" t="t" r="r" b="b"/>
            <a:pathLst>
              <a:path w="3926204" h="777239">
                <a:moveTo>
                  <a:pt x="3925824" y="0"/>
                </a:moveTo>
                <a:lnTo>
                  <a:pt x="0" y="0"/>
                </a:lnTo>
                <a:lnTo>
                  <a:pt x="0" y="777239"/>
                </a:lnTo>
                <a:lnTo>
                  <a:pt x="3925824" y="777239"/>
                </a:lnTo>
                <a:lnTo>
                  <a:pt x="39258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4837883" y="2192155"/>
            <a:ext cx="368807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latin typeface="Arial"/>
                <a:cs typeface="Arial"/>
              </a:rPr>
              <a:t>ключевых </a:t>
            </a:r>
            <a:r>
              <a:rPr sz="1600" b="1" spc="55" dirty="0">
                <a:latin typeface="Arial"/>
                <a:cs typeface="Arial"/>
              </a:rPr>
              <a:t>проектов </a:t>
            </a:r>
            <a:r>
              <a:rPr sz="1600" spc="-15" dirty="0">
                <a:latin typeface="Lucida Sans Unicode"/>
                <a:cs typeface="Lucida Sans Unicode"/>
              </a:rPr>
              <a:t>по </a:t>
            </a:r>
            <a:r>
              <a:rPr sz="1600" spc="-10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технической </a:t>
            </a:r>
            <a:r>
              <a:rPr sz="1600" spc="-40" dirty="0">
                <a:latin typeface="Lucida Sans Unicode"/>
                <a:cs typeface="Lucida Sans Unicode"/>
              </a:rPr>
              <a:t>поддержке </a:t>
            </a:r>
            <a:r>
              <a:rPr sz="1600" spc="-10" dirty="0">
                <a:latin typeface="Lucida Sans Unicode"/>
                <a:cs typeface="Lucida Sans Unicode"/>
              </a:rPr>
              <a:t>парка </a:t>
            </a:r>
            <a:r>
              <a:rPr sz="1600" spc="-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5" dirty="0">
                <a:latin typeface="Lucida Sans Unicode"/>
                <a:cs typeface="Lucida Sans Unicode"/>
              </a:rPr>
              <a:t>–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b="1" spc="25" dirty="0">
                <a:latin typeface="Arial"/>
                <a:cs typeface="Arial"/>
              </a:rPr>
              <a:t>более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15" dirty="0">
                <a:latin typeface="Arial"/>
                <a:cs typeface="Arial"/>
              </a:rPr>
              <a:t>2700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100" dirty="0">
                <a:latin typeface="Arial"/>
                <a:cs typeface="Arial"/>
              </a:rPr>
              <a:t>единиц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427703" y="5073761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20" dirty="0">
                <a:latin typeface="Lucida Sans Unicode"/>
                <a:cs typeface="Lucida Sans Unicode"/>
              </a:rPr>
              <a:t>о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40" dirty="0">
                <a:latin typeface="Lucida Sans Unicode"/>
                <a:cs typeface="Lucida Sans Unicode"/>
              </a:rPr>
              <a:t>вво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э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15" dirty="0">
                <a:latin typeface="Lucida Sans Unicode"/>
                <a:cs typeface="Lucida Sans Unicode"/>
              </a:rPr>
              <a:t>ат</a:t>
            </a:r>
            <a:r>
              <a:rPr sz="1600" spc="-25" dirty="0">
                <a:latin typeface="Lucida Sans Unicode"/>
                <a:cs typeface="Lucida Sans Unicode"/>
              </a:rPr>
              <a:t>а</a:t>
            </a:r>
            <a:r>
              <a:rPr sz="1600" spc="-35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15" dirty="0">
                <a:latin typeface="Lucida Sans Unicode"/>
                <a:cs typeface="Lucida Sans Unicode"/>
              </a:rPr>
              <a:t>ю  </a:t>
            </a:r>
            <a:r>
              <a:rPr sz="1600" spc="-15" dirty="0">
                <a:latin typeface="Lucida Sans Unicode"/>
                <a:cs typeface="Lucida Sans Unicode"/>
              </a:rPr>
              <a:t>нового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372595" y="5275557"/>
            <a:ext cx="30168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20" dirty="0">
                <a:latin typeface="Lucida Sans Unicode"/>
                <a:cs typeface="Lucida Sans Unicode"/>
              </a:rPr>
              <a:t>о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10" dirty="0">
                <a:latin typeface="Lucida Sans Unicode"/>
                <a:cs typeface="Lucida Sans Unicode"/>
              </a:rPr>
              <a:t>н</a:t>
            </a:r>
            <a:r>
              <a:rPr sz="1600" spc="-15" dirty="0">
                <a:latin typeface="Lucida Sans Unicode"/>
                <a:cs typeface="Lucida Sans Unicode"/>
              </a:rPr>
              <a:t>т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100" dirty="0">
                <a:latin typeface="Lucida Sans Unicode"/>
                <a:cs typeface="Lucida Sans Unicode"/>
              </a:rPr>
              <a:t>г</a:t>
            </a:r>
            <a:r>
              <a:rPr sz="1600" spc="-10" dirty="0">
                <a:latin typeface="Lucida Sans Unicode"/>
                <a:cs typeface="Lucida Sans Unicode"/>
              </a:rPr>
              <a:t>ра</a:t>
            </a:r>
            <a:r>
              <a:rPr sz="1600" spc="-70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35" dirty="0">
                <a:latin typeface="Lucida Sans Unicode"/>
                <a:cs typeface="Lucida Sans Unicode"/>
              </a:rPr>
              <a:t>нн</a:t>
            </a:r>
            <a:r>
              <a:rPr sz="1600" spc="30" dirty="0">
                <a:latin typeface="Lucida Sans Unicode"/>
                <a:cs typeface="Lucida Sans Unicode"/>
              </a:rPr>
              <a:t>ы</a:t>
            </a:r>
            <a:r>
              <a:rPr sz="1600" spc="-140" dirty="0">
                <a:latin typeface="Lucida Sans Unicode"/>
                <a:cs typeface="Lucida Sans Unicode"/>
              </a:rPr>
              <a:t>х</a:t>
            </a:r>
            <a:r>
              <a:rPr sz="1600" spc="-5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60" dirty="0">
                <a:latin typeface="Lucida Sans Unicode"/>
                <a:cs typeface="Lucida Sans Unicode"/>
              </a:rPr>
              <a:t>ж</a:t>
            </a:r>
            <a:r>
              <a:rPr sz="1600" spc="-65" dirty="0">
                <a:latin typeface="Lucida Sans Unicode"/>
                <a:cs typeface="Lucida Sans Unicode"/>
              </a:rPr>
              <a:t>д</a:t>
            </a:r>
            <a:r>
              <a:rPr sz="1600" spc="-25" dirty="0">
                <a:latin typeface="Lucida Sans Unicode"/>
                <a:cs typeface="Lucida Sans Unicode"/>
              </a:rPr>
              <a:t>у  </a:t>
            </a:r>
            <a:r>
              <a:rPr sz="1600" spc="5" dirty="0">
                <a:latin typeface="Lucida Sans Unicode"/>
                <a:cs typeface="Lucida Sans Unicode"/>
              </a:rPr>
              <a:t>разнотипными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источниками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8279295" y="0"/>
            <a:ext cx="3912870" cy="6854190"/>
          </a:xfrm>
          <a:custGeom>
            <a:avLst/>
            <a:gdLst/>
            <a:ahLst/>
            <a:cxnLst/>
            <a:rect l="l" t="t" r="r" b="b"/>
            <a:pathLst>
              <a:path w="3912870" h="6854190">
                <a:moveTo>
                  <a:pt x="2360384" y="3327006"/>
                </a:moveTo>
                <a:lnTo>
                  <a:pt x="420001" y="1732343"/>
                </a:lnTo>
                <a:lnTo>
                  <a:pt x="0" y="2244306"/>
                </a:lnTo>
                <a:lnTo>
                  <a:pt x="1698472" y="3640340"/>
                </a:lnTo>
                <a:lnTo>
                  <a:pt x="1698472" y="6853961"/>
                </a:lnTo>
                <a:lnTo>
                  <a:pt x="2360384" y="6853961"/>
                </a:lnTo>
                <a:lnTo>
                  <a:pt x="2360384" y="3327006"/>
                </a:lnTo>
                <a:close/>
              </a:path>
              <a:path w="3912870" h="6854190">
                <a:moveTo>
                  <a:pt x="3451847" y="2866504"/>
                </a:moveTo>
                <a:lnTo>
                  <a:pt x="1159002" y="900684"/>
                </a:lnTo>
                <a:lnTo>
                  <a:pt x="759447" y="1367548"/>
                </a:lnTo>
                <a:lnTo>
                  <a:pt x="2837738" y="3149282"/>
                </a:lnTo>
                <a:lnTo>
                  <a:pt x="2837738" y="6842709"/>
                </a:lnTo>
                <a:lnTo>
                  <a:pt x="3451847" y="6842709"/>
                </a:lnTo>
                <a:lnTo>
                  <a:pt x="3451847" y="2866504"/>
                </a:lnTo>
                <a:close/>
              </a:path>
              <a:path w="3912870" h="6854190">
                <a:moveTo>
                  <a:pt x="3912692" y="0"/>
                </a:moveTo>
                <a:lnTo>
                  <a:pt x="2790672" y="0"/>
                </a:lnTo>
                <a:lnTo>
                  <a:pt x="2786392" y="10528"/>
                </a:lnTo>
                <a:lnTo>
                  <a:pt x="2771216" y="53936"/>
                </a:lnTo>
                <a:lnTo>
                  <a:pt x="2758211" y="98323"/>
                </a:lnTo>
                <a:lnTo>
                  <a:pt x="2747429" y="143611"/>
                </a:lnTo>
                <a:lnTo>
                  <a:pt x="2738932" y="189750"/>
                </a:lnTo>
                <a:lnTo>
                  <a:pt x="2732786" y="236664"/>
                </a:lnTo>
                <a:lnTo>
                  <a:pt x="2729065" y="284302"/>
                </a:lnTo>
                <a:lnTo>
                  <a:pt x="2727807" y="332600"/>
                </a:lnTo>
                <a:lnTo>
                  <a:pt x="2729077" y="380885"/>
                </a:lnTo>
                <a:lnTo>
                  <a:pt x="2732824" y="428523"/>
                </a:lnTo>
                <a:lnTo>
                  <a:pt x="2738983" y="475449"/>
                </a:lnTo>
                <a:lnTo>
                  <a:pt x="2747492" y="521576"/>
                </a:lnTo>
                <a:lnTo>
                  <a:pt x="2758287" y="566864"/>
                </a:lnTo>
                <a:lnTo>
                  <a:pt x="2771317" y="611251"/>
                </a:lnTo>
                <a:lnTo>
                  <a:pt x="2786494" y="654659"/>
                </a:lnTo>
                <a:lnTo>
                  <a:pt x="2803779" y="697039"/>
                </a:lnTo>
                <a:lnTo>
                  <a:pt x="2823108" y="738314"/>
                </a:lnTo>
                <a:lnTo>
                  <a:pt x="2844393" y="778433"/>
                </a:lnTo>
                <a:lnTo>
                  <a:pt x="2867609" y="817333"/>
                </a:lnTo>
                <a:lnTo>
                  <a:pt x="2892666" y="854938"/>
                </a:lnTo>
                <a:lnTo>
                  <a:pt x="2919501" y="891209"/>
                </a:lnTo>
                <a:lnTo>
                  <a:pt x="2948063" y="926058"/>
                </a:lnTo>
                <a:lnTo>
                  <a:pt x="2978289" y="959446"/>
                </a:lnTo>
                <a:lnTo>
                  <a:pt x="3010103" y="991285"/>
                </a:lnTo>
                <a:lnTo>
                  <a:pt x="3043466" y="1021524"/>
                </a:lnTo>
                <a:lnTo>
                  <a:pt x="3078289" y="1050112"/>
                </a:lnTo>
                <a:lnTo>
                  <a:pt x="3114522" y="1076972"/>
                </a:lnTo>
                <a:lnTo>
                  <a:pt x="3152102" y="1102029"/>
                </a:lnTo>
                <a:lnTo>
                  <a:pt x="3190976" y="1125258"/>
                </a:lnTo>
                <a:lnTo>
                  <a:pt x="3231057" y="1146556"/>
                </a:lnTo>
                <a:lnTo>
                  <a:pt x="3272307" y="1165885"/>
                </a:lnTo>
                <a:lnTo>
                  <a:pt x="3314636" y="1183170"/>
                </a:lnTo>
                <a:lnTo>
                  <a:pt x="3358019" y="1198359"/>
                </a:lnTo>
                <a:lnTo>
                  <a:pt x="3402355" y="1211376"/>
                </a:lnTo>
                <a:lnTo>
                  <a:pt x="3447605" y="1222171"/>
                </a:lnTo>
                <a:lnTo>
                  <a:pt x="3493693" y="1230680"/>
                </a:lnTo>
                <a:lnTo>
                  <a:pt x="3540569" y="1236827"/>
                </a:lnTo>
                <a:lnTo>
                  <a:pt x="3588169" y="1240561"/>
                </a:lnTo>
                <a:lnTo>
                  <a:pt x="3636416" y="1241818"/>
                </a:lnTo>
                <a:lnTo>
                  <a:pt x="3684663" y="1240548"/>
                </a:lnTo>
                <a:lnTo>
                  <a:pt x="3732250" y="1236802"/>
                </a:lnTo>
                <a:lnTo>
                  <a:pt x="3779126" y="1230642"/>
                </a:lnTo>
                <a:lnTo>
                  <a:pt x="3825214" y="1222133"/>
                </a:lnTo>
                <a:lnTo>
                  <a:pt x="3870464" y="1211326"/>
                </a:lnTo>
                <a:lnTo>
                  <a:pt x="3912692" y="1198918"/>
                </a:lnTo>
                <a:lnTo>
                  <a:pt x="3912692" y="0"/>
                </a:lnTo>
                <a:close/>
              </a:path>
            </a:pathLst>
          </a:custGeom>
          <a:solidFill>
            <a:srgbClr val="6BBCF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3461" y="2261551"/>
            <a:ext cx="4294505" cy="306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Lucida Sans Unicode"/>
                <a:cs typeface="Lucida Sans Unicode"/>
              </a:rPr>
              <a:t>Выбрано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поставлено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оборудование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компании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Huawei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Lucida Sans Unicode"/>
              <a:cs typeface="Lucida Sans Unicode"/>
            </a:endParaRPr>
          </a:p>
          <a:p>
            <a:pPr marL="12700" marR="5334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Lucida Sans Unicode"/>
                <a:cs typeface="Lucida Sans Unicode"/>
              </a:rPr>
              <a:t>Создан </a:t>
            </a:r>
            <a:r>
              <a:rPr sz="1800" dirty="0">
                <a:latin typeface="Lucida Sans Unicode"/>
                <a:cs typeface="Lucida Sans Unicode"/>
              </a:rPr>
              <a:t>растянутый </a:t>
            </a:r>
            <a:r>
              <a:rPr sz="1800" spc="-20" dirty="0">
                <a:latin typeface="Lucida Sans Unicode"/>
                <a:cs typeface="Lucida Sans Unicode"/>
              </a:rPr>
              <a:t>кластер 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ви</a:t>
            </a:r>
            <a:r>
              <a:rPr sz="1800" spc="25" dirty="0">
                <a:latin typeface="Lucida Sans Unicode"/>
                <a:cs typeface="Lucida Sans Unicode"/>
              </a:rPr>
              <a:t>р</a:t>
            </a:r>
            <a:r>
              <a:rPr sz="1800" spc="-25" dirty="0">
                <a:latin typeface="Lucida Sans Unicode"/>
                <a:cs typeface="Lucida Sans Unicode"/>
              </a:rPr>
              <a:t>туа</a:t>
            </a:r>
            <a:r>
              <a:rPr sz="1800" spc="-20" dirty="0">
                <a:latin typeface="Lucida Sans Unicode"/>
                <a:cs typeface="Lucida Sans Unicode"/>
              </a:rPr>
              <a:t>л</a:t>
            </a:r>
            <a:r>
              <a:rPr sz="1800" spc="10" dirty="0">
                <a:latin typeface="Lucida Sans Unicode"/>
                <a:cs typeface="Lucida Sans Unicode"/>
              </a:rPr>
              <a:t>из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ц</a:t>
            </a:r>
            <a:r>
              <a:rPr sz="1800" spc="3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(</a:t>
            </a:r>
            <a:r>
              <a:rPr sz="1800" spc="-110" dirty="0">
                <a:latin typeface="Lucida Sans Unicode"/>
                <a:cs typeface="Lucida Sans Unicode"/>
              </a:rPr>
              <a:t>2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-20" dirty="0">
                <a:latin typeface="Lucida Sans Unicode"/>
                <a:cs typeface="Lucida Sans Unicode"/>
              </a:rPr>
              <a:t>ло</a:t>
            </a:r>
            <a:r>
              <a:rPr sz="1800" spc="35" dirty="0">
                <a:latin typeface="Lucida Sans Unicode"/>
                <a:cs typeface="Lucida Sans Unicode"/>
              </a:rPr>
              <a:t>щ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170" dirty="0">
                <a:latin typeface="Lucida Sans Unicode"/>
                <a:cs typeface="Lucida Sans Unicode"/>
              </a:rPr>
              <a:t>д</a:t>
            </a:r>
            <a:r>
              <a:rPr sz="1800" spc="-20" dirty="0">
                <a:latin typeface="Lucida Sans Unicode"/>
                <a:cs typeface="Lucida Sans Unicode"/>
              </a:rPr>
              <a:t>к</a:t>
            </a:r>
            <a:r>
              <a:rPr sz="1800" spc="-50" dirty="0">
                <a:latin typeface="Lucida Sans Unicode"/>
                <a:cs typeface="Lucida Sans Unicode"/>
              </a:rPr>
              <a:t>и</a:t>
            </a:r>
            <a:r>
              <a:rPr sz="1800" spc="-20" dirty="0">
                <a:latin typeface="Lucida Sans Unicode"/>
                <a:cs typeface="Lucida Sans Unicode"/>
              </a:rPr>
              <a:t>,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160" dirty="0">
                <a:latin typeface="Lucida Sans Unicode"/>
                <a:cs typeface="Lucida Sans Unicode"/>
              </a:rPr>
              <a:t>x</a:t>
            </a:r>
            <a:r>
              <a:rPr sz="1800" spc="-35" dirty="0">
                <a:latin typeface="Lucida Sans Unicode"/>
                <a:cs typeface="Lucida Sans Unicode"/>
              </a:rPr>
              <a:t>F</a:t>
            </a:r>
            <a:r>
              <a:rPr sz="1800" spc="-30" dirty="0">
                <a:latin typeface="Lucida Sans Unicode"/>
                <a:cs typeface="Lucida Sans Unicode"/>
              </a:rPr>
              <a:t>usion</a:t>
            </a:r>
            <a:r>
              <a:rPr sz="1800" spc="-50" dirty="0"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Lucida Sans Unicode"/>
              <a:cs typeface="Lucida Sans Unicode"/>
            </a:endParaRPr>
          </a:p>
          <a:p>
            <a:pPr marL="12700" marR="398145">
              <a:lnSpc>
                <a:spcPct val="100000"/>
              </a:lnSpc>
            </a:pPr>
            <a:r>
              <a:rPr sz="1800" spc="-20" dirty="0">
                <a:latin typeface="Lucida Sans Unicode"/>
                <a:cs typeface="Lucida Sans Unicode"/>
              </a:rPr>
              <a:t>Система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хранения: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Huawei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Dorado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5000</a:t>
            </a:r>
            <a:r>
              <a:rPr sz="1800" spc="-135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20" dirty="0">
                <a:latin typeface="Lucida Sans Unicode"/>
                <a:cs typeface="Lucida Sans Unicode"/>
              </a:rPr>
              <a:t>жи</a:t>
            </a:r>
            <a:r>
              <a:rPr sz="1800" spc="35" dirty="0">
                <a:latin typeface="Lucida Sans Unicode"/>
                <a:cs typeface="Lucida Sans Unicode"/>
              </a:rPr>
              <a:t>м</a:t>
            </a:r>
            <a:r>
              <a:rPr sz="1800" spc="10" dirty="0">
                <a:latin typeface="Lucida Sans Unicode"/>
                <a:cs typeface="Lucida Sans Unicode"/>
              </a:rPr>
              <a:t>е</a:t>
            </a:r>
            <a:r>
              <a:rPr sz="1800" spc="-100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10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н</a:t>
            </a:r>
            <a:r>
              <a:rPr sz="1800" spc="-160" dirty="0">
                <a:latin typeface="Lucida Sans Unicode"/>
                <a:cs typeface="Lucida Sans Unicode"/>
              </a:rPr>
              <a:t>х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20" dirty="0">
                <a:latin typeface="Lucida Sans Unicode"/>
                <a:cs typeface="Lucida Sans Unicode"/>
              </a:rPr>
              <a:t>нн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15" dirty="0">
                <a:latin typeface="Lucida Sans Unicode"/>
                <a:cs typeface="Lucida Sans Unicode"/>
              </a:rPr>
              <a:t>й  </a:t>
            </a:r>
            <a:r>
              <a:rPr sz="1800" spc="-5" dirty="0">
                <a:latin typeface="Lucida Sans Unicode"/>
                <a:cs typeface="Lucida Sans Unicode"/>
              </a:rPr>
              <a:t>репликации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(HyperMetro)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8879" y="452695"/>
            <a:ext cx="7325995" cy="1489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225" dirty="0">
                <a:latin typeface="Tahoma"/>
                <a:cs typeface="Tahoma"/>
              </a:rPr>
              <a:t>Р</a:t>
            </a:r>
            <a:r>
              <a:rPr sz="3200" b="0" spc="100" dirty="0">
                <a:latin typeface="Tahoma"/>
                <a:cs typeface="Tahoma"/>
              </a:rPr>
              <a:t>Е</a:t>
            </a:r>
            <a:r>
              <a:rPr sz="3200" b="0" spc="125" dirty="0">
                <a:latin typeface="Tahoma"/>
                <a:cs typeface="Tahoma"/>
              </a:rPr>
              <a:t>А</a:t>
            </a:r>
            <a:r>
              <a:rPr sz="3200" b="0" spc="10" dirty="0">
                <a:latin typeface="Tahoma"/>
                <a:cs typeface="Tahoma"/>
              </a:rPr>
              <a:t>Л</a:t>
            </a:r>
            <a:r>
              <a:rPr sz="3200" b="0" spc="135" dirty="0">
                <a:latin typeface="Tahoma"/>
                <a:cs typeface="Tahoma"/>
              </a:rPr>
              <a:t>И</a:t>
            </a:r>
            <a:r>
              <a:rPr sz="3200" b="0" spc="114" dirty="0">
                <a:latin typeface="Tahoma"/>
                <a:cs typeface="Tahoma"/>
              </a:rPr>
              <a:t>З</a:t>
            </a:r>
            <a:r>
              <a:rPr sz="3200" b="0" spc="50" dirty="0">
                <a:latin typeface="Tahoma"/>
                <a:cs typeface="Tahoma"/>
              </a:rPr>
              <a:t>ОВ</a:t>
            </a:r>
            <a:r>
              <a:rPr sz="3200" b="0" spc="165" dirty="0">
                <a:latin typeface="Tahoma"/>
                <a:cs typeface="Tahoma"/>
              </a:rPr>
              <a:t>А</a:t>
            </a:r>
            <a:r>
              <a:rPr sz="3200" b="0" spc="50" dirty="0">
                <a:latin typeface="Tahoma"/>
                <a:cs typeface="Tahoma"/>
              </a:rPr>
              <a:t>Н</a:t>
            </a:r>
            <a:r>
              <a:rPr sz="3200" b="0" spc="65" dirty="0">
                <a:latin typeface="Tahoma"/>
                <a:cs typeface="Tahoma"/>
              </a:rPr>
              <a:t>Н</a:t>
            </a:r>
            <a:r>
              <a:rPr sz="3200" b="0" spc="350" dirty="0">
                <a:latin typeface="Tahoma"/>
                <a:cs typeface="Tahoma"/>
              </a:rPr>
              <a:t>Ы</a:t>
            </a:r>
            <a:r>
              <a:rPr sz="3200" b="0" spc="-5" dirty="0">
                <a:latin typeface="Tahoma"/>
                <a:cs typeface="Tahoma"/>
              </a:rPr>
              <a:t>Е</a:t>
            </a:r>
            <a:r>
              <a:rPr sz="3200" b="0" spc="-290" dirty="0">
                <a:latin typeface="Tahoma"/>
                <a:cs typeface="Tahoma"/>
              </a:rPr>
              <a:t> </a:t>
            </a:r>
            <a:r>
              <a:rPr sz="3200" b="0" spc="55" dirty="0">
                <a:latin typeface="Tahoma"/>
                <a:cs typeface="Tahoma"/>
              </a:rPr>
              <a:t>П</a:t>
            </a:r>
            <a:r>
              <a:rPr sz="3200" b="0" spc="225" dirty="0">
                <a:latin typeface="Tahoma"/>
                <a:cs typeface="Tahoma"/>
              </a:rPr>
              <a:t>Р</a:t>
            </a:r>
            <a:r>
              <a:rPr sz="3200" b="0" dirty="0">
                <a:latin typeface="Tahoma"/>
                <a:cs typeface="Tahoma"/>
              </a:rPr>
              <a:t>ОЕ</a:t>
            </a:r>
            <a:r>
              <a:rPr sz="3200" b="0" spc="114" dirty="0">
                <a:latin typeface="Tahoma"/>
                <a:cs typeface="Tahoma"/>
              </a:rPr>
              <a:t>К</a:t>
            </a:r>
            <a:r>
              <a:rPr sz="3200" b="0" spc="60" dirty="0">
                <a:latin typeface="Tahoma"/>
                <a:cs typeface="Tahoma"/>
              </a:rPr>
              <a:t>Т</a:t>
            </a:r>
            <a:r>
              <a:rPr sz="3200" b="0" spc="365" dirty="0">
                <a:latin typeface="Tahoma"/>
                <a:cs typeface="Tahoma"/>
              </a:rPr>
              <a:t>Ы</a:t>
            </a:r>
            <a:r>
              <a:rPr sz="3200" b="0" spc="-38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12700" marR="5080" indent="-635">
              <a:lnSpc>
                <a:spcPct val="100000"/>
              </a:lnSpc>
            </a:pP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Крупный 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завод </a:t>
            </a:r>
            <a:r>
              <a:rPr sz="3200" b="0" spc="145" dirty="0">
                <a:solidFill>
                  <a:srgbClr val="0F91FB"/>
                </a:solidFill>
                <a:latin typeface="Tahoma"/>
                <a:cs typeface="Tahoma"/>
              </a:rPr>
              <a:t>– 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модернизация </a:t>
            </a:r>
            <a:r>
              <a:rPr sz="3200" b="0" spc="1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с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70" dirty="0">
                <a:solidFill>
                  <a:srgbClr val="0F91FB"/>
                </a:solidFill>
                <a:latin typeface="Tahoma"/>
                <a:cs typeface="Tahoma"/>
              </a:rPr>
              <a:t>с</a:t>
            </a:r>
            <a:r>
              <a:rPr sz="3200" b="0" spc="55" dirty="0">
                <a:solidFill>
                  <a:srgbClr val="0F91FB"/>
                </a:solidFill>
                <a:latin typeface="Tahoma"/>
                <a:cs typeface="Tahoma"/>
              </a:rPr>
              <a:t>те</a:t>
            </a:r>
            <a:r>
              <a:rPr sz="3200" b="0" spc="220" dirty="0">
                <a:solidFill>
                  <a:srgbClr val="0F91FB"/>
                </a:solidFill>
                <a:latin typeface="Tahoma"/>
                <a:cs typeface="Tahoma"/>
              </a:rPr>
              <a:t>мы</a:t>
            </a:r>
            <a:r>
              <a:rPr sz="3200" b="0" spc="-31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ирт</a:t>
            </a:r>
            <a:r>
              <a:rPr sz="3200" b="0" spc="80" dirty="0">
                <a:solidFill>
                  <a:srgbClr val="0F91FB"/>
                </a:solidFill>
                <a:latin typeface="Tahoma"/>
                <a:cs typeface="Tahoma"/>
              </a:rPr>
              <a:t>уа</a:t>
            </a:r>
            <a:r>
              <a:rPr sz="3200" b="0" spc="15" dirty="0">
                <a:solidFill>
                  <a:srgbClr val="0F91FB"/>
                </a:solidFill>
                <a:latin typeface="Tahoma"/>
                <a:cs typeface="Tahoma"/>
              </a:rPr>
              <a:t>л</a:t>
            </a: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114" dirty="0">
                <a:solidFill>
                  <a:srgbClr val="0F91FB"/>
                </a:solidFill>
                <a:latin typeface="Tahoma"/>
                <a:cs typeface="Tahoma"/>
              </a:rPr>
              <a:t>з</a:t>
            </a:r>
            <a:r>
              <a:rPr sz="3200" b="0" spc="80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ц</a:t>
            </a: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-32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40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3200" b="0" spc="70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ед</a:t>
            </a:r>
            <a:r>
              <a:rPr sz="3200" b="0" spc="55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3200" b="0" spc="8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50" dirty="0">
                <a:solidFill>
                  <a:srgbClr val="0F91FB"/>
                </a:solidFill>
                <a:latin typeface="Tahoma"/>
                <a:cs typeface="Tahoma"/>
              </a:rPr>
              <a:t>я</a:t>
            </a:r>
            <a:r>
              <a:rPr sz="3200" b="0" spc="65" dirty="0">
                <a:solidFill>
                  <a:srgbClr val="0F91FB"/>
                </a:solidFill>
                <a:latin typeface="Tahoma"/>
                <a:cs typeface="Tahoma"/>
              </a:rPr>
              <a:t>т</a:t>
            </a:r>
            <a:r>
              <a:rPr sz="3200" b="0" spc="60" dirty="0">
                <a:solidFill>
                  <a:srgbClr val="0F91FB"/>
                </a:solidFill>
                <a:latin typeface="Tahoma"/>
                <a:cs typeface="Tahoma"/>
              </a:rPr>
              <a:t>ия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16979" y="3387899"/>
            <a:ext cx="623570" cy="692150"/>
            <a:chOff x="6316979" y="3387899"/>
            <a:chExt cx="623570" cy="692150"/>
          </a:xfrm>
        </p:grpSpPr>
        <p:sp>
          <p:nvSpPr>
            <p:cNvPr id="5" name="object 5"/>
            <p:cNvSpPr/>
            <p:nvPr/>
          </p:nvSpPr>
          <p:spPr>
            <a:xfrm>
              <a:off x="6316979" y="3387899"/>
              <a:ext cx="623570" cy="692150"/>
            </a:xfrm>
            <a:custGeom>
              <a:avLst/>
              <a:gdLst/>
              <a:ahLst/>
              <a:cxnLst/>
              <a:rect l="l" t="t" r="r" b="b"/>
              <a:pathLst>
                <a:path w="623570" h="692150">
                  <a:moveTo>
                    <a:pt x="311810" y="0"/>
                  </a:moveTo>
                  <a:lnTo>
                    <a:pt x="264833" y="12706"/>
                  </a:lnTo>
                  <a:lnTo>
                    <a:pt x="46926" y="138804"/>
                  </a:lnTo>
                  <a:lnTo>
                    <a:pt x="12652" y="173000"/>
                  </a:lnTo>
                  <a:lnTo>
                    <a:pt x="0" y="219894"/>
                  </a:lnTo>
                  <a:lnTo>
                    <a:pt x="0" y="472306"/>
                  </a:lnTo>
                  <a:lnTo>
                    <a:pt x="12652" y="519122"/>
                  </a:lnTo>
                  <a:lnTo>
                    <a:pt x="46926" y="553383"/>
                  </a:lnTo>
                  <a:lnTo>
                    <a:pt x="264833" y="679291"/>
                  </a:lnTo>
                  <a:lnTo>
                    <a:pt x="311810" y="691845"/>
                  </a:lnTo>
                  <a:lnTo>
                    <a:pt x="335799" y="688706"/>
                  </a:lnTo>
                  <a:lnTo>
                    <a:pt x="576592" y="553383"/>
                  </a:lnTo>
                  <a:lnTo>
                    <a:pt x="610841" y="519122"/>
                  </a:lnTo>
                  <a:lnTo>
                    <a:pt x="623316" y="472306"/>
                  </a:lnTo>
                  <a:lnTo>
                    <a:pt x="623316" y="219894"/>
                  </a:lnTo>
                  <a:lnTo>
                    <a:pt x="610841" y="173000"/>
                  </a:lnTo>
                  <a:lnTo>
                    <a:pt x="576592" y="138804"/>
                  </a:lnTo>
                  <a:lnTo>
                    <a:pt x="358482" y="12706"/>
                  </a:lnTo>
                  <a:lnTo>
                    <a:pt x="311810" y="0"/>
                  </a:lnTo>
                  <a:close/>
                </a:path>
              </a:pathLst>
            </a:custGeom>
            <a:solidFill>
              <a:srgbClr val="5646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79774" y="3699886"/>
              <a:ext cx="297180" cy="179705"/>
            </a:xfrm>
            <a:custGeom>
              <a:avLst/>
              <a:gdLst/>
              <a:ahLst/>
              <a:cxnLst/>
              <a:rect l="l" t="t" r="r" b="b"/>
              <a:pathLst>
                <a:path w="297179" h="179704">
                  <a:moveTo>
                    <a:pt x="53615" y="60405"/>
                  </a:moveTo>
                  <a:lnTo>
                    <a:pt x="72378" y="43767"/>
                  </a:lnTo>
                  <a:lnTo>
                    <a:pt x="91531" y="37595"/>
                  </a:lnTo>
                  <a:lnTo>
                    <a:pt x="115413" y="35021"/>
                  </a:lnTo>
                  <a:lnTo>
                    <a:pt x="148360" y="29172"/>
                  </a:lnTo>
                  <a:lnTo>
                    <a:pt x="157977" y="27301"/>
                  </a:lnTo>
                  <a:lnTo>
                    <a:pt x="169476" y="26560"/>
                  </a:lnTo>
                  <a:lnTo>
                    <a:pt x="179414" y="28723"/>
                  </a:lnTo>
                  <a:lnTo>
                    <a:pt x="184348" y="35567"/>
                  </a:lnTo>
                  <a:lnTo>
                    <a:pt x="178488" y="45469"/>
                  </a:lnTo>
                  <a:lnTo>
                    <a:pt x="162253" y="52628"/>
                  </a:lnTo>
                  <a:lnTo>
                    <a:pt x="145376" y="56974"/>
                  </a:lnTo>
                  <a:lnTo>
                    <a:pt x="137588" y="58438"/>
                  </a:lnTo>
                  <a:lnTo>
                    <a:pt x="130488" y="55978"/>
                  </a:lnTo>
                  <a:lnTo>
                    <a:pt x="128530" y="66553"/>
                  </a:lnTo>
                  <a:lnTo>
                    <a:pt x="137588" y="65570"/>
                  </a:lnTo>
                  <a:lnTo>
                    <a:pt x="210789" y="60651"/>
                  </a:lnTo>
                  <a:lnTo>
                    <a:pt x="261222" y="12204"/>
                  </a:lnTo>
                  <a:lnTo>
                    <a:pt x="273933" y="2978"/>
                  </a:lnTo>
                  <a:lnTo>
                    <a:pt x="285428" y="0"/>
                  </a:lnTo>
                  <a:lnTo>
                    <a:pt x="293756" y="4353"/>
                  </a:lnTo>
                  <a:lnTo>
                    <a:pt x="296965" y="17122"/>
                  </a:lnTo>
                  <a:lnTo>
                    <a:pt x="222295" y="115493"/>
                  </a:lnTo>
                  <a:lnTo>
                    <a:pt x="107230" y="134921"/>
                  </a:lnTo>
                  <a:lnTo>
                    <a:pt x="82748" y="179433"/>
                  </a:lnTo>
                  <a:lnTo>
                    <a:pt x="0" y="179433"/>
                  </a:lnTo>
                  <a:lnTo>
                    <a:pt x="15985" y="128742"/>
                  </a:lnTo>
                  <a:lnTo>
                    <a:pt x="26899" y="99446"/>
                  </a:lnTo>
                  <a:lnTo>
                    <a:pt x="37767" y="80387"/>
                  </a:lnTo>
                  <a:lnTo>
                    <a:pt x="53615" y="60405"/>
                  </a:lnTo>
                  <a:close/>
                </a:path>
              </a:pathLst>
            </a:custGeom>
            <a:ln w="98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5960" y="3539953"/>
              <a:ext cx="250226" cy="19917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12648" y="2206753"/>
            <a:ext cx="623570" cy="690880"/>
            <a:chOff x="612648" y="2206753"/>
            <a:chExt cx="623570" cy="690880"/>
          </a:xfrm>
        </p:grpSpPr>
        <p:sp>
          <p:nvSpPr>
            <p:cNvPr id="9" name="object 9"/>
            <p:cNvSpPr/>
            <p:nvPr/>
          </p:nvSpPr>
          <p:spPr>
            <a:xfrm>
              <a:off x="612648" y="2206753"/>
              <a:ext cx="623570" cy="690880"/>
            </a:xfrm>
            <a:custGeom>
              <a:avLst/>
              <a:gdLst/>
              <a:ahLst/>
              <a:cxnLst/>
              <a:rect l="l" t="t" r="r" b="b"/>
              <a:pathLst>
                <a:path w="623569" h="690880">
                  <a:moveTo>
                    <a:pt x="311586" y="0"/>
                  </a:moveTo>
                  <a:lnTo>
                    <a:pt x="264922" y="12515"/>
                  </a:lnTo>
                  <a:lnTo>
                    <a:pt x="46545" y="138309"/>
                  </a:lnTo>
                  <a:lnTo>
                    <a:pt x="12457" y="172666"/>
                  </a:lnTo>
                  <a:lnTo>
                    <a:pt x="0" y="219386"/>
                  </a:lnTo>
                  <a:lnTo>
                    <a:pt x="0" y="471176"/>
                  </a:lnTo>
                  <a:lnTo>
                    <a:pt x="12457" y="517877"/>
                  </a:lnTo>
                  <a:lnTo>
                    <a:pt x="46545" y="552062"/>
                  </a:lnTo>
                  <a:lnTo>
                    <a:pt x="264922" y="677856"/>
                  </a:lnTo>
                  <a:lnTo>
                    <a:pt x="311586" y="690372"/>
                  </a:lnTo>
                  <a:lnTo>
                    <a:pt x="335596" y="687243"/>
                  </a:lnTo>
                  <a:lnTo>
                    <a:pt x="576580" y="552062"/>
                  </a:lnTo>
                  <a:lnTo>
                    <a:pt x="610835" y="517877"/>
                  </a:lnTo>
                  <a:lnTo>
                    <a:pt x="623316" y="471176"/>
                  </a:lnTo>
                  <a:lnTo>
                    <a:pt x="623316" y="219386"/>
                  </a:lnTo>
                  <a:lnTo>
                    <a:pt x="610835" y="172666"/>
                  </a:lnTo>
                  <a:lnTo>
                    <a:pt x="576580" y="138309"/>
                  </a:lnTo>
                  <a:lnTo>
                    <a:pt x="358394" y="12515"/>
                  </a:lnTo>
                  <a:lnTo>
                    <a:pt x="311586" y="0"/>
                  </a:lnTo>
                  <a:close/>
                </a:path>
              </a:pathLst>
            </a:custGeom>
            <a:solidFill>
              <a:srgbClr val="003C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6286" y="2637467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405" y="0"/>
                  </a:lnTo>
                </a:path>
              </a:pathLst>
            </a:custGeom>
            <a:ln w="11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6286" y="2675241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405" y="0"/>
                  </a:lnTo>
                </a:path>
              </a:pathLst>
            </a:custGeom>
            <a:ln w="11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6286" y="2713015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405" y="0"/>
                  </a:lnTo>
                </a:path>
              </a:pathLst>
            </a:custGeom>
            <a:ln w="11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9943" y="2743514"/>
              <a:ext cx="39370" cy="0"/>
            </a:xfrm>
            <a:custGeom>
              <a:avLst/>
              <a:gdLst/>
              <a:ahLst/>
              <a:cxnLst/>
              <a:rect l="l" t="t" r="r" b="b"/>
              <a:pathLst>
                <a:path w="39369">
                  <a:moveTo>
                    <a:pt x="0" y="0"/>
                  </a:moveTo>
                  <a:lnTo>
                    <a:pt x="38930" y="0"/>
                  </a:lnTo>
                </a:path>
              </a:pathLst>
            </a:custGeom>
            <a:ln w="11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0692" y="2439080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39">
                  <a:moveTo>
                    <a:pt x="0" y="116680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6906" y="2389554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h="66039">
                  <a:moveTo>
                    <a:pt x="0" y="65475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6906" y="2557439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44489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4456" y="2373883"/>
              <a:ext cx="0" cy="154305"/>
            </a:xfrm>
            <a:custGeom>
              <a:avLst/>
              <a:gdLst/>
              <a:ahLst/>
              <a:cxnLst/>
              <a:rect l="l" t="t" r="r" b="b"/>
              <a:pathLst>
                <a:path h="154305">
                  <a:moveTo>
                    <a:pt x="0" y="153895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4456" y="256975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27981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284" y="2422290"/>
              <a:ext cx="0" cy="133985"/>
            </a:xfrm>
            <a:custGeom>
              <a:avLst/>
              <a:gdLst/>
              <a:ahLst/>
              <a:cxnLst/>
              <a:rect l="l" t="t" r="r" b="b"/>
              <a:pathLst>
                <a:path h="133985">
                  <a:moveTo>
                    <a:pt x="0" y="133469"/>
                  </a:moveTo>
                  <a:lnTo>
                    <a:pt x="0" y="0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6905" y="2527218"/>
              <a:ext cx="47625" cy="30480"/>
            </a:xfrm>
            <a:custGeom>
              <a:avLst/>
              <a:gdLst/>
              <a:ahLst/>
              <a:cxnLst/>
              <a:rect l="l" t="t" r="r" b="b"/>
              <a:pathLst>
                <a:path w="47625" h="30480">
                  <a:moveTo>
                    <a:pt x="0" y="30219"/>
                  </a:moveTo>
                  <a:lnTo>
                    <a:pt x="47550" y="0"/>
                  </a:lnTo>
                </a:path>
              </a:pathLst>
            </a:custGeom>
            <a:ln w="111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4456" y="2422289"/>
              <a:ext cx="48260" cy="36830"/>
            </a:xfrm>
            <a:custGeom>
              <a:avLst/>
              <a:gdLst/>
              <a:ahLst/>
              <a:cxnLst/>
              <a:rect l="l" t="t" r="r" b="b"/>
              <a:pathLst>
                <a:path w="48259" h="36830">
                  <a:moveTo>
                    <a:pt x="0" y="36375"/>
                  </a:moveTo>
                  <a:lnTo>
                    <a:pt x="47828" y="0"/>
                  </a:lnTo>
                </a:path>
              </a:pathLst>
            </a:custGeom>
            <a:ln w="111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4456" y="2555758"/>
              <a:ext cx="48260" cy="42545"/>
            </a:xfrm>
            <a:custGeom>
              <a:avLst/>
              <a:gdLst/>
              <a:ahLst/>
              <a:cxnLst/>
              <a:rect l="l" t="t" r="r" b="b"/>
              <a:pathLst>
                <a:path w="48259" h="42544">
                  <a:moveTo>
                    <a:pt x="0" y="41971"/>
                  </a:moveTo>
                  <a:lnTo>
                    <a:pt x="47828" y="0"/>
                  </a:lnTo>
                </a:path>
              </a:pathLst>
            </a:custGeom>
            <a:ln w="111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2360" y="2512947"/>
              <a:ext cx="46990" cy="30480"/>
            </a:xfrm>
            <a:custGeom>
              <a:avLst/>
              <a:gdLst/>
              <a:ahLst/>
              <a:cxnLst/>
              <a:rect l="l" t="t" r="r" b="b"/>
              <a:pathLst>
                <a:path w="46990" h="30480">
                  <a:moveTo>
                    <a:pt x="0" y="0"/>
                  </a:moveTo>
                  <a:lnTo>
                    <a:pt x="46438" y="29939"/>
                  </a:lnTo>
                </a:path>
              </a:pathLst>
            </a:custGeom>
            <a:ln w="111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8851" y="2456425"/>
              <a:ext cx="45720" cy="29845"/>
            </a:xfrm>
            <a:custGeom>
              <a:avLst/>
              <a:gdLst/>
              <a:ahLst/>
              <a:cxnLst/>
              <a:rect l="l" t="t" r="r" b="b"/>
              <a:pathLst>
                <a:path w="45719" h="29844">
                  <a:moveTo>
                    <a:pt x="45603" y="29659"/>
                  </a:moveTo>
                  <a:lnTo>
                    <a:pt x="0" y="0"/>
                  </a:lnTo>
                </a:path>
              </a:pathLst>
            </a:custGeom>
            <a:ln w="1117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3835" y="2362968"/>
              <a:ext cx="26034" cy="26670"/>
            </a:xfrm>
            <a:custGeom>
              <a:avLst/>
              <a:gdLst/>
              <a:ahLst/>
              <a:cxnLst/>
              <a:rect l="l" t="t" r="r" b="b"/>
              <a:pathLst>
                <a:path w="26034" h="26669">
                  <a:moveTo>
                    <a:pt x="25582" y="13151"/>
                  </a:moveTo>
                  <a:lnTo>
                    <a:pt x="25582" y="20414"/>
                  </a:lnTo>
                  <a:lnTo>
                    <a:pt x="19857" y="26302"/>
                  </a:lnTo>
                  <a:lnTo>
                    <a:pt x="12791" y="26302"/>
                  </a:lnTo>
                  <a:lnTo>
                    <a:pt x="5725" y="26302"/>
                  </a:lnTo>
                  <a:lnTo>
                    <a:pt x="0" y="20414"/>
                  </a:lnTo>
                  <a:lnTo>
                    <a:pt x="0" y="13151"/>
                  </a:lnTo>
                  <a:lnTo>
                    <a:pt x="0" y="5887"/>
                  </a:lnTo>
                  <a:lnTo>
                    <a:pt x="5725" y="0"/>
                  </a:lnTo>
                  <a:lnTo>
                    <a:pt x="12791" y="0"/>
                  </a:lnTo>
                  <a:lnTo>
                    <a:pt x="19854" y="0"/>
                  </a:lnTo>
                  <a:lnTo>
                    <a:pt x="25582" y="5887"/>
                  </a:lnTo>
                  <a:lnTo>
                    <a:pt x="25582" y="13151"/>
                  </a:lnTo>
                  <a:close/>
                </a:path>
              </a:pathLst>
            </a:custGeom>
            <a:ln w="111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7900" y="2410815"/>
              <a:ext cx="26034" cy="26670"/>
            </a:xfrm>
            <a:custGeom>
              <a:avLst/>
              <a:gdLst/>
              <a:ahLst/>
              <a:cxnLst/>
              <a:rect l="l" t="t" r="r" b="b"/>
              <a:pathLst>
                <a:path w="26034" h="26669">
                  <a:moveTo>
                    <a:pt x="25582" y="13151"/>
                  </a:moveTo>
                  <a:lnTo>
                    <a:pt x="25582" y="20414"/>
                  </a:lnTo>
                  <a:lnTo>
                    <a:pt x="19857" y="26302"/>
                  </a:lnTo>
                  <a:lnTo>
                    <a:pt x="12791" y="26302"/>
                  </a:lnTo>
                  <a:lnTo>
                    <a:pt x="5725" y="26302"/>
                  </a:lnTo>
                  <a:lnTo>
                    <a:pt x="0" y="20414"/>
                  </a:lnTo>
                  <a:lnTo>
                    <a:pt x="0" y="13151"/>
                  </a:lnTo>
                  <a:lnTo>
                    <a:pt x="0" y="5887"/>
                  </a:lnTo>
                  <a:lnTo>
                    <a:pt x="5725" y="0"/>
                  </a:lnTo>
                  <a:lnTo>
                    <a:pt x="12791" y="0"/>
                  </a:lnTo>
                  <a:lnTo>
                    <a:pt x="19857" y="0"/>
                  </a:lnTo>
                  <a:lnTo>
                    <a:pt x="25582" y="5887"/>
                  </a:lnTo>
                  <a:lnTo>
                    <a:pt x="25582" y="13151"/>
                  </a:lnTo>
                  <a:close/>
                </a:path>
              </a:pathLst>
            </a:custGeom>
            <a:ln w="111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45364" y="2468176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1058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7611" y="2468175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1058"/>
                  </a:lnTo>
                </a:path>
              </a:pathLst>
            </a:custGeom>
            <a:ln w="111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3215" y="2373879"/>
              <a:ext cx="26034" cy="224154"/>
            </a:xfrm>
            <a:custGeom>
              <a:avLst/>
              <a:gdLst/>
              <a:ahLst/>
              <a:cxnLst/>
              <a:rect l="l" t="t" r="r" b="b"/>
              <a:pathLst>
                <a:path w="26034" h="224155">
                  <a:moveTo>
                    <a:pt x="0" y="205380"/>
                  </a:moveTo>
                  <a:lnTo>
                    <a:pt x="25860" y="224128"/>
                  </a:lnTo>
                  <a:lnTo>
                    <a:pt x="25860" y="0"/>
                  </a:lnTo>
                </a:path>
              </a:pathLst>
            </a:custGeom>
            <a:ln w="111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614172" y="4570477"/>
            <a:ext cx="622300" cy="690880"/>
            <a:chOff x="614172" y="4570477"/>
            <a:chExt cx="622300" cy="690880"/>
          </a:xfrm>
        </p:grpSpPr>
        <p:sp>
          <p:nvSpPr>
            <p:cNvPr id="31" name="object 31"/>
            <p:cNvSpPr/>
            <p:nvPr/>
          </p:nvSpPr>
          <p:spPr>
            <a:xfrm>
              <a:off x="614172" y="4570477"/>
              <a:ext cx="622300" cy="690880"/>
            </a:xfrm>
            <a:custGeom>
              <a:avLst/>
              <a:gdLst/>
              <a:ahLst/>
              <a:cxnLst/>
              <a:rect l="l" t="t" r="r" b="b"/>
              <a:pathLst>
                <a:path w="622300" h="690879">
                  <a:moveTo>
                    <a:pt x="310819" y="0"/>
                  </a:moveTo>
                  <a:lnTo>
                    <a:pt x="264274" y="12515"/>
                  </a:lnTo>
                  <a:lnTo>
                    <a:pt x="46431" y="138309"/>
                  </a:lnTo>
                  <a:lnTo>
                    <a:pt x="12423" y="172666"/>
                  </a:lnTo>
                  <a:lnTo>
                    <a:pt x="0" y="219386"/>
                  </a:lnTo>
                  <a:lnTo>
                    <a:pt x="0" y="471176"/>
                  </a:lnTo>
                  <a:lnTo>
                    <a:pt x="12423" y="517877"/>
                  </a:lnTo>
                  <a:lnTo>
                    <a:pt x="46431" y="552062"/>
                  </a:lnTo>
                  <a:lnTo>
                    <a:pt x="264274" y="677856"/>
                  </a:lnTo>
                  <a:lnTo>
                    <a:pt x="310819" y="690372"/>
                  </a:lnTo>
                  <a:lnTo>
                    <a:pt x="334772" y="687243"/>
                  </a:lnTo>
                  <a:lnTo>
                    <a:pt x="575170" y="552062"/>
                  </a:lnTo>
                  <a:lnTo>
                    <a:pt x="609344" y="517877"/>
                  </a:lnTo>
                  <a:lnTo>
                    <a:pt x="621792" y="471176"/>
                  </a:lnTo>
                  <a:lnTo>
                    <a:pt x="621792" y="219386"/>
                  </a:lnTo>
                  <a:lnTo>
                    <a:pt x="609344" y="172666"/>
                  </a:lnTo>
                  <a:lnTo>
                    <a:pt x="575170" y="138309"/>
                  </a:lnTo>
                  <a:lnTo>
                    <a:pt x="357517" y="12515"/>
                  </a:lnTo>
                  <a:lnTo>
                    <a:pt x="310819" y="0"/>
                  </a:lnTo>
                  <a:close/>
                </a:path>
              </a:pathLst>
            </a:custGeom>
            <a:solidFill>
              <a:srgbClr val="6BB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596" y="4893205"/>
              <a:ext cx="205321" cy="18479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185" y="4760430"/>
              <a:ext cx="120314" cy="1087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848" y="4719393"/>
              <a:ext cx="111161" cy="1343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584" y="4909148"/>
              <a:ext cx="111161" cy="134087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320028" y="2206800"/>
            <a:ext cx="623570" cy="690880"/>
            <a:chOff x="6320028" y="2206800"/>
            <a:chExt cx="623570" cy="690880"/>
          </a:xfrm>
        </p:grpSpPr>
        <p:sp>
          <p:nvSpPr>
            <p:cNvPr id="37" name="object 37"/>
            <p:cNvSpPr/>
            <p:nvPr/>
          </p:nvSpPr>
          <p:spPr>
            <a:xfrm>
              <a:off x="6320028" y="2206800"/>
              <a:ext cx="623570" cy="690880"/>
            </a:xfrm>
            <a:custGeom>
              <a:avLst/>
              <a:gdLst/>
              <a:ahLst/>
              <a:cxnLst/>
              <a:rect l="l" t="t" r="r" b="b"/>
              <a:pathLst>
                <a:path w="623570" h="690880">
                  <a:moveTo>
                    <a:pt x="311581" y="0"/>
                  </a:moveTo>
                  <a:lnTo>
                    <a:pt x="264833" y="12668"/>
                  </a:lnTo>
                  <a:lnTo>
                    <a:pt x="46723" y="138499"/>
                  </a:lnTo>
                  <a:lnTo>
                    <a:pt x="12550" y="172616"/>
                  </a:lnTo>
                  <a:lnTo>
                    <a:pt x="0" y="219411"/>
                  </a:lnTo>
                  <a:lnTo>
                    <a:pt x="0" y="471265"/>
                  </a:lnTo>
                  <a:lnTo>
                    <a:pt x="12550" y="517982"/>
                  </a:lnTo>
                  <a:lnTo>
                    <a:pt x="46723" y="552164"/>
                  </a:lnTo>
                  <a:lnTo>
                    <a:pt x="264833" y="677805"/>
                  </a:lnTo>
                  <a:lnTo>
                    <a:pt x="311581" y="690321"/>
                  </a:lnTo>
                  <a:lnTo>
                    <a:pt x="335656" y="687192"/>
                  </a:lnTo>
                  <a:lnTo>
                    <a:pt x="576389" y="552164"/>
                  </a:lnTo>
                  <a:lnTo>
                    <a:pt x="610739" y="517982"/>
                  </a:lnTo>
                  <a:lnTo>
                    <a:pt x="623316" y="471265"/>
                  </a:lnTo>
                  <a:lnTo>
                    <a:pt x="623316" y="219411"/>
                  </a:lnTo>
                  <a:lnTo>
                    <a:pt x="610739" y="172616"/>
                  </a:lnTo>
                  <a:lnTo>
                    <a:pt x="576389" y="138499"/>
                  </a:lnTo>
                  <a:lnTo>
                    <a:pt x="358482" y="12668"/>
                  </a:lnTo>
                  <a:lnTo>
                    <a:pt x="311581" y="0"/>
                  </a:lnTo>
                  <a:close/>
                </a:path>
              </a:pathLst>
            </a:custGeom>
            <a:solidFill>
              <a:srgbClr val="392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17712" y="244965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69">
                  <a:moveTo>
                    <a:pt x="153192" y="254877"/>
                  </a:moveTo>
                  <a:lnTo>
                    <a:pt x="76835" y="254877"/>
                  </a:lnTo>
                  <a:lnTo>
                    <a:pt x="46956" y="248796"/>
                  </a:lnTo>
                  <a:lnTo>
                    <a:pt x="22530" y="232223"/>
                  </a:lnTo>
                  <a:lnTo>
                    <a:pt x="6047" y="207662"/>
                  </a:lnTo>
                  <a:lnTo>
                    <a:pt x="0" y="177619"/>
                  </a:lnTo>
                  <a:lnTo>
                    <a:pt x="0" y="0"/>
                  </a:lnTo>
                  <a:lnTo>
                    <a:pt x="230027" y="0"/>
                  </a:lnTo>
                  <a:lnTo>
                    <a:pt x="230027" y="177619"/>
                  </a:lnTo>
                  <a:lnTo>
                    <a:pt x="223980" y="207662"/>
                  </a:lnTo>
                  <a:lnTo>
                    <a:pt x="207497" y="232223"/>
                  </a:lnTo>
                  <a:lnTo>
                    <a:pt x="183071" y="248796"/>
                  </a:lnTo>
                  <a:lnTo>
                    <a:pt x="153192" y="254877"/>
                  </a:lnTo>
                  <a:close/>
                </a:path>
              </a:pathLst>
            </a:custGeom>
            <a:ln w="95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67739" y="2499956"/>
              <a:ext cx="32384" cy="57785"/>
            </a:xfrm>
            <a:custGeom>
              <a:avLst/>
              <a:gdLst/>
              <a:ahLst/>
              <a:cxnLst/>
              <a:rect l="l" t="t" r="r" b="b"/>
              <a:pathLst>
                <a:path w="32384" h="57785">
                  <a:moveTo>
                    <a:pt x="32074" y="0"/>
                  </a:moveTo>
                  <a:lnTo>
                    <a:pt x="0" y="28881"/>
                  </a:lnTo>
                  <a:lnTo>
                    <a:pt x="31835" y="57762"/>
                  </a:lnTo>
                </a:path>
              </a:pathLst>
            </a:custGeom>
            <a:ln w="95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65640" y="2499956"/>
              <a:ext cx="32384" cy="57785"/>
            </a:xfrm>
            <a:custGeom>
              <a:avLst/>
              <a:gdLst/>
              <a:ahLst/>
              <a:cxnLst/>
              <a:rect l="l" t="t" r="r" b="b"/>
              <a:pathLst>
                <a:path w="32384" h="57785">
                  <a:moveTo>
                    <a:pt x="0" y="0"/>
                  </a:moveTo>
                  <a:lnTo>
                    <a:pt x="31835" y="28881"/>
                  </a:lnTo>
                  <a:lnTo>
                    <a:pt x="239" y="57762"/>
                  </a:lnTo>
                </a:path>
              </a:pathLst>
            </a:custGeom>
            <a:ln w="95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22076" y="2499956"/>
              <a:ext cx="23495" cy="65405"/>
            </a:xfrm>
            <a:custGeom>
              <a:avLst/>
              <a:gdLst/>
              <a:ahLst/>
              <a:cxnLst/>
              <a:rect l="l" t="t" r="r" b="b"/>
              <a:pathLst>
                <a:path w="23495" h="65405">
                  <a:moveTo>
                    <a:pt x="23457" y="0"/>
                  </a:moveTo>
                  <a:lnTo>
                    <a:pt x="0" y="64982"/>
                  </a:lnTo>
                </a:path>
              </a:pathLst>
            </a:custGeom>
            <a:ln w="9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67263" y="2595265"/>
              <a:ext cx="131445" cy="52705"/>
            </a:xfrm>
            <a:custGeom>
              <a:avLst/>
              <a:gdLst/>
              <a:ahLst/>
              <a:cxnLst/>
              <a:rect l="l" t="t" r="r" b="b"/>
              <a:pathLst>
                <a:path w="131445" h="52705">
                  <a:moveTo>
                    <a:pt x="121357" y="16606"/>
                  </a:moveTo>
                  <a:lnTo>
                    <a:pt x="50266" y="16606"/>
                  </a:lnTo>
                  <a:lnTo>
                    <a:pt x="46421" y="9950"/>
                  </a:lnTo>
                  <a:lnTo>
                    <a:pt x="40871" y="4693"/>
                  </a:lnTo>
                  <a:lnTo>
                    <a:pt x="33974" y="1240"/>
                  </a:lnTo>
                  <a:lnTo>
                    <a:pt x="26090" y="0"/>
                  </a:lnTo>
                  <a:lnTo>
                    <a:pt x="15955" y="2068"/>
                  </a:lnTo>
                  <a:lnTo>
                    <a:pt x="7659" y="7701"/>
                  </a:lnTo>
                  <a:lnTo>
                    <a:pt x="2057" y="16042"/>
                  </a:lnTo>
                  <a:lnTo>
                    <a:pt x="0" y="26233"/>
                  </a:lnTo>
                  <a:lnTo>
                    <a:pt x="2057" y="36424"/>
                  </a:lnTo>
                  <a:lnTo>
                    <a:pt x="7659" y="44765"/>
                  </a:lnTo>
                  <a:lnTo>
                    <a:pt x="15955" y="50399"/>
                  </a:lnTo>
                  <a:lnTo>
                    <a:pt x="26090" y="52467"/>
                  </a:lnTo>
                  <a:lnTo>
                    <a:pt x="33974" y="51260"/>
                  </a:lnTo>
                  <a:lnTo>
                    <a:pt x="40871" y="47864"/>
                  </a:lnTo>
                  <a:lnTo>
                    <a:pt x="46421" y="42618"/>
                  </a:lnTo>
                  <a:lnTo>
                    <a:pt x="50266" y="35860"/>
                  </a:lnTo>
                  <a:lnTo>
                    <a:pt x="121357" y="35860"/>
                  </a:lnTo>
                  <a:lnTo>
                    <a:pt x="126623" y="35860"/>
                  </a:lnTo>
                  <a:lnTo>
                    <a:pt x="130931" y="31528"/>
                  </a:lnTo>
                  <a:lnTo>
                    <a:pt x="130931" y="26233"/>
                  </a:lnTo>
                  <a:lnTo>
                    <a:pt x="130931" y="20938"/>
                  </a:lnTo>
                  <a:lnTo>
                    <a:pt x="126623" y="16606"/>
                  </a:lnTo>
                  <a:lnTo>
                    <a:pt x="121357" y="16606"/>
                  </a:lnTo>
                  <a:close/>
                </a:path>
              </a:pathLst>
            </a:custGeom>
            <a:ln w="96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5645" y="2372401"/>
              <a:ext cx="193929" cy="82063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609600" y="3387848"/>
            <a:ext cx="623570" cy="692150"/>
            <a:chOff x="609600" y="3387848"/>
            <a:chExt cx="623570" cy="692150"/>
          </a:xfrm>
        </p:grpSpPr>
        <p:sp>
          <p:nvSpPr>
            <p:cNvPr id="45" name="object 45"/>
            <p:cNvSpPr/>
            <p:nvPr/>
          </p:nvSpPr>
          <p:spPr>
            <a:xfrm>
              <a:off x="609600" y="3387848"/>
              <a:ext cx="623570" cy="692150"/>
            </a:xfrm>
            <a:custGeom>
              <a:avLst/>
              <a:gdLst/>
              <a:ahLst/>
              <a:cxnLst/>
              <a:rect l="l" t="t" r="r" b="b"/>
              <a:pathLst>
                <a:path w="623569" h="692150">
                  <a:moveTo>
                    <a:pt x="311586" y="0"/>
                  </a:moveTo>
                  <a:lnTo>
                    <a:pt x="264922" y="12544"/>
                  </a:lnTo>
                  <a:lnTo>
                    <a:pt x="46545" y="138617"/>
                  </a:lnTo>
                  <a:lnTo>
                    <a:pt x="12457" y="173050"/>
                  </a:lnTo>
                  <a:lnTo>
                    <a:pt x="0" y="219884"/>
                  </a:lnTo>
                  <a:lnTo>
                    <a:pt x="0" y="472220"/>
                  </a:lnTo>
                  <a:lnTo>
                    <a:pt x="12457" y="519025"/>
                  </a:lnTo>
                  <a:lnTo>
                    <a:pt x="46545" y="553285"/>
                  </a:lnTo>
                  <a:lnTo>
                    <a:pt x="264922" y="679345"/>
                  </a:lnTo>
                  <a:lnTo>
                    <a:pt x="311586" y="691899"/>
                  </a:lnTo>
                  <a:lnTo>
                    <a:pt x="335596" y="688760"/>
                  </a:lnTo>
                  <a:lnTo>
                    <a:pt x="576580" y="553285"/>
                  </a:lnTo>
                  <a:lnTo>
                    <a:pt x="610835" y="519025"/>
                  </a:lnTo>
                  <a:lnTo>
                    <a:pt x="623316" y="472220"/>
                  </a:lnTo>
                  <a:lnTo>
                    <a:pt x="623316" y="219884"/>
                  </a:lnTo>
                  <a:lnTo>
                    <a:pt x="610835" y="173050"/>
                  </a:lnTo>
                  <a:lnTo>
                    <a:pt x="576580" y="138617"/>
                  </a:lnTo>
                  <a:lnTo>
                    <a:pt x="358394" y="12544"/>
                  </a:lnTo>
                  <a:lnTo>
                    <a:pt x="311586" y="0"/>
                  </a:lnTo>
                  <a:close/>
                </a:path>
              </a:pathLst>
            </a:custGeom>
            <a:solidFill>
              <a:srgbClr val="0F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490" y="3572592"/>
              <a:ext cx="338257" cy="335224"/>
            </a:xfrm>
            <a:prstGeom prst="rect">
              <a:avLst/>
            </a:prstGeom>
          </p:spPr>
        </p:pic>
      </p:grpSp>
      <p:sp>
        <p:nvSpPr>
          <p:cNvPr id="47" name="object 47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10951805" y="378075"/>
            <a:ext cx="901065" cy="324485"/>
            <a:chOff x="10951805" y="378075"/>
            <a:chExt cx="901065" cy="324485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1805" y="408364"/>
              <a:ext cx="110469" cy="23181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085652" y="409193"/>
              <a:ext cx="391160" cy="293370"/>
            </a:xfrm>
            <a:custGeom>
              <a:avLst/>
              <a:gdLst/>
              <a:ahLst/>
              <a:cxnLst/>
              <a:rect l="l" t="t" r="r" b="b"/>
              <a:pathLst>
                <a:path w="391159" h="293370">
                  <a:moveTo>
                    <a:pt x="46774" y="63614"/>
                  </a:moveTo>
                  <a:lnTo>
                    <a:pt x="0" y="63614"/>
                  </a:lnTo>
                  <a:lnTo>
                    <a:pt x="0" y="230987"/>
                  </a:lnTo>
                  <a:lnTo>
                    <a:pt x="46774" y="230987"/>
                  </a:lnTo>
                  <a:lnTo>
                    <a:pt x="46774" y="63614"/>
                  </a:lnTo>
                  <a:close/>
                </a:path>
                <a:path w="391159" h="293370">
                  <a:moveTo>
                    <a:pt x="46774" y="0"/>
                  </a:moveTo>
                  <a:lnTo>
                    <a:pt x="0" y="0"/>
                  </a:lnTo>
                  <a:lnTo>
                    <a:pt x="0" y="38950"/>
                  </a:lnTo>
                  <a:lnTo>
                    <a:pt x="46774" y="38950"/>
                  </a:lnTo>
                  <a:lnTo>
                    <a:pt x="46774" y="0"/>
                  </a:lnTo>
                  <a:close/>
                </a:path>
                <a:path w="391159" h="293370">
                  <a:moveTo>
                    <a:pt x="246849" y="63614"/>
                  </a:moveTo>
                  <a:lnTo>
                    <a:pt x="202895" y="63614"/>
                  </a:lnTo>
                  <a:lnTo>
                    <a:pt x="202895" y="85991"/>
                  </a:lnTo>
                  <a:lnTo>
                    <a:pt x="202336" y="85204"/>
                  </a:lnTo>
                  <a:lnTo>
                    <a:pt x="202336" y="142430"/>
                  </a:lnTo>
                  <a:lnTo>
                    <a:pt x="202031" y="151980"/>
                  </a:lnTo>
                  <a:lnTo>
                    <a:pt x="179082" y="188480"/>
                  </a:lnTo>
                  <a:lnTo>
                    <a:pt x="163131" y="191681"/>
                  </a:lnTo>
                  <a:lnTo>
                    <a:pt x="154876" y="191033"/>
                  </a:lnTo>
                  <a:lnTo>
                    <a:pt x="125831" y="161874"/>
                  </a:lnTo>
                  <a:lnTo>
                    <a:pt x="123596" y="144081"/>
                  </a:lnTo>
                  <a:lnTo>
                    <a:pt x="123596" y="142430"/>
                  </a:lnTo>
                  <a:lnTo>
                    <a:pt x="139827" y="101854"/>
                  </a:lnTo>
                  <a:lnTo>
                    <a:pt x="178765" y="97688"/>
                  </a:lnTo>
                  <a:lnTo>
                    <a:pt x="202044" y="133070"/>
                  </a:lnTo>
                  <a:lnTo>
                    <a:pt x="202336" y="142430"/>
                  </a:lnTo>
                  <a:lnTo>
                    <a:pt x="202336" y="85204"/>
                  </a:lnTo>
                  <a:lnTo>
                    <a:pt x="167055" y="60159"/>
                  </a:lnTo>
                  <a:lnTo>
                    <a:pt x="151917" y="58839"/>
                  </a:lnTo>
                  <a:lnTo>
                    <a:pt x="136652" y="59969"/>
                  </a:lnTo>
                  <a:lnTo>
                    <a:pt x="97853" y="82029"/>
                  </a:lnTo>
                  <a:lnTo>
                    <a:pt x="78079" y="127368"/>
                  </a:lnTo>
                  <a:lnTo>
                    <a:pt x="77457" y="144081"/>
                  </a:lnTo>
                  <a:lnTo>
                    <a:pt x="78092" y="160223"/>
                  </a:lnTo>
                  <a:lnTo>
                    <a:pt x="97002" y="204114"/>
                  </a:lnTo>
                  <a:lnTo>
                    <a:pt x="135026" y="225463"/>
                  </a:lnTo>
                  <a:lnTo>
                    <a:pt x="149948" y="226479"/>
                  </a:lnTo>
                  <a:lnTo>
                    <a:pt x="165163" y="225044"/>
                  </a:lnTo>
                  <a:lnTo>
                    <a:pt x="179324" y="220040"/>
                  </a:lnTo>
                  <a:lnTo>
                    <a:pt x="191795" y="211747"/>
                  </a:lnTo>
                  <a:lnTo>
                    <a:pt x="201955" y="200520"/>
                  </a:lnTo>
                  <a:lnTo>
                    <a:pt x="201828" y="227533"/>
                  </a:lnTo>
                  <a:lnTo>
                    <a:pt x="174510" y="261734"/>
                  </a:lnTo>
                  <a:lnTo>
                    <a:pt x="156248" y="262839"/>
                  </a:lnTo>
                  <a:lnTo>
                    <a:pt x="148158" y="261112"/>
                  </a:lnTo>
                  <a:lnTo>
                    <a:pt x="140970" y="257416"/>
                  </a:lnTo>
                  <a:lnTo>
                    <a:pt x="135229" y="253644"/>
                  </a:lnTo>
                  <a:lnTo>
                    <a:pt x="131292" y="247713"/>
                  </a:lnTo>
                  <a:lnTo>
                    <a:pt x="130124" y="241020"/>
                  </a:lnTo>
                  <a:lnTo>
                    <a:pt x="83350" y="241020"/>
                  </a:lnTo>
                  <a:lnTo>
                    <a:pt x="90970" y="263867"/>
                  </a:lnTo>
                  <a:lnTo>
                    <a:pt x="106807" y="280174"/>
                  </a:lnTo>
                  <a:lnTo>
                    <a:pt x="130860" y="289966"/>
                  </a:lnTo>
                  <a:lnTo>
                    <a:pt x="163131" y="293230"/>
                  </a:lnTo>
                  <a:lnTo>
                    <a:pt x="182867" y="292011"/>
                  </a:lnTo>
                  <a:lnTo>
                    <a:pt x="226085" y="273888"/>
                  </a:lnTo>
                  <a:lnTo>
                    <a:pt x="235204" y="262839"/>
                  </a:lnTo>
                  <a:lnTo>
                    <a:pt x="241668" y="249148"/>
                  </a:lnTo>
                  <a:lnTo>
                    <a:pt x="245554" y="232651"/>
                  </a:lnTo>
                  <a:lnTo>
                    <a:pt x="246811" y="214058"/>
                  </a:lnTo>
                  <a:lnTo>
                    <a:pt x="246849" y="200520"/>
                  </a:lnTo>
                  <a:lnTo>
                    <a:pt x="246849" y="191681"/>
                  </a:lnTo>
                  <a:lnTo>
                    <a:pt x="246849" y="94742"/>
                  </a:lnTo>
                  <a:lnTo>
                    <a:pt x="246849" y="85991"/>
                  </a:lnTo>
                  <a:lnTo>
                    <a:pt x="246849" y="63614"/>
                  </a:lnTo>
                  <a:close/>
                </a:path>
                <a:path w="391159" h="293370">
                  <a:moveTo>
                    <a:pt x="324599" y="128714"/>
                  </a:moveTo>
                  <a:lnTo>
                    <a:pt x="265950" y="81292"/>
                  </a:lnTo>
                  <a:lnTo>
                    <a:pt x="253225" y="96481"/>
                  </a:lnTo>
                  <a:lnTo>
                    <a:pt x="304584" y="138010"/>
                  </a:lnTo>
                  <a:lnTo>
                    <a:pt x="304584" y="233565"/>
                  </a:lnTo>
                  <a:lnTo>
                    <a:pt x="324599" y="233565"/>
                  </a:lnTo>
                  <a:lnTo>
                    <a:pt x="324599" y="128714"/>
                  </a:lnTo>
                  <a:close/>
                </a:path>
                <a:path w="391159" h="293370">
                  <a:moveTo>
                    <a:pt x="357619" y="114985"/>
                  </a:moveTo>
                  <a:lnTo>
                    <a:pt x="288302" y="56527"/>
                  </a:lnTo>
                  <a:lnTo>
                    <a:pt x="276237" y="70434"/>
                  </a:lnTo>
                  <a:lnTo>
                    <a:pt x="339090" y="123456"/>
                  </a:lnTo>
                  <a:lnTo>
                    <a:pt x="339090" y="233197"/>
                  </a:lnTo>
                  <a:lnTo>
                    <a:pt x="357619" y="233197"/>
                  </a:lnTo>
                  <a:lnTo>
                    <a:pt x="357619" y="114985"/>
                  </a:lnTo>
                  <a:close/>
                </a:path>
                <a:path w="391159" h="293370">
                  <a:moveTo>
                    <a:pt x="390728" y="39687"/>
                  </a:moveTo>
                  <a:lnTo>
                    <a:pt x="388569" y="29146"/>
                  </a:lnTo>
                  <a:lnTo>
                    <a:pt x="382676" y="20548"/>
                  </a:lnTo>
                  <a:lnTo>
                    <a:pt x="373926" y="14744"/>
                  </a:lnTo>
                  <a:lnTo>
                    <a:pt x="363220" y="12623"/>
                  </a:lnTo>
                  <a:lnTo>
                    <a:pt x="352513" y="14744"/>
                  </a:lnTo>
                  <a:lnTo>
                    <a:pt x="343776" y="20548"/>
                  </a:lnTo>
                  <a:lnTo>
                    <a:pt x="337883" y="29146"/>
                  </a:lnTo>
                  <a:lnTo>
                    <a:pt x="335724" y="39687"/>
                  </a:lnTo>
                  <a:lnTo>
                    <a:pt x="337883" y="50215"/>
                  </a:lnTo>
                  <a:lnTo>
                    <a:pt x="343776" y="58826"/>
                  </a:lnTo>
                  <a:lnTo>
                    <a:pt x="352513" y="64630"/>
                  </a:lnTo>
                  <a:lnTo>
                    <a:pt x="363220" y="66751"/>
                  </a:lnTo>
                  <a:lnTo>
                    <a:pt x="373926" y="64630"/>
                  </a:lnTo>
                  <a:lnTo>
                    <a:pt x="382676" y="58826"/>
                  </a:lnTo>
                  <a:lnTo>
                    <a:pt x="388569" y="50215"/>
                  </a:lnTo>
                  <a:lnTo>
                    <a:pt x="390728" y="39687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66832" y="468112"/>
              <a:ext cx="285670" cy="1768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1458431" y="378075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90" h="264795">
                  <a:moveTo>
                    <a:pt x="20017" y="264312"/>
                  </a:moveTo>
                  <a:lnTo>
                    <a:pt x="0" y="264312"/>
                  </a:lnTo>
                  <a:lnTo>
                    <a:pt x="0" y="141040"/>
                  </a:lnTo>
                  <a:lnTo>
                    <a:pt x="80256" y="0"/>
                  </a:lnTo>
                  <a:lnTo>
                    <a:pt x="97748" y="9666"/>
                  </a:lnTo>
                  <a:lnTo>
                    <a:pt x="20017" y="146195"/>
                  </a:lnTo>
                  <a:lnTo>
                    <a:pt x="20017" y="264312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92856" y="395291"/>
              <a:ext cx="91668" cy="247464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6331758" y="4577338"/>
            <a:ext cx="591820" cy="653415"/>
            <a:chOff x="6331758" y="4577338"/>
            <a:chExt cx="591820" cy="653415"/>
          </a:xfrm>
        </p:grpSpPr>
        <p:sp>
          <p:nvSpPr>
            <p:cNvPr id="55" name="object 55"/>
            <p:cNvSpPr/>
            <p:nvPr/>
          </p:nvSpPr>
          <p:spPr>
            <a:xfrm>
              <a:off x="6331758" y="4577338"/>
              <a:ext cx="591820" cy="653415"/>
            </a:xfrm>
            <a:custGeom>
              <a:avLst/>
              <a:gdLst/>
              <a:ahLst/>
              <a:cxnLst/>
              <a:rect l="l" t="t" r="r" b="b"/>
              <a:pathLst>
                <a:path w="591820" h="653414">
                  <a:moveTo>
                    <a:pt x="295899" y="653131"/>
                  </a:moveTo>
                  <a:lnTo>
                    <a:pt x="251432" y="641159"/>
                  </a:lnTo>
                  <a:lnTo>
                    <a:pt x="44127" y="522097"/>
                  </a:lnTo>
                  <a:lnTo>
                    <a:pt x="11783" y="489267"/>
                  </a:lnTo>
                  <a:lnTo>
                    <a:pt x="0" y="444953"/>
                  </a:lnTo>
                  <a:lnTo>
                    <a:pt x="0" y="207510"/>
                  </a:lnTo>
                  <a:lnTo>
                    <a:pt x="11783" y="163536"/>
                  </a:lnTo>
                  <a:lnTo>
                    <a:pt x="44127" y="131033"/>
                  </a:lnTo>
                  <a:lnTo>
                    <a:pt x="251432" y="11971"/>
                  </a:lnTo>
                  <a:lnTo>
                    <a:pt x="295644" y="0"/>
                  </a:lnTo>
                  <a:lnTo>
                    <a:pt x="318473" y="2992"/>
                  </a:lnTo>
                  <a:lnTo>
                    <a:pt x="547656" y="131033"/>
                  </a:lnTo>
                  <a:lnTo>
                    <a:pt x="580000" y="163536"/>
                  </a:lnTo>
                  <a:lnTo>
                    <a:pt x="591783" y="207510"/>
                  </a:lnTo>
                  <a:lnTo>
                    <a:pt x="591783" y="445620"/>
                  </a:lnTo>
                  <a:lnTo>
                    <a:pt x="580000" y="489600"/>
                  </a:lnTo>
                  <a:lnTo>
                    <a:pt x="547656" y="522097"/>
                  </a:lnTo>
                  <a:lnTo>
                    <a:pt x="340366" y="641159"/>
                  </a:lnTo>
                  <a:lnTo>
                    <a:pt x="295899" y="653131"/>
                  </a:lnTo>
                  <a:close/>
                </a:path>
              </a:pathLst>
            </a:custGeom>
            <a:solidFill>
              <a:srgbClr val="9C9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413590" y="4695059"/>
              <a:ext cx="435609" cy="408940"/>
            </a:xfrm>
            <a:custGeom>
              <a:avLst/>
              <a:gdLst/>
              <a:ahLst/>
              <a:cxnLst/>
              <a:rect l="l" t="t" r="r" b="b"/>
              <a:pathLst>
                <a:path w="435609" h="408939">
                  <a:moveTo>
                    <a:pt x="65636" y="351790"/>
                  </a:moveTo>
                  <a:lnTo>
                    <a:pt x="46151" y="351790"/>
                  </a:lnTo>
                  <a:lnTo>
                    <a:pt x="58985" y="340360"/>
                  </a:lnTo>
                  <a:lnTo>
                    <a:pt x="73695" y="331470"/>
                  </a:lnTo>
                  <a:lnTo>
                    <a:pt x="89877" y="325120"/>
                  </a:lnTo>
                  <a:lnTo>
                    <a:pt x="107125" y="322580"/>
                  </a:lnTo>
                  <a:lnTo>
                    <a:pt x="113213" y="322580"/>
                  </a:lnTo>
                  <a:lnTo>
                    <a:pt x="111470" y="316230"/>
                  </a:lnTo>
                  <a:lnTo>
                    <a:pt x="110598" y="309880"/>
                  </a:lnTo>
                  <a:lnTo>
                    <a:pt x="110598" y="303530"/>
                  </a:lnTo>
                  <a:lnTo>
                    <a:pt x="114586" y="283210"/>
                  </a:lnTo>
                  <a:lnTo>
                    <a:pt x="125516" y="266700"/>
                  </a:lnTo>
                  <a:lnTo>
                    <a:pt x="141832" y="256540"/>
                  </a:lnTo>
                  <a:lnTo>
                    <a:pt x="161981" y="251460"/>
                  </a:lnTo>
                  <a:lnTo>
                    <a:pt x="158692" y="234950"/>
                  </a:lnTo>
                  <a:lnTo>
                    <a:pt x="156544" y="217170"/>
                  </a:lnTo>
                  <a:lnTo>
                    <a:pt x="155374" y="199390"/>
                  </a:lnTo>
                  <a:lnTo>
                    <a:pt x="155020" y="181610"/>
                  </a:lnTo>
                  <a:lnTo>
                    <a:pt x="158394" y="133350"/>
                  </a:lnTo>
                  <a:lnTo>
                    <a:pt x="168298" y="86360"/>
                  </a:lnTo>
                  <a:lnTo>
                    <a:pt x="184410" y="44450"/>
                  </a:lnTo>
                  <a:lnTo>
                    <a:pt x="206403" y="5080"/>
                  </a:lnTo>
                  <a:lnTo>
                    <a:pt x="213364" y="0"/>
                  </a:lnTo>
                  <a:lnTo>
                    <a:pt x="222083" y="0"/>
                  </a:lnTo>
                  <a:lnTo>
                    <a:pt x="225556" y="1270"/>
                  </a:lnTo>
                  <a:lnTo>
                    <a:pt x="228171" y="5080"/>
                  </a:lnTo>
                  <a:lnTo>
                    <a:pt x="231103" y="10160"/>
                  </a:lnTo>
                  <a:lnTo>
                    <a:pt x="216851" y="10160"/>
                  </a:lnTo>
                  <a:lnTo>
                    <a:pt x="215979" y="11430"/>
                  </a:lnTo>
                  <a:lnTo>
                    <a:pt x="208972" y="22860"/>
                  </a:lnTo>
                  <a:lnTo>
                    <a:pt x="202371" y="34290"/>
                  </a:lnTo>
                  <a:lnTo>
                    <a:pt x="196260" y="45720"/>
                  </a:lnTo>
                  <a:lnTo>
                    <a:pt x="190724" y="58420"/>
                  </a:lnTo>
                  <a:lnTo>
                    <a:pt x="255845" y="58420"/>
                  </a:lnTo>
                  <a:lnTo>
                    <a:pt x="259636" y="68580"/>
                  </a:lnTo>
                  <a:lnTo>
                    <a:pt x="186364" y="68580"/>
                  </a:lnTo>
                  <a:lnTo>
                    <a:pt x="177861" y="95250"/>
                  </a:lnTo>
                  <a:lnTo>
                    <a:pt x="171889" y="123190"/>
                  </a:lnTo>
                  <a:lnTo>
                    <a:pt x="168368" y="151130"/>
                  </a:lnTo>
                  <a:lnTo>
                    <a:pt x="167212" y="180340"/>
                  </a:lnTo>
                  <a:lnTo>
                    <a:pt x="167702" y="198120"/>
                  </a:lnTo>
                  <a:lnTo>
                    <a:pt x="169172" y="215900"/>
                  </a:lnTo>
                  <a:lnTo>
                    <a:pt x="171620" y="233680"/>
                  </a:lnTo>
                  <a:lnTo>
                    <a:pt x="175044" y="250190"/>
                  </a:lnTo>
                  <a:lnTo>
                    <a:pt x="205531" y="250190"/>
                  </a:lnTo>
                  <a:lnTo>
                    <a:pt x="206649" y="261620"/>
                  </a:lnTo>
                  <a:lnTo>
                    <a:pt x="164596" y="261620"/>
                  </a:lnTo>
                  <a:lnTo>
                    <a:pt x="148513" y="265430"/>
                  </a:lnTo>
                  <a:lnTo>
                    <a:pt x="135203" y="274320"/>
                  </a:lnTo>
                  <a:lnTo>
                    <a:pt x="126138" y="287020"/>
                  </a:lnTo>
                  <a:lnTo>
                    <a:pt x="122790" y="303530"/>
                  </a:lnTo>
                  <a:lnTo>
                    <a:pt x="122790" y="311150"/>
                  </a:lnTo>
                  <a:lnTo>
                    <a:pt x="123662" y="317500"/>
                  </a:lnTo>
                  <a:lnTo>
                    <a:pt x="126277" y="323850"/>
                  </a:lnTo>
                  <a:lnTo>
                    <a:pt x="133252" y="325120"/>
                  </a:lnTo>
                  <a:lnTo>
                    <a:pt x="141085" y="326390"/>
                  </a:lnTo>
                  <a:lnTo>
                    <a:pt x="147173" y="330200"/>
                  </a:lnTo>
                  <a:lnTo>
                    <a:pt x="158508" y="330200"/>
                  </a:lnTo>
                  <a:lnTo>
                    <a:pt x="158508" y="335280"/>
                  </a:lnTo>
                  <a:lnTo>
                    <a:pt x="107997" y="335280"/>
                  </a:lnTo>
                  <a:lnTo>
                    <a:pt x="91417" y="337820"/>
                  </a:lnTo>
                  <a:lnTo>
                    <a:pt x="75984" y="344170"/>
                  </a:lnTo>
                  <a:lnTo>
                    <a:pt x="65636" y="351790"/>
                  </a:lnTo>
                  <a:close/>
                </a:path>
                <a:path w="435609" h="408939">
                  <a:moveTo>
                    <a:pt x="255845" y="58420"/>
                  </a:moveTo>
                  <a:lnTo>
                    <a:pt x="243851" y="58420"/>
                  </a:lnTo>
                  <a:lnTo>
                    <a:pt x="238431" y="45720"/>
                  </a:lnTo>
                  <a:lnTo>
                    <a:pt x="232525" y="33020"/>
                  </a:lnTo>
                  <a:lnTo>
                    <a:pt x="218595" y="11430"/>
                  </a:lnTo>
                  <a:lnTo>
                    <a:pt x="218595" y="10160"/>
                  </a:lnTo>
                  <a:lnTo>
                    <a:pt x="231103" y="10160"/>
                  </a:lnTo>
                  <a:lnTo>
                    <a:pt x="250159" y="43180"/>
                  </a:lnTo>
                  <a:lnTo>
                    <a:pt x="255845" y="58420"/>
                  </a:lnTo>
                  <a:close/>
                </a:path>
                <a:path w="435609" h="408939">
                  <a:moveTo>
                    <a:pt x="272818" y="250190"/>
                  </a:moveTo>
                  <a:lnTo>
                    <a:pt x="259530" y="250190"/>
                  </a:lnTo>
                  <a:lnTo>
                    <a:pt x="262955" y="233680"/>
                  </a:lnTo>
                  <a:lnTo>
                    <a:pt x="265403" y="215900"/>
                  </a:lnTo>
                  <a:lnTo>
                    <a:pt x="266872" y="198120"/>
                  </a:lnTo>
                  <a:lnTo>
                    <a:pt x="267362" y="180340"/>
                  </a:lnTo>
                  <a:lnTo>
                    <a:pt x="266205" y="151130"/>
                  </a:lnTo>
                  <a:lnTo>
                    <a:pt x="262678" y="123190"/>
                  </a:lnTo>
                  <a:lnTo>
                    <a:pt x="256702" y="95250"/>
                  </a:lnTo>
                  <a:lnTo>
                    <a:pt x="248195" y="68580"/>
                  </a:lnTo>
                  <a:lnTo>
                    <a:pt x="259636" y="68580"/>
                  </a:lnTo>
                  <a:lnTo>
                    <a:pt x="266271" y="86360"/>
                  </a:lnTo>
                  <a:lnTo>
                    <a:pt x="276179" y="133350"/>
                  </a:lnTo>
                  <a:lnTo>
                    <a:pt x="279554" y="181610"/>
                  </a:lnTo>
                  <a:lnTo>
                    <a:pt x="279078" y="199390"/>
                  </a:lnTo>
                  <a:lnTo>
                    <a:pt x="277703" y="217170"/>
                  </a:lnTo>
                  <a:lnTo>
                    <a:pt x="275514" y="234950"/>
                  </a:lnTo>
                  <a:lnTo>
                    <a:pt x="272818" y="250190"/>
                  </a:lnTo>
                  <a:close/>
                </a:path>
                <a:path w="435609" h="408939">
                  <a:moveTo>
                    <a:pt x="217723" y="166370"/>
                  </a:moveTo>
                  <a:lnTo>
                    <a:pt x="204833" y="163830"/>
                  </a:lnTo>
                  <a:lnTo>
                    <a:pt x="194311" y="157480"/>
                  </a:lnTo>
                  <a:lnTo>
                    <a:pt x="187220" y="146050"/>
                  </a:lnTo>
                  <a:lnTo>
                    <a:pt x="184621" y="133350"/>
                  </a:lnTo>
                  <a:lnTo>
                    <a:pt x="187220" y="120650"/>
                  </a:lnTo>
                  <a:lnTo>
                    <a:pt x="194311" y="110490"/>
                  </a:lnTo>
                  <a:lnTo>
                    <a:pt x="204833" y="102870"/>
                  </a:lnTo>
                  <a:lnTo>
                    <a:pt x="217723" y="100330"/>
                  </a:lnTo>
                  <a:lnTo>
                    <a:pt x="230605" y="102870"/>
                  </a:lnTo>
                  <a:lnTo>
                    <a:pt x="241122" y="110490"/>
                  </a:lnTo>
                  <a:lnTo>
                    <a:pt x="242009" y="111760"/>
                  </a:lnTo>
                  <a:lnTo>
                    <a:pt x="217723" y="111760"/>
                  </a:lnTo>
                  <a:lnTo>
                    <a:pt x="209179" y="113030"/>
                  </a:lnTo>
                  <a:lnTo>
                    <a:pt x="202267" y="116840"/>
                  </a:lnTo>
                  <a:lnTo>
                    <a:pt x="197642" y="124460"/>
                  </a:lnTo>
                  <a:lnTo>
                    <a:pt x="195955" y="133350"/>
                  </a:lnTo>
                  <a:lnTo>
                    <a:pt x="197642" y="140970"/>
                  </a:lnTo>
                  <a:lnTo>
                    <a:pt x="202267" y="148590"/>
                  </a:lnTo>
                  <a:lnTo>
                    <a:pt x="209179" y="152400"/>
                  </a:lnTo>
                  <a:lnTo>
                    <a:pt x="217723" y="154940"/>
                  </a:lnTo>
                  <a:lnTo>
                    <a:pt x="242698" y="154940"/>
                  </a:lnTo>
                  <a:lnTo>
                    <a:pt x="241122" y="157480"/>
                  </a:lnTo>
                  <a:lnTo>
                    <a:pt x="230605" y="163830"/>
                  </a:lnTo>
                  <a:lnTo>
                    <a:pt x="217723" y="166370"/>
                  </a:lnTo>
                  <a:close/>
                </a:path>
                <a:path w="435609" h="408939">
                  <a:moveTo>
                    <a:pt x="242698" y="154940"/>
                  </a:moveTo>
                  <a:lnTo>
                    <a:pt x="217723" y="154940"/>
                  </a:lnTo>
                  <a:lnTo>
                    <a:pt x="226268" y="152400"/>
                  </a:lnTo>
                  <a:lnTo>
                    <a:pt x="233179" y="148590"/>
                  </a:lnTo>
                  <a:lnTo>
                    <a:pt x="237804" y="140970"/>
                  </a:lnTo>
                  <a:lnTo>
                    <a:pt x="239491" y="133350"/>
                  </a:lnTo>
                  <a:lnTo>
                    <a:pt x="237804" y="124460"/>
                  </a:lnTo>
                  <a:lnTo>
                    <a:pt x="233179" y="118110"/>
                  </a:lnTo>
                  <a:lnTo>
                    <a:pt x="226268" y="113030"/>
                  </a:lnTo>
                  <a:lnTo>
                    <a:pt x="217723" y="111760"/>
                  </a:lnTo>
                  <a:lnTo>
                    <a:pt x="242009" y="111760"/>
                  </a:lnTo>
                  <a:lnTo>
                    <a:pt x="248212" y="120650"/>
                  </a:lnTo>
                  <a:lnTo>
                    <a:pt x="250811" y="133350"/>
                  </a:lnTo>
                  <a:lnTo>
                    <a:pt x="248212" y="146050"/>
                  </a:lnTo>
                  <a:lnTo>
                    <a:pt x="242698" y="154940"/>
                  </a:lnTo>
                  <a:close/>
                </a:path>
                <a:path w="435609" h="408939">
                  <a:moveTo>
                    <a:pt x="205531" y="250190"/>
                  </a:moveTo>
                  <a:lnTo>
                    <a:pt x="194212" y="250190"/>
                  </a:lnTo>
                  <a:lnTo>
                    <a:pt x="194212" y="247650"/>
                  </a:lnTo>
                  <a:lnTo>
                    <a:pt x="195083" y="245110"/>
                  </a:lnTo>
                  <a:lnTo>
                    <a:pt x="195083" y="242570"/>
                  </a:lnTo>
                  <a:lnTo>
                    <a:pt x="198249" y="236220"/>
                  </a:lnTo>
                  <a:lnTo>
                    <a:pt x="203461" y="231140"/>
                  </a:lnTo>
                  <a:lnTo>
                    <a:pt x="210144" y="227330"/>
                  </a:lnTo>
                  <a:lnTo>
                    <a:pt x="217723" y="226060"/>
                  </a:lnTo>
                  <a:lnTo>
                    <a:pt x="227299" y="226060"/>
                  </a:lnTo>
                  <a:lnTo>
                    <a:pt x="235146" y="232410"/>
                  </a:lnTo>
                  <a:lnTo>
                    <a:pt x="238041" y="238760"/>
                  </a:lnTo>
                  <a:lnTo>
                    <a:pt x="210748" y="238760"/>
                  </a:lnTo>
                  <a:lnTo>
                    <a:pt x="205531" y="243840"/>
                  </a:lnTo>
                  <a:lnTo>
                    <a:pt x="205531" y="250190"/>
                  </a:lnTo>
                  <a:close/>
                </a:path>
                <a:path w="435609" h="408939">
                  <a:moveTo>
                    <a:pt x="228869" y="356870"/>
                  </a:moveTo>
                  <a:lnTo>
                    <a:pt x="217723" y="356870"/>
                  </a:lnTo>
                  <a:lnTo>
                    <a:pt x="217723" y="355600"/>
                  </a:lnTo>
                  <a:lnTo>
                    <a:pt x="224684" y="288290"/>
                  </a:lnTo>
                  <a:lnTo>
                    <a:pt x="229043" y="250190"/>
                  </a:lnTo>
                  <a:lnTo>
                    <a:pt x="229043" y="243840"/>
                  </a:lnTo>
                  <a:lnTo>
                    <a:pt x="224684" y="238760"/>
                  </a:lnTo>
                  <a:lnTo>
                    <a:pt x="238041" y="238760"/>
                  </a:lnTo>
                  <a:lnTo>
                    <a:pt x="238619" y="240030"/>
                  </a:lnTo>
                  <a:lnTo>
                    <a:pt x="240363" y="242570"/>
                  </a:lnTo>
                  <a:lnTo>
                    <a:pt x="240363" y="250190"/>
                  </a:lnTo>
                  <a:lnTo>
                    <a:pt x="272818" y="250190"/>
                  </a:lnTo>
                  <a:lnTo>
                    <a:pt x="272594" y="251460"/>
                  </a:lnTo>
                  <a:lnTo>
                    <a:pt x="292372" y="256540"/>
                  </a:lnTo>
                  <a:lnTo>
                    <a:pt x="300548" y="261620"/>
                  </a:lnTo>
                  <a:lnTo>
                    <a:pt x="239491" y="261620"/>
                  </a:lnTo>
                  <a:lnTo>
                    <a:pt x="236876" y="284480"/>
                  </a:lnTo>
                  <a:lnTo>
                    <a:pt x="232531" y="321310"/>
                  </a:lnTo>
                  <a:lnTo>
                    <a:pt x="247545" y="321310"/>
                  </a:lnTo>
                  <a:lnTo>
                    <a:pt x="245595" y="325120"/>
                  </a:lnTo>
                  <a:lnTo>
                    <a:pt x="242107" y="328930"/>
                  </a:lnTo>
                  <a:lnTo>
                    <a:pt x="237747" y="332740"/>
                  </a:lnTo>
                  <a:lnTo>
                    <a:pt x="237734" y="337820"/>
                  </a:lnTo>
                  <a:lnTo>
                    <a:pt x="238946" y="345440"/>
                  </a:lnTo>
                  <a:lnTo>
                    <a:pt x="241009" y="354330"/>
                  </a:lnTo>
                  <a:lnTo>
                    <a:pt x="229043" y="354330"/>
                  </a:lnTo>
                  <a:lnTo>
                    <a:pt x="229043" y="355600"/>
                  </a:lnTo>
                  <a:lnTo>
                    <a:pt x="228869" y="356870"/>
                  </a:lnTo>
                  <a:close/>
                </a:path>
                <a:path w="435609" h="408939">
                  <a:moveTo>
                    <a:pt x="187236" y="294640"/>
                  </a:moveTo>
                  <a:lnTo>
                    <a:pt x="175916" y="294640"/>
                  </a:lnTo>
                  <a:lnTo>
                    <a:pt x="172819" y="287020"/>
                  </a:lnTo>
                  <a:lnTo>
                    <a:pt x="170044" y="278130"/>
                  </a:lnTo>
                  <a:lnTo>
                    <a:pt x="167593" y="269240"/>
                  </a:lnTo>
                  <a:lnTo>
                    <a:pt x="165468" y="261620"/>
                  </a:lnTo>
                  <a:lnTo>
                    <a:pt x="177660" y="261620"/>
                  </a:lnTo>
                  <a:lnTo>
                    <a:pt x="179404" y="267970"/>
                  </a:lnTo>
                  <a:lnTo>
                    <a:pt x="180276" y="273050"/>
                  </a:lnTo>
                  <a:lnTo>
                    <a:pt x="182020" y="278130"/>
                  </a:lnTo>
                  <a:lnTo>
                    <a:pt x="182020" y="279400"/>
                  </a:lnTo>
                  <a:lnTo>
                    <a:pt x="183749" y="285750"/>
                  </a:lnTo>
                  <a:lnTo>
                    <a:pt x="185493" y="289560"/>
                  </a:lnTo>
                  <a:lnTo>
                    <a:pt x="185493" y="290830"/>
                  </a:lnTo>
                  <a:lnTo>
                    <a:pt x="187236" y="294640"/>
                  </a:lnTo>
                  <a:close/>
                </a:path>
                <a:path w="435609" h="408939">
                  <a:moveTo>
                    <a:pt x="212546" y="321310"/>
                  </a:moveTo>
                  <a:lnTo>
                    <a:pt x="201172" y="321310"/>
                  </a:lnTo>
                  <a:lnTo>
                    <a:pt x="198556" y="298450"/>
                  </a:lnTo>
                  <a:lnTo>
                    <a:pt x="195083" y="261620"/>
                  </a:lnTo>
                  <a:lnTo>
                    <a:pt x="206649" y="261620"/>
                  </a:lnTo>
                  <a:lnTo>
                    <a:pt x="209876" y="294640"/>
                  </a:lnTo>
                  <a:lnTo>
                    <a:pt x="212546" y="321310"/>
                  </a:lnTo>
                  <a:close/>
                </a:path>
                <a:path w="435609" h="408939">
                  <a:moveTo>
                    <a:pt x="247545" y="321310"/>
                  </a:moveTo>
                  <a:lnTo>
                    <a:pt x="233403" y="321310"/>
                  </a:lnTo>
                  <a:lnTo>
                    <a:pt x="236876" y="317500"/>
                  </a:lnTo>
                  <a:lnTo>
                    <a:pt x="237747" y="314960"/>
                  </a:lnTo>
                  <a:lnTo>
                    <a:pt x="239491" y="311150"/>
                  </a:lnTo>
                  <a:lnTo>
                    <a:pt x="242107" y="304800"/>
                  </a:lnTo>
                  <a:lnTo>
                    <a:pt x="245595" y="297180"/>
                  </a:lnTo>
                  <a:lnTo>
                    <a:pt x="246466" y="294640"/>
                  </a:lnTo>
                  <a:lnTo>
                    <a:pt x="248195" y="290830"/>
                  </a:lnTo>
                  <a:lnTo>
                    <a:pt x="248195" y="289560"/>
                  </a:lnTo>
                  <a:lnTo>
                    <a:pt x="249067" y="289560"/>
                  </a:lnTo>
                  <a:lnTo>
                    <a:pt x="249939" y="285750"/>
                  </a:lnTo>
                  <a:lnTo>
                    <a:pt x="251683" y="283210"/>
                  </a:lnTo>
                  <a:lnTo>
                    <a:pt x="252555" y="279400"/>
                  </a:lnTo>
                  <a:lnTo>
                    <a:pt x="253427" y="278130"/>
                  </a:lnTo>
                  <a:lnTo>
                    <a:pt x="256914" y="267970"/>
                  </a:lnTo>
                  <a:lnTo>
                    <a:pt x="257786" y="261620"/>
                  </a:lnTo>
                  <a:lnTo>
                    <a:pt x="269106" y="261620"/>
                  </a:lnTo>
                  <a:lnTo>
                    <a:pt x="266981" y="270510"/>
                  </a:lnTo>
                  <a:lnTo>
                    <a:pt x="264531" y="279400"/>
                  </a:lnTo>
                  <a:lnTo>
                    <a:pt x="261756" y="287020"/>
                  </a:lnTo>
                  <a:lnTo>
                    <a:pt x="258658" y="295910"/>
                  </a:lnTo>
                  <a:lnTo>
                    <a:pt x="283914" y="295910"/>
                  </a:lnTo>
                  <a:lnTo>
                    <a:pt x="285658" y="297180"/>
                  </a:lnTo>
                  <a:lnTo>
                    <a:pt x="287387" y="300990"/>
                  </a:lnTo>
                  <a:lnTo>
                    <a:pt x="287387" y="302260"/>
                  </a:lnTo>
                  <a:lnTo>
                    <a:pt x="273451" y="302260"/>
                  </a:lnTo>
                  <a:lnTo>
                    <a:pt x="253427" y="308610"/>
                  </a:lnTo>
                  <a:lnTo>
                    <a:pt x="251683" y="311150"/>
                  </a:lnTo>
                  <a:lnTo>
                    <a:pt x="248195" y="320040"/>
                  </a:lnTo>
                  <a:lnTo>
                    <a:pt x="247545" y="321310"/>
                  </a:lnTo>
                  <a:close/>
                </a:path>
                <a:path w="435609" h="408939">
                  <a:moveTo>
                    <a:pt x="354645" y="328930"/>
                  </a:moveTo>
                  <a:lnTo>
                    <a:pt x="287387" y="328930"/>
                  </a:lnTo>
                  <a:lnTo>
                    <a:pt x="293490" y="326390"/>
                  </a:lnTo>
                  <a:lnTo>
                    <a:pt x="301322" y="323850"/>
                  </a:lnTo>
                  <a:lnTo>
                    <a:pt x="308297" y="322580"/>
                  </a:lnTo>
                  <a:lnTo>
                    <a:pt x="311770" y="309880"/>
                  </a:lnTo>
                  <a:lnTo>
                    <a:pt x="311770" y="302260"/>
                  </a:lnTo>
                  <a:lnTo>
                    <a:pt x="308547" y="287020"/>
                  </a:lnTo>
                  <a:lnTo>
                    <a:pt x="299691" y="273050"/>
                  </a:lnTo>
                  <a:lnTo>
                    <a:pt x="286427" y="264160"/>
                  </a:lnTo>
                  <a:lnTo>
                    <a:pt x="269978" y="261620"/>
                  </a:lnTo>
                  <a:lnTo>
                    <a:pt x="300548" y="261620"/>
                  </a:lnTo>
                  <a:lnTo>
                    <a:pt x="308724" y="266700"/>
                  </a:lnTo>
                  <a:lnTo>
                    <a:pt x="319853" y="283210"/>
                  </a:lnTo>
                  <a:lnTo>
                    <a:pt x="323962" y="303530"/>
                  </a:lnTo>
                  <a:lnTo>
                    <a:pt x="323962" y="309880"/>
                  </a:lnTo>
                  <a:lnTo>
                    <a:pt x="323105" y="316230"/>
                  </a:lnTo>
                  <a:lnTo>
                    <a:pt x="321361" y="322580"/>
                  </a:lnTo>
                  <a:lnTo>
                    <a:pt x="327450" y="322580"/>
                  </a:lnTo>
                  <a:lnTo>
                    <a:pt x="344813" y="325120"/>
                  </a:lnTo>
                  <a:lnTo>
                    <a:pt x="354645" y="328930"/>
                  </a:lnTo>
                  <a:close/>
                </a:path>
                <a:path w="435609" h="408939">
                  <a:moveTo>
                    <a:pt x="158508" y="330200"/>
                  </a:moveTo>
                  <a:lnTo>
                    <a:pt x="147173" y="330200"/>
                  </a:lnTo>
                  <a:lnTo>
                    <a:pt x="147173" y="300990"/>
                  </a:lnTo>
                  <a:lnTo>
                    <a:pt x="148917" y="297180"/>
                  </a:lnTo>
                  <a:lnTo>
                    <a:pt x="155892" y="292100"/>
                  </a:lnTo>
                  <a:lnTo>
                    <a:pt x="163725" y="292100"/>
                  </a:lnTo>
                  <a:lnTo>
                    <a:pt x="175916" y="294640"/>
                  </a:lnTo>
                  <a:lnTo>
                    <a:pt x="187236" y="294640"/>
                  </a:lnTo>
                  <a:lnTo>
                    <a:pt x="188108" y="297180"/>
                  </a:lnTo>
                  <a:lnTo>
                    <a:pt x="189852" y="300990"/>
                  </a:lnTo>
                  <a:lnTo>
                    <a:pt x="190288" y="302260"/>
                  </a:lnTo>
                  <a:lnTo>
                    <a:pt x="159365" y="302260"/>
                  </a:lnTo>
                  <a:lnTo>
                    <a:pt x="159365" y="303530"/>
                  </a:lnTo>
                  <a:lnTo>
                    <a:pt x="158508" y="304800"/>
                  </a:lnTo>
                  <a:lnTo>
                    <a:pt x="158508" y="330200"/>
                  </a:lnTo>
                  <a:close/>
                </a:path>
                <a:path w="435609" h="408939">
                  <a:moveTo>
                    <a:pt x="283914" y="295910"/>
                  </a:moveTo>
                  <a:lnTo>
                    <a:pt x="258658" y="295910"/>
                  </a:lnTo>
                  <a:lnTo>
                    <a:pt x="270850" y="293370"/>
                  </a:lnTo>
                  <a:lnTo>
                    <a:pt x="271722" y="292100"/>
                  </a:lnTo>
                  <a:lnTo>
                    <a:pt x="276939" y="292100"/>
                  </a:lnTo>
                  <a:lnTo>
                    <a:pt x="280426" y="293370"/>
                  </a:lnTo>
                  <a:lnTo>
                    <a:pt x="283914" y="295910"/>
                  </a:lnTo>
                  <a:close/>
                </a:path>
                <a:path w="435609" h="408939">
                  <a:moveTo>
                    <a:pt x="202480" y="369570"/>
                  </a:moveTo>
                  <a:lnTo>
                    <a:pt x="191596" y="369570"/>
                  </a:lnTo>
                  <a:lnTo>
                    <a:pt x="195225" y="356870"/>
                  </a:lnTo>
                  <a:lnTo>
                    <a:pt x="197141" y="345440"/>
                  </a:lnTo>
                  <a:lnTo>
                    <a:pt x="197589" y="337820"/>
                  </a:lnTo>
                  <a:lnTo>
                    <a:pt x="196812" y="332740"/>
                  </a:lnTo>
                  <a:lnTo>
                    <a:pt x="189852" y="325120"/>
                  </a:lnTo>
                  <a:lnTo>
                    <a:pt x="187236" y="320040"/>
                  </a:lnTo>
                  <a:lnTo>
                    <a:pt x="182020" y="308610"/>
                  </a:lnTo>
                  <a:lnTo>
                    <a:pt x="161109" y="302260"/>
                  </a:lnTo>
                  <a:lnTo>
                    <a:pt x="190288" y="302260"/>
                  </a:lnTo>
                  <a:lnTo>
                    <a:pt x="191596" y="306070"/>
                  </a:lnTo>
                  <a:lnTo>
                    <a:pt x="194212" y="311150"/>
                  </a:lnTo>
                  <a:lnTo>
                    <a:pt x="195955" y="314960"/>
                  </a:lnTo>
                  <a:lnTo>
                    <a:pt x="199428" y="320040"/>
                  </a:lnTo>
                  <a:lnTo>
                    <a:pt x="201172" y="321310"/>
                  </a:lnTo>
                  <a:lnTo>
                    <a:pt x="212546" y="321310"/>
                  </a:lnTo>
                  <a:lnTo>
                    <a:pt x="215979" y="355600"/>
                  </a:lnTo>
                  <a:lnTo>
                    <a:pt x="215979" y="356870"/>
                  </a:lnTo>
                  <a:lnTo>
                    <a:pt x="228869" y="356870"/>
                  </a:lnTo>
                  <a:lnTo>
                    <a:pt x="228694" y="358140"/>
                  </a:lnTo>
                  <a:lnTo>
                    <a:pt x="205531" y="358140"/>
                  </a:lnTo>
                  <a:lnTo>
                    <a:pt x="203788" y="365760"/>
                  </a:lnTo>
                  <a:lnTo>
                    <a:pt x="202480" y="369570"/>
                  </a:lnTo>
                  <a:close/>
                </a:path>
                <a:path w="435609" h="408939">
                  <a:moveTo>
                    <a:pt x="259162" y="367030"/>
                  </a:moveTo>
                  <a:lnTo>
                    <a:pt x="244723" y="367030"/>
                  </a:lnTo>
                  <a:lnTo>
                    <a:pt x="256914" y="350520"/>
                  </a:lnTo>
                  <a:lnTo>
                    <a:pt x="263875" y="342900"/>
                  </a:lnTo>
                  <a:lnTo>
                    <a:pt x="269978" y="337820"/>
                  </a:lnTo>
                  <a:lnTo>
                    <a:pt x="276939" y="334010"/>
                  </a:lnTo>
                  <a:lnTo>
                    <a:pt x="276939" y="303530"/>
                  </a:lnTo>
                  <a:lnTo>
                    <a:pt x="276067" y="302260"/>
                  </a:lnTo>
                  <a:lnTo>
                    <a:pt x="287387" y="302260"/>
                  </a:lnTo>
                  <a:lnTo>
                    <a:pt x="287387" y="328930"/>
                  </a:lnTo>
                  <a:lnTo>
                    <a:pt x="354645" y="328930"/>
                  </a:lnTo>
                  <a:lnTo>
                    <a:pt x="361199" y="331470"/>
                  </a:lnTo>
                  <a:lnTo>
                    <a:pt x="367521" y="335280"/>
                  </a:lnTo>
                  <a:lnTo>
                    <a:pt x="303066" y="335280"/>
                  </a:lnTo>
                  <a:lnTo>
                    <a:pt x="296977" y="337820"/>
                  </a:lnTo>
                  <a:lnTo>
                    <a:pt x="292618" y="339090"/>
                  </a:lnTo>
                  <a:lnTo>
                    <a:pt x="287387" y="341630"/>
                  </a:lnTo>
                  <a:lnTo>
                    <a:pt x="287387" y="349250"/>
                  </a:lnTo>
                  <a:lnTo>
                    <a:pt x="276939" y="349250"/>
                  </a:lnTo>
                  <a:lnTo>
                    <a:pt x="272594" y="351790"/>
                  </a:lnTo>
                  <a:lnTo>
                    <a:pt x="265619" y="358140"/>
                  </a:lnTo>
                  <a:lnTo>
                    <a:pt x="259162" y="367030"/>
                  </a:lnTo>
                  <a:close/>
                </a:path>
                <a:path w="435609" h="408939">
                  <a:moveTo>
                    <a:pt x="49639" y="368300"/>
                  </a:moveTo>
                  <a:lnTo>
                    <a:pt x="44422" y="368300"/>
                  </a:lnTo>
                  <a:lnTo>
                    <a:pt x="42678" y="367030"/>
                  </a:lnTo>
                  <a:lnTo>
                    <a:pt x="41806" y="365760"/>
                  </a:lnTo>
                  <a:lnTo>
                    <a:pt x="26497" y="342900"/>
                  </a:lnTo>
                  <a:lnTo>
                    <a:pt x="17312" y="330200"/>
                  </a:lnTo>
                  <a:lnTo>
                    <a:pt x="10576" y="322580"/>
                  </a:lnTo>
                  <a:lnTo>
                    <a:pt x="2615" y="316230"/>
                  </a:lnTo>
                  <a:lnTo>
                    <a:pt x="0" y="313690"/>
                  </a:lnTo>
                  <a:lnTo>
                    <a:pt x="0" y="311150"/>
                  </a:lnTo>
                  <a:lnTo>
                    <a:pt x="3487" y="304800"/>
                  </a:lnTo>
                  <a:lnTo>
                    <a:pt x="6975" y="304800"/>
                  </a:lnTo>
                  <a:lnTo>
                    <a:pt x="18603" y="316230"/>
                  </a:lnTo>
                  <a:lnTo>
                    <a:pt x="28850" y="328930"/>
                  </a:lnTo>
                  <a:lnTo>
                    <a:pt x="38603" y="341630"/>
                  </a:lnTo>
                  <a:lnTo>
                    <a:pt x="46151" y="351790"/>
                  </a:lnTo>
                  <a:lnTo>
                    <a:pt x="65636" y="351790"/>
                  </a:lnTo>
                  <a:lnTo>
                    <a:pt x="62186" y="354330"/>
                  </a:lnTo>
                  <a:lnTo>
                    <a:pt x="50511" y="365760"/>
                  </a:lnTo>
                  <a:lnTo>
                    <a:pt x="49639" y="368300"/>
                  </a:lnTo>
                  <a:close/>
                </a:path>
                <a:path w="435609" h="408939">
                  <a:moveTo>
                    <a:pt x="402546" y="353060"/>
                  </a:moveTo>
                  <a:lnTo>
                    <a:pt x="388409" y="353060"/>
                  </a:lnTo>
                  <a:lnTo>
                    <a:pt x="396469" y="342900"/>
                  </a:lnTo>
                  <a:lnTo>
                    <a:pt x="406484" y="331470"/>
                  </a:lnTo>
                  <a:lnTo>
                    <a:pt x="416823" y="320040"/>
                  </a:lnTo>
                  <a:lnTo>
                    <a:pt x="427600" y="308610"/>
                  </a:lnTo>
                  <a:lnTo>
                    <a:pt x="431959" y="308610"/>
                  </a:lnTo>
                  <a:lnTo>
                    <a:pt x="435447" y="313690"/>
                  </a:lnTo>
                  <a:lnTo>
                    <a:pt x="435447" y="317500"/>
                  </a:lnTo>
                  <a:lnTo>
                    <a:pt x="432831" y="318770"/>
                  </a:lnTo>
                  <a:lnTo>
                    <a:pt x="421060" y="330200"/>
                  </a:lnTo>
                  <a:lnTo>
                    <a:pt x="407901" y="346710"/>
                  </a:lnTo>
                  <a:lnTo>
                    <a:pt x="402546" y="353060"/>
                  </a:lnTo>
                  <a:close/>
                </a:path>
                <a:path w="435609" h="408939">
                  <a:moveTo>
                    <a:pt x="150661" y="368300"/>
                  </a:moveTo>
                  <a:lnTo>
                    <a:pt x="146301" y="368300"/>
                  </a:lnTo>
                  <a:lnTo>
                    <a:pt x="142829" y="367030"/>
                  </a:lnTo>
                  <a:lnTo>
                    <a:pt x="135208" y="360680"/>
                  </a:lnTo>
                  <a:lnTo>
                    <a:pt x="128239" y="353060"/>
                  </a:lnTo>
                  <a:lnTo>
                    <a:pt x="122251" y="344170"/>
                  </a:lnTo>
                  <a:lnTo>
                    <a:pt x="117573" y="335280"/>
                  </a:lnTo>
                  <a:lnTo>
                    <a:pt x="131509" y="335280"/>
                  </a:lnTo>
                  <a:lnTo>
                    <a:pt x="135853" y="342900"/>
                  </a:lnTo>
                  <a:lnTo>
                    <a:pt x="141085" y="349250"/>
                  </a:lnTo>
                  <a:lnTo>
                    <a:pt x="147173" y="354330"/>
                  </a:lnTo>
                  <a:lnTo>
                    <a:pt x="157636" y="354330"/>
                  </a:lnTo>
                  <a:lnTo>
                    <a:pt x="157636" y="363220"/>
                  </a:lnTo>
                  <a:lnTo>
                    <a:pt x="155892" y="365760"/>
                  </a:lnTo>
                  <a:lnTo>
                    <a:pt x="150661" y="368300"/>
                  </a:lnTo>
                  <a:close/>
                </a:path>
                <a:path w="435609" h="408939">
                  <a:moveTo>
                    <a:pt x="157636" y="354330"/>
                  </a:moveTo>
                  <a:lnTo>
                    <a:pt x="147173" y="354330"/>
                  </a:lnTo>
                  <a:lnTo>
                    <a:pt x="147173" y="340360"/>
                  </a:lnTo>
                  <a:lnTo>
                    <a:pt x="141957" y="337820"/>
                  </a:lnTo>
                  <a:lnTo>
                    <a:pt x="131509" y="335280"/>
                  </a:lnTo>
                  <a:lnTo>
                    <a:pt x="158508" y="335280"/>
                  </a:lnTo>
                  <a:lnTo>
                    <a:pt x="165468" y="339090"/>
                  </a:lnTo>
                  <a:lnTo>
                    <a:pt x="172429" y="344170"/>
                  </a:lnTo>
                  <a:lnTo>
                    <a:pt x="176614" y="349250"/>
                  </a:lnTo>
                  <a:lnTo>
                    <a:pt x="157636" y="349250"/>
                  </a:lnTo>
                  <a:lnTo>
                    <a:pt x="157636" y="354330"/>
                  </a:lnTo>
                  <a:close/>
                </a:path>
                <a:path w="435609" h="408939">
                  <a:moveTo>
                    <a:pt x="304876" y="354330"/>
                  </a:moveTo>
                  <a:lnTo>
                    <a:pt x="287387" y="354330"/>
                  </a:lnTo>
                  <a:lnTo>
                    <a:pt x="294362" y="349250"/>
                  </a:lnTo>
                  <a:lnTo>
                    <a:pt x="303066" y="335280"/>
                  </a:lnTo>
                  <a:lnTo>
                    <a:pt x="317002" y="335280"/>
                  </a:lnTo>
                  <a:lnTo>
                    <a:pt x="311950" y="344170"/>
                  </a:lnTo>
                  <a:lnTo>
                    <a:pt x="306003" y="353060"/>
                  </a:lnTo>
                  <a:lnTo>
                    <a:pt x="304876" y="354330"/>
                  </a:lnTo>
                  <a:close/>
                </a:path>
                <a:path w="435609" h="408939">
                  <a:moveTo>
                    <a:pt x="391896" y="368300"/>
                  </a:moveTo>
                  <a:lnTo>
                    <a:pt x="386665" y="368300"/>
                  </a:lnTo>
                  <a:lnTo>
                    <a:pt x="384936" y="367030"/>
                  </a:lnTo>
                  <a:lnTo>
                    <a:pt x="384064" y="365760"/>
                  </a:lnTo>
                  <a:lnTo>
                    <a:pt x="372386" y="353060"/>
                  </a:lnTo>
                  <a:lnTo>
                    <a:pt x="358585" y="344170"/>
                  </a:lnTo>
                  <a:lnTo>
                    <a:pt x="343151" y="337820"/>
                  </a:lnTo>
                  <a:lnTo>
                    <a:pt x="326578" y="335280"/>
                  </a:lnTo>
                  <a:lnTo>
                    <a:pt x="367521" y="335280"/>
                  </a:lnTo>
                  <a:lnTo>
                    <a:pt x="375950" y="340360"/>
                  </a:lnTo>
                  <a:lnTo>
                    <a:pt x="388409" y="353060"/>
                  </a:lnTo>
                  <a:lnTo>
                    <a:pt x="402546" y="353060"/>
                  </a:lnTo>
                  <a:lnTo>
                    <a:pt x="397191" y="359410"/>
                  </a:lnTo>
                  <a:lnTo>
                    <a:pt x="392768" y="365760"/>
                  </a:lnTo>
                  <a:lnTo>
                    <a:pt x="391896" y="368300"/>
                  </a:lnTo>
                  <a:close/>
                </a:path>
                <a:path w="435609" h="408939">
                  <a:moveTo>
                    <a:pt x="223812" y="408940"/>
                  </a:moveTo>
                  <a:lnTo>
                    <a:pt x="211620" y="408940"/>
                  </a:lnTo>
                  <a:lnTo>
                    <a:pt x="205531" y="406400"/>
                  </a:lnTo>
                  <a:lnTo>
                    <a:pt x="200300" y="401320"/>
                  </a:lnTo>
                  <a:lnTo>
                    <a:pt x="168956" y="358140"/>
                  </a:lnTo>
                  <a:lnTo>
                    <a:pt x="161981" y="351790"/>
                  </a:lnTo>
                  <a:lnTo>
                    <a:pt x="157636" y="349250"/>
                  </a:lnTo>
                  <a:lnTo>
                    <a:pt x="176614" y="349250"/>
                  </a:lnTo>
                  <a:lnTo>
                    <a:pt x="177660" y="350520"/>
                  </a:lnTo>
                  <a:lnTo>
                    <a:pt x="177660" y="351790"/>
                  </a:lnTo>
                  <a:lnTo>
                    <a:pt x="191596" y="369570"/>
                  </a:lnTo>
                  <a:lnTo>
                    <a:pt x="202480" y="369570"/>
                  </a:lnTo>
                  <a:lnTo>
                    <a:pt x="199428" y="378460"/>
                  </a:lnTo>
                  <a:lnTo>
                    <a:pt x="209019" y="392430"/>
                  </a:lnTo>
                  <a:lnTo>
                    <a:pt x="213364" y="396240"/>
                  </a:lnTo>
                  <a:lnTo>
                    <a:pt x="237949" y="396240"/>
                  </a:lnTo>
                  <a:lnTo>
                    <a:pt x="234260" y="401320"/>
                  </a:lnTo>
                  <a:lnTo>
                    <a:pt x="229915" y="406400"/>
                  </a:lnTo>
                  <a:lnTo>
                    <a:pt x="223812" y="408940"/>
                  </a:lnTo>
                  <a:close/>
                </a:path>
                <a:path w="435609" h="408939">
                  <a:moveTo>
                    <a:pt x="288258" y="368300"/>
                  </a:moveTo>
                  <a:lnTo>
                    <a:pt x="282170" y="368300"/>
                  </a:lnTo>
                  <a:lnTo>
                    <a:pt x="276939" y="363220"/>
                  </a:lnTo>
                  <a:lnTo>
                    <a:pt x="276939" y="349250"/>
                  </a:lnTo>
                  <a:lnTo>
                    <a:pt x="287387" y="349250"/>
                  </a:lnTo>
                  <a:lnTo>
                    <a:pt x="287387" y="354330"/>
                  </a:lnTo>
                  <a:lnTo>
                    <a:pt x="304876" y="354330"/>
                  </a:lnTo>
                  <a:lnTo>
                    <a:pt x="299242" y="360680"/>
                  </a:lnTo>
                  <a:lnTo>
                    <a:pt x="291746" y="367030"/>
                  </a:lnTo>
                  <a:lnTo>
                    <a:pt x="288258" y="368300"/>
                  </a:lnTo>
                  <a:close/>
                </a:path>
                <a:path w="435609" h="408939">
                  <a:moveTo>
                    <a:pt x="237949" y="396240"/>
                  </a:moveTo>
                  <a:lnTo>
                    <a:pt x="220339" y="396240"/>
                  </a:lnTo>
                  <a:lnTo>
                    <a:pt x="224684" y="392430"/>
                  </a:lnTo>
                  <a:lnTo>
                    <a:pt x="236004" y="375920"/>
                  </a:lnTo>
                  <a:lnTo>
                    <a:pt x="234260" y="370840"/>
                  </a:lnTo>
                  <a:lnTo>
                    <a:pt x="229043" y="354330"/>
                  </a:lnTo>
                  <a:lnTo>
                    <a:pt x="241009" y="354330"/>
                  </a:lnTo>
                  <a:lnTo>
                    <a:pt x="241303" y="355600"/>
                  </a:lnTo>
                  <a:lnTo>
                    <a:pt x="244723" y="367030"/>
                  </a:lnTo>
                  <a:lnTo>
                    <a:pt x="259162" y="367030"/>
                  </a:lnTo>
                  <a:lnTo>
                    <a:pt x="237949" y="396240"/>
                  </a:lnTo>
                  <a:close/>
                </a:path>
                <a:path w="435609" h="408939">
                  <a:moveTo>
                    <a:pt x="222940" y="365760"/>
                  </a:moveTo>
                  <a:lnTo>
                    <a:pt x="211620" y="365760"/>
                  </a:lnTo>
                  <a:lnTo>
                    <a:pt x="207275" y="363220"/>
                  </a:lnTo>
                  <a:lnTo>
                    <a:pt x="205531" y="358140"/>
                  </a:lnTo>
                  <a:lnTo>
                    <a:pt x="228694" y="358140"/>
                  </a:lnTo>
                  <a:lnTo>
                    <a:pt x="228171" y="361950"/>
                  </a:lnTo>
                  <a:lnTo>
                    <a:pt x="222940" y="365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40625" y="2233462"/>
            <a:ext cx="457835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825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Lucida Sans Unicode"/>
                <a:cs typeface="Lucida Sans Unicode"/>
              </a:rPr>
              <a:t>Система </a:t>
            </a:r>
            <a:r>
              <a:rPr sz="1800" spc="-5" dirty="0">
                <a:latin typeface="Lucida Sans Unicode"/>
                <a:cs typeface="Lucida Sans Unicode"/>
              </a:rPr>
              <a:t>хранения </a:t>
            </a:r>
            <a:r>
              <a:rPr sz="1800" spc="-10" dirty="0">
                <a:latin typeface="Lucida Sans Unicode"/>
                <a:cs typeface="Lucida Sans Unicode"/>
              </a:rPr>
              <a:t>бэкапов: </a:t>
            </a:r>
            <a:r>
              <a:rPr sz="1800" spc="-5" dirty="0">
                <a:latin typeface="Lucida Sans Unicode"/>
                <a:cs typeface="Lucida Sans Unicode"/>
              </a:rPr>
              <a:t>Huawei 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-40" dirty="0">
                <a:latin typeface="Lucida Sans Unicode"/>
                <a:cs typeface="Lucida Sans Unicode"/>
              </a:rPr>
              <a:t>O</a:t>
            </a:r>
            <a:r>
              <a:rPr sz="1800" spc="-25" dirty="0">
                <a:latin typeface="Lucida Sans Unicode"/>
                <a:cs typeface="Lucida Sans Unicode"/>
              </a:rPr>
              <a:t>c</a:t>
            </a:r>
            <a:r>
              <a:rPr sz="1800" spc="10" dirty="0">
                <a:latin typeface="Lucida Sans Unicode"/>
                <a:cs typeface="Lucida Sans Unicode"/>
              </a:rPr>
              <a:t>e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n</a:t>
            </a:r>
            <a:r>
              <a:rPr sz="1800" spc="-60" dirty="0">
                <a:latin typeface="Lucida Sans Unicode"/>
                <a:cs typeface="Lucida Sans Unicode"/>
              </a:rPr>
              <a:t>s</a:t>
            </a:r>
            <a:r>
              <a:rPr sz="1800" spc="-25" dirty="0">
                <a:latin typeface="Lucida Sans Unicode"/>
                <a:cs typeface="Lucida Sans Unicode"/>
              </a:rPr>
              <a:t>to</a:t>
            </a:r>
            <a:r>
              <a:rPr sz="1800" spc="5" dirty="0">
                <a:latin typeface="Lucida Sans Unicode"/>
                <a:cs typeface="Lucida Sans Unicode"/>
              </a:rPr>
              <a:t>r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P</a:t>
            </a:r>
            <a:r>
              <a:rPr sz="1800" spc="10" dirty="0">
                <a:latin typeface="Lucida Sans Unicode"/>
                <a:cs typeface="Lucida Sans Unicode"/>
              </a:rPr>
              <a:t>a</a:t>
            </a:r>
            <a:r>
              <a:rPr sz="1800" spc="-60" dirty="0">
                <a:latin typeface="Lucida Sans Unicode"/>
                <a:cs typeface="Lucida Sans Unicode"/>
              </a:rPr>
              <a:t>ci</a:t>
            </a:r>
            <a:r>
              <a:rPr sz="1800" spc="-45" dirty="0">
                <a:latin typeface="Lucida Sans Unicode"/>
                <a:cs typeface="Lucida Sans Unicode"/>
              </a:rPr>
              <a:t>f</a:t>
            </a:r>
            <a:r>
              <a:rPr sz="1800" spc="-60" dirty="0">
                <a:latin typeface="Lucida Sans Unicode"/>
                <a:cs typeface="Lucida Sans Unicode"/>
              </a:rPr>
              <a:t>ic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95</a:t>
            </a:r>
            <a:r>
              <a:rPr sz="1800" spc="-75" dirty="0">
                <a:latin typeface="Lucida Sans Unicode"/>
                <a:cs typeface="Lucida Sans Unicode"/>
              </a:rPr>
              <a:t>ХХ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15" dirty="0">
                <a:latin typeface="Lucida Sans Unicode"/>
                <a:cs typeface="Lucida Sans Unicode"/>
              </a:rPr>
              <a:t>т</a:t>
            </a:r>
            <a:r>
              <a:rPr sz="1800" spc="25" dirty="0">
                <a:latin typeface="Lucida Sans Unicode"/>
                <a:cs typeface="Lucida Sans Unicode"/>
              </a:rPr>
              <a:t>я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-35" dirty="0">
                <a:latin typeface="Lucida Sans Unicode"/>
                <a:cs typeface="Lucida Sans Unicode"/>
              </a:rPr>
              <a:t>ут</a:t>
            </a:r>
            <a:r>
              <a:rPr sz="1800" spc="-30" dirty="0">
                <a:latin typeface="Lucida Sans Unicode"/>
                <a:cs typeface="Lucida Sans Unicode"/>
              </a:rPr>
              <a:t>о</a:t>
            </a:r>
            <a:r>
              <a:rPr sz="1800" spc="15" dirty="0">
                <a:latin typeface="Lucida Sans Unicode"/>
                <a:cs typeface="Lucida Sans Unicode"/>
              </a:rPr>
              <a:t>й  </a:t>
            </a:r>
            <a:r>
              <a:rPr sz="1800" spc="-20" dirty="0">
                <a:latin typeface="Lucida Sans Unicode"/>
                <a:cs typeface="Lucida Sans Unicode"/>
              </a:rPr>
              <a:t>ко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-150" dirty="0">
                <a:latin typeface="Lucida Sans Unicode"/>
                <a:cs typeface="Lucida Sans Unicode"/>
              </a:rPr>
              <a:t>ф</a:t>
            </a:r>
            <a:r>
              <a:rPr sz="1800" spc="-55" dirty="0">
                <a:latin typeface="Lucida Sans Unicode"/>
                <a:cs typeface="Lucida Sans Unicode"/>
              </a:rPr>
              <a:t>и</a:t>
            </a:r>
            <a:r>
              <a:rPr sz="1800" spc="-40" dirty="0">
                <a:latin typeface="Lucida Sans Unicode"/>
                <a:cs typeface="Lucida Sans Unicode"/>
              </a:rPr>
              <a:t>г</a:t>
            </a:r>
            <a:r>
              <a:rPr sz="1800" spc="-35" dirty="0">
                <a:latin typeface="Lucida Sans Unicode"/>
                <a:cs typeface="Lucida Sans Unicode"/>
              </a:rPr>
              <a:t>ур</a:t>
            </a:r>
            <a:r>
              <a:rPr sz="1800" spc="10" dirty="0">
                <a:latin typeface="Lucida Sans Unicode"/>
                <a:cs typeface="Lucida Sans Unicode"/>
              </a:rPr>
              <a:t>а</a:t>
            </a:r>
            <a:r>
              <a:rPr sz="1800" spc="-70" dirty="0">
                <a:latin typeface="Lucida Sans Unicode"/>
                <a:cs typeface="Lucida Sans Unicode"/>
              </a:rPr>
              <a:t>ц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(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3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-40" dirty="0">
                <a:latin typeface="Lucida Sans Unicode"/>
                <a:cs typeface="Lucida Sans Unicode"/>
              </a:rPr>
              <a:t>д</a:t>
            </a:r>
            <a:r>
              <a:rPr sz="1800" spc="-35" dirty="0">
                <a:latin typeface="Lucida Sans Unicode"/>
                <a:cs typeface="Lucida Sans Unicode"/>
              </a:rPr>
              <a:t>ы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15" dirty="0">
                <a:latin typeface="Lucida Sans Unicode"/>
                <a:cs typeface="Lucida Sans Unicode"/>
              </a:rPr>
              <a:t>а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п</a:t>
            </a:r>
            <a:r>
              <a:rPr sz="1800" spc="-20" dirty="0">
                <a:latin typeface="Lucida Sans Unicode"/>
                <a:cs typeface="Lucida Sans Unicode"/>
              </a:rPr>
              <a:t>ло</a:t>
            </a:r>
            <a:r>
              <a:rPr sz="1800" spc="35" dirty="0">
                <a:latin typeface="Lucida Sans Unicode"/>
                <a:cs typeface="Lucida Sans Unicode"/>
              </a:rPr>
              <a:t>щ</a:t>
            </a:r>
            <a:r>
              <a:rPr sz="1800" spc="-60" dirty="0">
                <a:latin typeface="Lucida Sans Unicode"/>
                <a:cs typeface="Lucida Sans Unicode"/>
              </a:rPr>
              <a:t>адк</a:t>
            </a:r>
            <a:r>
              <a:rPr sz="1800" spc="-40" dirty="0">
                <a:latin typeface="Lucida Sans Unicode"/>
                <a:cs typeface="Lucida Sans Unicode"/>
              </a:rPr>
              <a:t>у</a:t>
            </a:r>
            <a:r>
              <a:rPr sz="1800" spc="-50" dirty="0"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850"/>
              </a:spcBef>
            </a:pPr>
            <a:r>
              <a:rPr sz="1800" spc="5" dirty="0">
                <a:latin typeface="Lucida Sans Unicode"/>
                <a:cs typeface="Lucida Sans Unicode"/>
              </a:rPr>
              <a:t>Сетевая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20" dirty="0">
                <a:latin typeface="Lucida Sans Unicode"/>
                <a:cs typeface="Lucida Sans Unicode"/>
              </a:rPr>
              <a:t>связность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между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площадками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–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Ethernet/Fibre</a:t>
            </a:r>
            <a:r>
              <a:rPr sz="1800" spc="-13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Channel.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Lucida Sans Unicode"/>
                <a:cs typeface="Lucida Sans Unicode"/>
              </a:rPr>
              <a:t>Оказана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30" dirty="0">
                <a:latin typeface="Lucida Sans Unicode"/>
                <a:cs typeface="Lucida Sans Unicode"/>
              </a:rPr>
              <a:t>помощь </a:t>
            </a:r>
            <a:r>
              <a:rPr sz="1800" spc="-555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в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миграции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данных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Lucida Sans Unicode"/>
              <a:cs typeface="Lucida Sans Unicode"/>
            </a:endParaRPr>
          </a:p>
          <a:p>
            <a:pPr marL="12700" marR="368300">
              <a:lnSpc>
                <a:spcPct val="100000"/>
              </a:lnSpc>
            </a:pPr>
            <a:r>
              <a:rPr sz="1800" spc="90" dirty="0">
                <a:latin typeface="Lucida Sans Unicode"/>
                <a:cs typeface="Lucida Sans Unicode"/>
              </a:rPr>
              <a:t>Р</a:t>
            </a:r>
            <a:r>
              <a:rPr sz="1800" spc="45" dirty="0">
                <a:latin typeface="Lucida Sans Unicode"/>
                <a:cs typeface="Lucida Sans Unicode"/>
              </a:rPr>
              <a:t>е</a:t>
            </a:r>
            <a:r>
              <a:rPr sz="1800" spc="65" dirty="0">
                <a:latin typeface="Lucida Sans Unicode"/>
                <a:cs typeface="Lucida Sans Unicode"/>
              </a:rPr>
              <a:t>ш</a:t>
            </a:r>
            <a:r>
              <a:rPr sz="1800" spc="25" dirty="0">
                <a:latin typeface="Lucida Sans Unicode"/>
                <a:cs typeface="Lucida Sans Unicode"/>
              </a:rPr>
              <a:t>ен</a:t>
            </a:r>
            <a:r>
              <a:rPr sz="1800" spc="10" dirty="0">
                <a:latin typeface="Lucida Sans Unicode"/>
                <a:cs typeface="Lucida Sans Unicode"/>
              </a:rPr>
              <a:t>ие</a:t>
            </a:r>
            <a:r>
              <a:rPr sz="1800" spc="-13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п</a:t>
            </a:r>
            <a:r>
              <a:rPr sz="1800" spc="-25" dirty="0">
                <a:latin typeface="Lucida Sans Unicode"/>
                <a:cs typeface="Lucida Sans Unicode"/>
              </a:rPr>
              <a:t>р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95" dirty="0">
                <a:latin typeface="Lucida Sans Unicode"/>
                <a:cs typeface="Lucida Sans Unicode"/>
              </a:rPr>
              <a:t>ш</a:t>
            </a:r>
            <a:r>
              <a:rPr sz="1800" spc="-20" dirty="0">
                <a:latin typeface="Lucida Sans Unicode"/>
                <a:cs typeface="Lucida Sans Unicode"/>
              </a:rPr>
              <a:t>ло</a:t>
            </a:r>
            <a:r>
              <a:rPr sz="1800" spc="-125" dirty="0">
                <a:latin typeface="Lucida Sans Unicode"/>
                <a:cs typeface="Lucida Sans Unicode"/>
              </a:rPr>
              <a:t> </a:t>
            </a:r>
            <a:r>
              <a:rPr sz="1800" spc="-15" dirty="0">
                <a:latin typeface="Lucida Sans Unicode"/>
                <a:cs typeface="Lucida Sans Unicode"/>
              </a:rPr>
              <a:t>п</a:t>
            </a:r>
            <a:r>
              <a:rPr sz="1800" spc="-25" dirty="0">
                <a:latin typeface="Lucida Sans Unicode"/>
                <a:cs typeface="Lucida Sans Unicode"/>
              </a:rPr>
              <a:t>р</a:t>
            </a:r>
            <a:r>
              <a:rPr sz="1800" spc="15" dirty="0">
                <a:latin typeface="Lucida Sans Unicode"/>
                <a:cs typeface="Lucida Sans Unicode"/>
              </a:rPr>
              <a:t>и</a:t>
            </a:r>
            <a:r>
              <a:rPr sz="1800" spc="25" dirty="0">
                <a:latin typeface="Lucida Sans Unicode"/>
                <a:cs typeface="Lucida Sans Unicode"/>
              </a:rPr>
              <a:t>ём</a:t>
            </a:r>
            <a:r>
              <a:rPr sz="1800" spc="-25" dirty="0">
                <a:latin typeface="Lucida Sans Unicode"/>
                <a:cs typeface="Lucida Sans Unicode"/>
              </a:rPr>
              <a:t>о</a:t>
            </a:r>
            <a:r>
              <a:rPr sz="1800" spc="-470" dirty="0">
                <a:latin typeface="Lucida Sans Unicode"/>
                <a:cs typeface="Lucida Sans Unicode"/>
              </a:rPr>
              <a:t>-</a:t>
            </a:r>
            <a:r>
              <a:rPr sz="1800" spc="-60" dirty="0">
                <a:latin typeface="Lucida Sans Unicode"/>
                <a:cs typeface="Lucida Sans Unicode"/>
              </a:rPr>
              <a:t>с</a:t>
            </a:r>
            <a:r>
              <a:rPr sz="1800" spc="-70" dirty="0">
                <a:latin typeface="Lucida Sans Unicode"/>
                <a:cs typeface="Lucida Sans Unicode"/>
              </a:rPr>
              <a:t>дат</a:t>
            </a:r>
            <a:r>
              <a:rPr sz="1800" spc="-20" dirty="0">
                <a:latin typeface="Lucida Sans Unicode"/>
                <a:cs typeface="Lucida Sans Unicode"/>
              </a:rPr>
              <a:t>о</a:t>
            </a:r>
            <a:r>
              <a:rPr sz="1800" spc="160" dirty="0">
                <a:latin typeface="Lucida Sans Unicode"/>
                <a:cs typeface="Lucida Sans Unicode"/>
              </a:rPr>
              <a:t>ч</a:t>
            </a:r>
            <a:r>
              <a:rPr sz="1800" spc="20" dirty="0">
                <a:latin typeface="Lucida Sans Unicode"/>
                <a:cs typeface="Lucida Sans Unicode"/>
              </a:rPr>
              <a:t>н</a:t>
            </a:r>
            <a:r>
              <a:rPr sz="1800" spc="95" dirty="0">
                <a:latin typeface="Lucida Sans Unicode"/>
                <a:cs typeface="Lucida Sans Unicode"/>
              </a:rPr>
              <a:t>ы</a:t>
            </a:r>
            <a:r>
              <a:rPr sz="1800" spc="5" dirty="0">
                <a:latin typeface="Lucida Sans Unicode"/>
                <a:cs typeface="Lucida Sans Unicode"/>
              </a:rPr>
              <a:t>е  </a:t>
            </a:r>
            <a:r>
              <a:rPr sz="1800" spc="15" dirty="0">
                <a:latin typeface="Lucida Sans Unicode"/>
                <a:cs typeface="Lucida Sans Unicode"/>
              </a:rPr>
              <a:t>испытания</a:t>
            </a:r>
            <a:r>
              <a:rPr sz="1800" spc="-95" dirty="0">
                <a:latin typeface="Lucida Sans Unicode"/>
                <a:cs typeface="Lucida Sans Unicode"/>
              </a:rPr>
              <a:t> </a:t>
            </a:r>
            <a:r>
              <a:rPr sz="1800" spc="25" dirty="0">
                <a:latin typeface="Lucida Sans Unicode"/>
                <a:cs typeface="Lucida Sans Unicode"/>
              </a:rPr>
              <a:t>и</a:t>
            </a:r>
            <a:r>
              <a:rPr sz="1800" spc="-1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успешно</a:t>
            </a:r>
            <a:r>
              <a:rPr sz="1800" spc="-1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используется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22</a:t>
            </a:fld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750" y="1357122"/>
            <a:ext cx="2266315" cy="5132705"/>
          </a:xfrm>
          <a:custGeom>
            <a:avLst/>
            <a:gdLst/>
            <a:ahLst/>
            <a:cxnLst/>
            <a:rect l="l" t="t" r="r" b="b"/>
            <a:pathLst>
              <a:path w="2266315" h="5132705">
                <a:moveTo>
                  <a:pt x="0" y="0"/>
                </a:moveTo>
                <a:lnTo>
                  <a:pt x="0" y="4319981"/>
                </a:lnTo>
                <a:lnTo>
                  <a:pt x="3318" y="4369673"/>
                </a:lnTo>
                <a:lnTo>
                  <a:pt x="13045" y="4417786"/>
                </a:lnTo>
                <a:lnTo>
                  <a:pt x="28840" y="4463793"/>
                </a:lnTo>
                <a:lnTo>
                  <a:pt x="50363" y="4507168"/>
                </a:lnTo>
                <a:lnTo>
                  <a:pt x="77273" y="4547383"/>
                </a:lnTo>
                <a:lnTo>
                  <a:pt x="109229" y="4583912"/>
                </a:lnTo>
                <a:lnTo>
                  <a:pt x="145891" y="4616228"/>
                </a:lnTo>
                <a:lnTo>
                  <a:pt x="186918" y="4643805"/>
                </a:lnTo>
                <a:lnTo>
                  <a:pt x="946505" y="5082603"/>
                </a:lnTo>
                <a:lnTo>
                  <a:pt x="990984" y="5104506"/>
                </a:lnTo>
                <a:lnTo>
                  <a:pt x="1037322" y="5120151"/>
                </a:lnTo>
                <a:lnTo>
                  <a:pt x="1084898" y="5129537"/>
                </a:lnTo>
                <a:lnTo>
                  <a:pt x="1133094" y="5132666"/>
                </a:lnTo>
                <a:lnTo>
                  <a:pt x="1181289" y="5129537"/>
                </a:lnTo>
                <a:lnTo>
                  <a:pt x="1228865" y="5120151"/>
                </a:lnTo>
                <a:lnTo>
                  <a:pt x="1275203" y="5104506"/>
                </a:lnTo>
                <a:lnTo>
                  <a:pt x="1319682" y="5082603"/>
                </a:lnTo>
                <a:lnTo>
                  <a:pt x="2079269" y="4643805"/>
                </a:lnTo>
                <a:lnTo>
                  <a:pt x="2120485" y="4616228"/>
                </a:lnTo>
                <a:lnTo>
                  <a:pt x="2157236" y="4583912"/>
                </a:lnTo>
                <a:lnTo>
                  <a:pt x="2189204" y="4547383"/>
                </a:lnTo>
                <a:lnTo>
                  <a:pt x="2216072" y="4507168"/>
                </a:lnTo>
                <a:lnTo>
                  <a:pt x="2237521" y="4463793"/>
                </a:lnTo>
                <a:lnTo>
                  <a:pt x="2253235" y="4417786"/>
                </a:lnTo>
                <a:lnTo>
                  <a:pt x="2262897" y="4369673"/>
                </a:lnTo>
                <a:lnTo>
                  <a:pt x="2266188" y="4319981"/>
                </a:lnTo>
                <a:lnTo>
                  <a:pt x="2266188" y="2566746"/>
                </a:lnTo>
              </a:path>
            </a:pathLst>
          </a:custGeom>
          <a:ln w="38099">
            <a:solidFill>
              <a:srgbClr val="9C9CD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33026" y="1357122"/>
            <a:ext cx="2266315" cy="5132705"/>
          </a:xfrm>
          <a:custGeom>
            <a:avLst/>
            <a:gdLst/>
            <a:ahLst/>
            <a:cxnLst/>
            <a:rect l="l" t="t" r="r" b="b"/>
            <a:pathLst>
              <a:path w="2266315" h="5132705">
                <a:moveTo>
                  <a:pt x="2266187" y="0"/>
                </a:moveTo>
                <a:lnTo>
                  <a:pt x="2266187" y="4319981"/>
                </a:lnTo>
                <a:lnTo>
                  <a:pt x="2262895" y="4369673"/>
                </a:lnTo>
                <a:lnTo>
                  <a:pt x="2253231" y="4417786"/>
                </a:lnTo>
                <a:lnTo>
                  <a:pt x="2237511" y="4463793"/>
                </a:lnTo>
                <a:lnTo>
                  <a:pt x="2216054" y="4507168"/>
                </a:lnTo>
                <a:lnTo>
                  <a:pt x="2189178" y="4547383"/>
                </a:lnTo>
                <a:lnTo>
                  <a:pt x="2157199" y="4583912"/>
                </a:lnTo>
                <a:lnTo>
                  <a:pt x="2120436" y="4616228"/>
                </a:lnTo>
                <a:lnTo>
                  <a:pt x="2079205" y="4643805"/>
                </a:lnTo>
                <a:lnTo>
                  <a:pt x="1320076" y="5082603"/>
                </a:lnTo>
                <a:lnTo>
                  <a:pt x="1275550" y="5104506"/>
                </a:lnTo>
                <a:lnTo>
                  <a:pt x="1229120" y="5120151"/>
                </a:lnTo>
                <a:lnTo>
                  <a:pt x="1181421" y="5129537"/>
                </a:lnTo>
                <a:lnTo>
                  <a:pt x="1133089" y="5132666"/>
                </a:lnTo>
                <a:lnTo>
                  <a:pt x="1084757" y="5129537"/>
                </a:lnTo>
                <a:lnTo>
                  <a:pt x="1037060" y="5120151"/>
                </a:lnTo>
                <a:lnTo>
                  <a:pt x="990633" y="5104506"/>
                </a:lnTo>
                <a:lnTo>
                  <a:pt x="946111" y="5082603"/>
                </a:lnTo>
                <a:lnTo>
                  <a:pt x="186321" y="4643805"/>
                </a:lnTo>
                <a:lnTo>
                  <a:pt x="145116" y="4616228"/>
                </a:lnTo>
                <a:lnTo>
                  <a:pt x="108426" y="4583912"/>
                </a:lnTo>
                <a:lnTo>
                  <a:pt x="76552" y="4547383"/>
                </a:lnTo>
                <a:lnTo>
                  <a:pt x="49798" y="4507168"/>
                </a:lnTo>
                <a:lnTo>
                  <a:pt x="28464" y="4463793"/>
                </a:lnTo>
                <a:lnTo>
                  <a:pt x="12851" y="4417786"/>
                </a:lnTo>
                <a:lnTo>
                  <a:pt x="3263" y="4369673"/>
                </a:lnTo>
                <a:lnTo>
                  <a:pt x="0" y="4319981"/>
                </a:lnTo>
                <a:lnTo>
                  <a:pt x="0" y="2566746"/>
                </a:lnTo>
              </a:path>
            </a:pathLst>
          </a:custGeom>
          <a:ln w="38099">
            <a:solidFill>
              <a:srgbClr val="96FA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15411" y="2523912"/>
            <a:ext cx="6837045" cy="2799715"/>
            <a:chOff x="2915411" y="2523912"/>
            <a:chExt cx="6837045" cy="2799715"/>
          </a:xfrm>
        </p:grpSpPr>
        <p:sp>
          <p:nvSpPr>
            <p:cNvPr id="5" name="object 5"/>
            <p:cNvSpPr/>
            <p:nvPr/>
          </p:nvSpPr>
          <p:spPr>
            <a:xfrm>
              <a:off x="2934461" y="2542962"/>
              <a:ext cx="2265045" cy="1381125"/>
            </a:xfrm>
            <a:custGeom>
              <a:avLst/>
              <a:gdLst/>
              <a:ahLst/>
              <a:cxnLst/>
              <a:rect l="l" t="t" r="r" b="b"/>
              <a:pathLst>
                <a:path w="2265045" h="1381125">
                  <a:moveTo>
                    <a:pt x="2264664" y="1380575"/>
                  </a:moveTo>
                  <a:lnTo>
                    <a:pt x="2264664" y="812428"/>
                  </a:lnTo>
                  <a:lnTo>
                    <a:pt x="2261402" y="762940"/>
                  </a:lnTo>
                  <a:lnTo>
                    <a:pt x="2251819" y="714930"/>
                  </a:lnTo>
                  <a:lnTo>
                    <a:pt x="2236216" y="668948"/>
                  </a:lnTo>
                  <a:lnTo>
                    <a:pt x="2214895" y="625544"/>
                  </a:lnTo>
                  <a:lnTo>
                    <a:pt x="2188158" y="585268"/>
                  </a:lnTo>
                  <a:lnTo>
                    <a:pt x="2156307" y="548670"/>
                  </a:lnTo>
                  <a:lnTo>
                    <a:pt x="2119643" y="516299"/>
                  </a:lnTo>
                  <a:lnTo>
                    <a:pt x="2078469" y="488705"/>
                  </a:lnTo>
                  <a:lnTo>
                    <a:pt x="1319187" y="50034"/>
                  </a:lnTo>
                  <a:lnTo>
                    <a:pt x="1274694" y="28144"/>
                  </a:lnTo>
                  <a:lnTo>
                    <a:pt x="1228297" y="12508"/>
                  </a:lnTo>
                  <a:lnTo>
                    <a:pt x="1180632" y="3127"/>
                  </a:lnTo>
                  <a:lnTo>
                    <a:pt x="1132331" y="0"/>
                  </a:lnTo>
                  <a:lnTo>
                    <a:pt x="1084031" y="3127"/>
                  </a:lnTo>
                  <a:lnTo>
                    <a:pt x="1036366" y="12508"/>
                  </a:lnTo>
                  <a:lnTo>
                    <a:pt x="989969" y="28144"/>
                  </a:lnTo>
                  <a:lnTo>
                    <a:pt x="945476" y="50034"/>
                  </a:lnTo>
                  <a:lnTo>
                    <a:pt x="186855" y="488705"/>
                  </a:lnTo>
                  <a:lnTo>
                    <a:pt x="145652" y="516299"/>
                  </a:lnTo>
                  <a:lnTo>
                    <a:pt x="108913" y="548670"/>
                  </a:lnTo>
                  <a:lnTo>
                    <a:pt x="76956" y="585268"/>
                  </a:lnTo>
                  <a:lnTo>
                    <a:pt x="50098" y="625544"/>
                  </a:lnTo>
                  <a:lnTo>
                    <a:pt x="28656" y="668948"/>
                  </a:lnTo>
                  <a:lnTo>
                    <a:pt x="12947" y="714930"/>
                  </a:lnTo>
                  <a:lnTo>
                    <a:pt x="3289" y="762940"/>
                  </a:lnTo>
                  <a:lnTo>
                    <a:pt x="0" y="812428"/>
                  </a:lnTo>
                  <a:lnTo>
                    <a:pt x="0" y="1380575"/>
                  </a:lnTo>
                </a:path>
              </a:pathLst>
            </a:custGeom>
            <a:ln w="38100">
              <a:solidFill>
                <a:srgbClr val="6BBC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0650" y="3923537"/>
              <a:ext cx="2266315" cy="1381125"/>
            </a:xfrm>
            <a:custGeom>
              <a:avLst/>
              <a:gdLst/>
              <a:ahLst/>
              <a:cxnLst/>
              <a:rect l="l" t="t" r="r" b="b"/>
              <a:pathLst>
                <a:path w="2266315" h="1381125">
                  <a:moveTo>
                    <a:pt x="0" y="0"/>
                  </a:moveTo>
                  <a:lnTo>
                    <a:pt x="0" y="568426"/>
                  </a:lnTo>
                  <a:lnTo>
                    <a:pt x="3290" y="617938"/>
                  </a:lnTo>
                  <a:lnTo>
                    <a:pt x="12952" y="665969"/>
                  </a:lnTo>
                  <a:lnTo>
                    <a:pt x="28666" y="711971"/>
                  </a:lnTo>
                  <a:lnTo>
                    <a:pt x="50115" y="755394"/>
                  </a:lnTo>
                  <a:lnTo>
                    <a:pt x="76983" y="795687"/>
                  </a:lnTo>
                  <a:lnTo>
                    <a:pt x="108951" y="832300"/>
                  </a:lnTo>
                  <a:lnTo>
                    <a:pt x="145702" y="864684"/>
                  </a:lnTo>
                  <a:lnTo>
                    <a:pt x="186918" y="892289"/>
                  </a:lnTo>
                  <a:lnTo>
                    <a:pt x="946505" y="1330515"/>
                  </a:lnTo>
                  <a:lnTo>
                    <a:pt x="991011" y="1352418"/>
                  </a:lnTo>
                  <a:lnTo>
                    <a:pt x="1037414" y="1368063"/>
                  </a:lnTo>
                  <a:lnTo>
                    <a:pt x="1085072" y="1377449"/>
                  </a:lnTo>
                  <a:lnTo>
                    <a:pt x="1133341" y="1380578"/>
                  </a:lnTo>
                  <a:lnTo>
                    <a:pt x="1181579" y="1377449"/>
                  </a:lnTo>
                  <a:lnTo>
                    <a:pt x="1229144" y="1368063"/>
                  </a:lnTo>
                  <a:lnTo>
                    <a:pt x="1275392" y="1352418"/>
                  </a:lnTo>
                  <a:lnTo>
                    <a:pt x="1319682" y="1330515"/>
                  </a:lnTo>
                  <a:lnTo>
                    <a:pt x="2079269" y="892289"/>
                  </a:lnTo>
                  <a:lnTo>
                    <a:pt x="2120485" y="864684"/>
                  </a:lnTo>
                  <a:lnTo>
                    <a:pt x="2157236" y="832300"/>
                  </a:lnTo>
                  <a:lnTo>
                    <a:pt x="2189204" y="795687"/>
                  </a:lnTo>
                  <a:lnTo>
                    <a:pt x="2216072" y="755394"/>
                  </a:lnTo>
                  <a:lnTo>
                    <a:pt x="2237521" y="711971"/>
                  </a:lnTo>
                  <a:lnTo>
                    <a:pt x="2253235" y="665969"/>
                  </a:lnTo>
                  <a:lnTo>
                    <a:pt x="2262897" y="617938"/>
                  </a:lnTo>
                  <a:lnTo>
                    <a:pt x="2266188" y="568426"/>
                  </a:lnTo>
                  <a:lnTo>
                    <a:pt x="2266188" y="0"/>
                  </a:lnTo>
                </a:path>
              </a:pathLst>
            </a:custGeom>
            <a:ln w="38100">
              <a:solidFill>
                <a:srgbClr val="8ACD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6838" y="2542962"/>
              <a:ext cx="2266315" cy="1381125"/>
            </a:xfrm>
            <a:custGeom>
              <a:avLst/>
              <a:gdLst/>
              <a:ahLst/>
              <a:cxnLst/>
              <a:rect l="l" t="t" r="r" b="b"/>
              <a:pathLst>
                <a:path w="2266315" h="1381125">
                  <a:moveTo>
                    <a:pt x="2266187" y="1380575"/>
                  </a:moveTo>
                  <a:lnTo>
                    <a:pt x="2266187" y="812428"/>
                  </a:lnTo>
                  <a:lnTo>
                    <a:pt x="2262869" y="762940"/>
                  </a:lnTo>
                  <a:lnTo>
                    <a:pt x="2253142" y="714930"/>
                  </a:lnTo>
                  <a:lnTo>
                    <a:pt x="2237347" y="668948"/>
                  </a:lnTo>
                  <a:lnTo>
                    <a:pt x="2215824" y="625544"/>
                  </a:lnTo>
                  <a:lnTo>
                    <a:pt x="2188914" y="585268"/>
                  </a:lnTo>
                  <a:lnTo>
                    <a:pt x="2156958" y="548670"/>
                  </a:lnTo>
                  <a:lnTo>
                    <a:pt x="2120296" y="516299"/>
                  </a:lnTo>
                  <a:lnTo>
                    <a:pt x="2079269" y="488705"/>
                  </a:lnTo>
                  <a:lnTo>
                    <a:pt x="1319682" y="50034"/>
                  </a:lnTo>
                  <a:lnTo>
                    <a:pt x="1275203" y="28144"/>
                  </a:lnTo>
                  <a:lnTo>
                    <a:pt x="1228865" y="12508"/>
                  </a:lnTo>
                  <a:lnTo>
                    <a:pt x="1181289" y="3127"/>
                  </a:lnTo>
                  <a:lnTo>
                    <a:pt x="1133093" y="0"/>
                  </a:lnTo>
                  <a:lnTo>
                    <a:pt x="1084898" y="3127"/>
                  </a:lnTo>
                  <a:lnTo>
                    <a:pt x="1037322" y="12508"/>
                  </a:lnTo>
                  <a:lnTo>
                    <a:pt x="990984" y="28144"/>
                  </a:lnTo>
                  <a:lnTo>
                    <a:pt x="946505" y="50034"/>
                  </a:lnTo>
                  <a:lnTo>
                    <a:pt x="186918" y="488705"/>
                  </a:lnTo>
                  <a:lnTo>
                    <a:pt x="145702" y="516299"/>
                  </a:lnTo>
                  <a:lnTo>
                    <a:pt x="108951" y="548670"/>
                  </a:lnTo>
                  <a:lnTo>
                    <a:pt x="76983" y="585268"/>
                  </a:lnTo>
                  <a:lnTo>
                    <a:pt x="50115" y="625544"/>
                  </a:lnTo>
                  <a:lnTo>
                    <a:pt x="28666" y="668948"/>
                  </a:lnTo>
                  <a:lnTo>
                    <a:pt x="12952" y="714930"/>
                  </a:lnTo>
                  <a:lnTo>
                    <a:pt x="3290" y="762940"/>
                  </a:lnTo>
                  <a:lnTo>
                    <a:pt x="0" y="812428"/>
                  </a:lnTo>
                  <a:lnTo>
                    <a:pt x="0" y="1380575"/>
                  </a:lnTo>
                </a:path>
              </a:pathLst>
            </a:custGeom>
            <a:ln w="38100">
              <a:solidFill>
                <a:srgbClr val="ABE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414269" y="4956045"/>
            <a:ext cx="770255" cy="975994"/>
          </a:xfrm>
          <a:custGeom>
            <a:avLst/>
            <a:gdLst/>
            <a:ahLst/>
            <a:cxnLst/>
            <a:rect l="l" t="t" r="r" b="b"/>
            <a:pathLst>
              <a:path w="770255" h="975995">
                <a:moveTo>
                  <a:pt x="337743" y="0"/>
                </a:moveTo>
                <a:lnTo>
                  <a:pt x="293025" y="2965"/>
                </a:lnTo>
                <a:lnTo>
                  <a:pt x="249108" y="10334"/>
                </a:lnTo>
                <a:lnTo>
                  <a:pt x="206304" y="22784"/>
                </a:lnTo>
                <a:lnTo>
                  <a:pt x="164922" y="40995"/>
                </a:lnTo>
                <a:lnTo>
                  <a:pt x="106538" y="82081"/>
                </a:lnTo>
                <a:lnTo>
                  <a:pt x="58051" y="135559"/>
                </a:lnTo>
                <a:lnTo>
                  <a:pt x="26392" y="191109"/>
                </a:lnTo>
                <a:lnTo>
                  <a:pt x="8572" y="252602"/>
                </a:lnTo>
                <a:lnTo>
                  <a:pt x="1062" y="306449"/>
                </a:lnTo>
                <a:lnTo>
                  <a:pt x="0" y="325348"/>
                </a:lnTo>
                <a:lnTo>
                  <a:pt x="0" y="334606"/>
                </a:lnTo>
                <a:lnTo>
                  <a:pt x="3185" y="377014"/>
                </a:lnTo>
                <a:lnTo>
                  <a:pt x="12619" y="418001"/>
                </a:lnTo>
                <a:lnTo>
                  <a:pt x="28112" y="457625"/>
                </a:lnTo>
                <a:lnTo>
                  <a:pt x="49479" y="495947"/>
                </a:lnTo>
                <a:lnTo>
                  <a:pt x="61710" y="515414"/>
                </a:lnTo>
                <a:lnTo>
                  <a:pt x="73636" y="535127"/>
                </a:lnTo>
                <a:lnTo>
                  <a:pt x="96316" y="575297"/>
                </a:lnTo>
                <a:lnTo>
                  <a:pt x="112174" y="626907"/>
                </a:lnTo>
                <a:lnTo>
                  <a:pt x="111480" y="646722"/>
                </a:lnTo>
                <a:lnTo>
                  <a:pt x="110820" y="648703"/>
                </a:lnTo>
                <a:lnTo>
                  <a:pt x="110820" y="650024"/>
                </a:lnTo>
                <a:lnTo>
                  <a:pt x="108516" y="662310"/>
                </a:lnTo>
                <a:lnTo>
                  <a:pt x="105713" y="674408"/>
                </a:lnTo>
                <a:lnTo>
                  <a:pt x="99606" y="698296"/>
                </a:lnTo>
                <a:lnTo>
                  <a:pt x="98298" y="706234"/>
                </a:lnTo>
                <a:lnTo>
                  <a:pt x="93014" y="720775"/>
                </a:lnTo>
                <a:lnTo>
                  <a:pt x="90048" y="733299"/>
                </a:lnTo>
                <a:lnTo>
                  <a:pt x="90047" y="745077"/>
                </a:lnTo>
                <a:lnTo>
                  <a:pt x="93016" y="756112"/>
                </a:lnTo>
                <a:lnTo>
                  <a:pt x="117667" y="791616"/>
                </a:lnTo>
                <a:lnTo>
                  <a:pt x="171074" y="848530"/>
                </a:lnTo>
                <a:lnTo>
                  <a:pt x="205926" y="879625"/>
                </a:lnTo>
                <a:lnTo>
                  <a:pt x="242646" y="908275"/>
                </a:lnTo>
                <a:lnTo>
                  <a:pt x="281457" y="934131"/>
                </a:lnTo>
                <a:lnTo>
                  <a:pt x="322580" y="956843"/>
                </a:lnTo>
                <a:lnTo>
                  <a:pt x="360832" y="972718"/>
                </a:lnTo>
                <a:lnTo>
                  <a:pt x="374278" y="975457"/>
                </a:lnTo>
                <a:lnTo>
                  <a:pt x="384752" y="974288"/>
                </a:lnTo>
                <a:lnTo>
                  <a:pt x="410139" y="943286"/>
                </a:lnTo>
                <a:lnTo>
                  <a:pt x="434721" y="898651"/>
                </a:lnTo>
                <a:lnTo>
                  <a:pt x="453936" y="859807"/>
                </a:lnTo>
                <a:lnTo>
                  <a:pt x="471665" y="819962"/>
                </a:lnTo>
                <a:lnTo>
                  <a:pt x="482704" y="800570"/>
                </a:lnTo>
                <a:lnTo>
                  <a:pt x="497144" y="786820"/>
                </a:lnTo>
                <a:lnTo>
                  <a:pt x="515170" y="778402"/>
                </a:lnTo>
                <a:lnTo>
                  <a:pt x="536968" y="775004"/>
                </a:lnTo>
                <a:lnTo>
                  <a:pt x="595779" y="772300"/>
                </a:lnTo>
                <a:lnTo>
                  <a:pt x="615467" y="771029"/>
                </a:lnTo>
                <a:lnTo>
                  <a:pt x="653316" y="763594"/>
                </a:lnTo>
                <a:lnTo>
                  <a:pt x="692480" y="730780"/>
                </a:lnTo>
                <a:lnTo>
                  <a:pt x="696293" y="712438"/>
                </a:lnTo>
                <a:lnTo>
                  <a:pt x="693305" y="691680"/>
                </a:lnTo>
                <a:lnTo>
                  <a:pt x="687374" y="671842"/>
                </a:lnTo>
                <a:lnTo>
                  <a:pt x="685393" y="663244"/>
                </a:lnTo>
                <a:lnTo>
                  <a:pt x="686714" y="655967"/>
                </a:lnTo>
                <a:lnTo>
                  <a:pt x="692645" y="650024"/>
                </a:lnTo>
                <a:lnTo>
                  <a:pt x="693305" y="650024"/>
                </a:lnTo>
                <a:lnTo>
                  <a:pt x="693966" y="648703"/>
                </a:lnTo>
                <a:lnTo>
                  <a:pt x="699634" y="643204"/>
                </a:lnTo>
                <a:lnTo>
                  <a:pt x="703530" y="637622"/>
                </a:lnTo>
                <a:lnTo>
                  <a:pt x="705943" y="631297"/>
                </a:lnTo>
                <a:lnTo>
                  <a:pt x="706501" y="624230"/>
                </a:lnTo>
                <a:lnTo>
                  <a:pt x="705180" y="613651"/>
                </a:lnTo>
                <a:lnTo>
                  <a:pt x="700557" y="602411"/>
                </a:lnTo>
                <a:lnTo>
                  <a:pt x="700557" y="596455"/>
                </a:lnTo>
                <a:lnTo>
                  <a:pt x="705840" y="591832"/>
                </a:lnTo>
                <a:lnTo>
                  <a:pt x="711116" y="584042"/>
                </a:lnTo>
                <a:lnTo>
                  <a:pt x="713425" y="575632"/>
                </a:lnTo>
                <a:lnTo>
                  <a:pt x="713262" y="566724"/>
                </a:lnTo>
                <a:lnTo>
                  <a:pt x="711123" y="557441"/>
                </a:lnTo>
                <a:lnTo>
                  <a:pt x="708925" y="551474"/>
                </a:lnTo>
                <a:lnTo>
                  <a:pt x="707409" y="545380"/>
                </a:lnTo>
                <a:lnTo>
                  <a:pt x="706758" y="539037"/>
                </a:lnTo>
                <a:lnTo>
                  <a:pt x="707161" y="532320"/>
                </a:lnTo>
                <a:lnTo>
                  <a:pt x="709295" y="524922"/>
                </a:lnTo>
                <a:lnTo>
                  <a:pt x="740803" y="507187"/>
                </a:lnTo>
                <a:lnTo>
                  <a:pt x="748715" y="503885"/>
                </a:lnTo>
                <a:lnTo>
                  <a:pt x="763034" y="495608"/>
                </a:lnTo>
                <a:lnTo>
                  <a:pt x="770240" y="484789"/>
                </a:lnTo>
                <a:lnTo>
                  <a:pt x="770148" y="471615"/>
                </a:lnTo>
                <a:lnTo>
                  <a:pt x="762571" y="456272"/>
                </a:lnTo>
                <a:lnTo>
                  <a:pt x="759929" y="452310"/>
                </a:lnTo>
                <a:lnTo>
                  <a:pt x="755980" y="448335"/>
                </a:lnTo>
                <a:lnTo>
                  <a:pt x="752678" y="443712"/>
                </a:lnTo>
                <a:lnTo>
                  <a:pt x="718913" y="403257"/>
                </a:lnTo>
                <a:lnTo>
                  <a:pt x="691246" y="359149"/>
                </a:lnTo>
                <a:lnTo>
                  <a:pt x="687878" y="342713"/>
                </a:lnTo>
                <a:lnTo>
                  <a:pt x="688035" y="320713"/>
                </a:lnTo>
                <a:lnTo>
                  <a:pt x="688695" y="318071"/>
                </a:lnTo>
                <a:lnTo>
                  <a:pt x="691259" y="286017"/>
                </a:lnTo>
                <a:lnTo>
                  <a:pt x="680062" y="224890"/>
                </a:lnTo>
                <a:lnTo>
                  <a:pt x="648075" y="154869"/>
                </a:lnTo>
                <a:lnTo>
                  <a:pt x="621566" y="119441"/>
                </a:lnTo>
                <a:lnTo>
                  <a:pt x="589861" y="88603"/>
                </a:lnTo>
                <a:lnTo>
                  <a:pt x="553453" y="62166"/>
                </a:lnTo>
                <a:lnTo>
                  <a:pt x="513226" y="39446"/>
                </a:lnTo>
                <a:lnTo>
                  <a:pt x="471638" y="21522"/>
                </a:lnTo>
                <a:lnTo>
                  <a:pt x="428592" y="8740"/>
                </a:lnTo>
                <a:lnTo>
                  <a:pt x="383993" y="1450"/>
                </a:lnTo>
                <a:lnTo>
                  <a:pt x="337743" y="0"/>
                </a:lnTo>
                <a:close/>
              </a:path>
            </a:pathLst>
          </a:custGeom>
          <a:solidFill>
            <a:srgbClr val="9C9C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532362" y="4956045"/>
            <a:ext cx="666115" cy="975360"/>
          </a:xfrm>
          <a:custGeom>
            <a:avLst/>
            <a:gdLst/>
            <a:ahLst/>
            <a:cxnLst/>
            <a:rect l="l" t="t" r="r" b="b"/>
            <a:pathLst>
              <a:path w="666115" h="975360">
                <a:moveTo>
                  <a:pt x="419544" y="917905"/>
                </a:moveTo>
                <a:lnTo>
                  <a:pt x="246443" y="917905"/>
                </a:lnTo>
                <a:lnTo>
                  <a:pt x="249281" y="927439"/>
                </a:lnTo>
                <a:lnTo>
                  <a:pt x="261224" y="947127"/>
                </a:lnTo>
                <a:lnTo>
                  <a:pt x="287414" y="966568"/>
                </a:lnTo>
                <a:lnTo>
                  <a:pt x="332994" y="975360"/>
                </a:lnTo>
                <a:lnTo>
                  <a:pt x="378294" y="966568"/>
                </a:lnTo>
                <a:lnTo>
                  <a:pt x="404515" y="947127"/>
                </a:lnTo>
                <a:lnTo>
                  <a:pt x="416613" y="927439"/>
                </a:lnTo>
                <a:lnTo>
                  <a:pt x="419544" y="917905"/>
                </a:lnTo>
                <a:close/>
              </a:path>
              <a:path w="666115" h="975360">
                <a:moveTo>
                  <a:pt x="436727" y="895451"/>
                </a:moveTo>
                <a:lnTo>
                  <a:pt x="228600" y="895451"/>
                </a:lnTo>
                <a:lnTo>
                  <a:pt x="223316" y="900734"/>
                </a:lnTo>
                <a:lnTo>
                  <a:pt x="223316" y="913282"/>
                </a:lnTo>
                <a:lnTo>
                  <a:pt x="228600" y="917905"/>
                </a:lnTo>
                <a:lnTo>
                  <a:pt x="436727" y="917905"/>
                </a:lnTo>
                <a:lnTo>
                  <a:pt x="442010" y="913282"/>
                </a:lnTo>
                <a:lnTo>
                  <a:pt x="442010" y="900734"/>
                </a:lnTo>
                <a:lnTo>
                  <a:pt x="436727" y="895451"/>
                </a:lnTo>
                <a:close/>
              </a:path>
              <a:path w="666115" h="975360">
                <a:moveTo>
                  <a:pt x="453237" y="870369"/>
                </a:moveTo>
                <a:lnTo>
                  <a:pt x="212750" y="870369"/>
                </a:lnTo>
                <a:lnTo>
                  <a:pt x="206806" y="876312"/>
                </a:lnTo>
                <a:lnTo>
                  <a:pt x="206806" y="890181"/>
                </a:lnTo>
                <a:lnTo>
                  <a:pt x="212750" y="895451"/>
                </a:lnTo>
                <a:lnTo>
                  <a:pt x="453237" y="895451"/>
                </a:lnTo>
                <a:lnTo>
                  <a:pt x="458533" y="890181"/>
                </a:lnTo>
                <a:lnTo>
                  <a:pt x="458533" y="876312"/>
                </a:lnTo>
                <a:lnTo>
                  <a:pt x="453237" y="870369"/>
                </a:lnTo>
                <a:close/>
              </a:path>
              <a:path w="666115" h="975360">
                <a:moveTo>
                  <a:pt x="436727" y="847255"/>
                </a:moveTo>
                <a:lnTo>
                  <a:pt x="228600" y="847255"/>
                </a:lnTo>
                <a:lnTo>
                  <a:pt x="223316" y="852538"/>
                </a:lnTo>
                <a:lnTo>
                  <a:pt x="223316" y="865085"/>
                </a:lnTo>
                <a:lnTo>
                  <a:pt x="228600" y="870369"/>
                </a:lnTo>
                <a:lnTo>
                  <a:pt x="436727" y="870369"/>
                </a:lnTo>
                <a:lnTo>
                  <a:pt x="442010" y="865085"/>
                </a:lnTo>
                <a:lnTo>
                  <a:pt x="442010" y="852538"/>
                </a:lnTo>
                <a:lnTo>
                  <a:pt x="436727" y="847255"/>
                </a:lnTo>
                <a:close/>
              </a:path>
              <a:path w="666115" h="975360">
                <a:moveTo>
                  <a:pt x="453237" y="822159"/>
                </a:moveTo>
                <a:lnTo>
                  <a:pt x="212750" y="822159"/>
                </a:lnTo>
                <a:lnTo>
                  <a:pt x="206806" y="828103"/>
                </a:lnTo>
                <a:lnTo>
                  <a:pt x="206806" y="841971"/>
                </a:lnTo>
                <a:lnTo>
                  <a:pt x="212750" y="847255"/>
                </a:lnTo>
                <a:lnTo>
                  <a:pt x="453237" y="847255"/>
                </a:lnTo>
                <a:lnTo>
                  <a:pt x="458533" y="841971"/>
                </a:lnTo>
                <a:lnTo>
                  <a:pt x="458533" y="828103"/>
                </a:lnTo>
                <a:lnTo>
                  <a:pt x="453237" y="822159"/>
                </a:lnTo>
                <a:close/>
              </a:path>
              <a:path w="666115" h="975360">
                <a:moveTo>
                  <a:pt x="341579" y="0"/>
                </a:moveTo>
                <a:lnTo>
                  <a:pt x="325729" y="0"/>
                </a:lnTo>
                <a:lnTo>
                  <a:pt x="319786" y="660"/>
                </a:lnTo>
                <a:lnTo>
                  <a:pt x="315163" y="1320"/>
                </a:lnTo>
                <a:lnTo>
                  <a:pt x="306565" y="1320"/>
                </a:lnTo>
                <a:lnTo>
                  <a:pt x="303263" y="1981"/>
                </a:lnTo>
                <a:lnTo>
                  <a:pt x="295998" y="1981"/>
                </a:lnTo>
                <a:lnTo>
                  <a:pt x="294678" y="2641"/>
                </a:lnTo>
                <a:lnTo>
                  <a:pt x="290055" y="2641"/>
                </a:lnTo>
                <a:lnTo>
                  <a:pt x="285419" y="3301"/>
                </a:lnTo>
                <a:lnTo>
                  <a:pt x="281457" y="4622"/>
                </a:lnTo>
                <a:lnTo>
                  <a:pt x="234312" y="15387"/>
                </a:lnTo>
                <a:lnTo>
                  <a:pt x="189962" y="32654"/>
                </a:lnTo>
                <a:lnTo>
                  <a:pt x="148943" y="55871"/>
                </a:lnTo>
                <a:lnTo>
                  <a:pt x="111789" y="84489"/>
                </a:lnTo>
                <a:lnTo>
                  <a:pt x="79035" y="117957"/>
                </a:lnTo>
                <a:lnTo>
                  <a:pt x="51216" y="155724"/>
                </a:lnTo>
                <a:lnTo>
                  <a:pt x="28869" y="197240"/>
                </a:lnTo>
                <a:lnTo>
                  <a:pt x="12527" y="241953"/>
                </a:lnTo>
                <a:lnTo>
                  <a:pt x="2725" y="289314"/>
                </a:lnTo>
                <a:lnTo>
                  <a:pt x="0" y="338772"/>
                </a:lnTo>
                <a:lnTo>
                  <a:pt x="4969" y="391513"/>
                </a:lnTo>
                <a:lnTo>
                  <a:pt x="17867" y="441531"/>
                </a:lnTo>
                <a:lnTo>
                  <a:pt x="38060" y="488158"/>
                </a:lnTo>
                <a:lnTo>
                  <a:pt x="64913" y="530730"/>
                </a:lnTo>
                <a:lnTo>
                  <a:pt x="97790" y="568579"/>
                </a:lnTo>
                <a:lnTo>
                  <a:pt x="107574" y="578887"/>
                </a:lnTo>
                <a:lnTo>
                  <a:pt x="117113" y="589133"/>
                </a:lnTo>
                <a:lnTo>
                  <a:pt x="147412" y="625381"/>
                </a:lnTo>
                <a:lnTo>
                  <a:pt x="173818" y="669888"/>
                </a:lnTo>
                <a:lnTo>
                  <a:pt x="193947" y="732716"/>
                </a:lnTo>
                <a:lnTo>
                  <a:pt x="194991" y="757440"/>
                </a:lnTo>
                <a:lnTo>
                  <a:pt x="199627" y="777211"/>
                </a:lnTo>
                <a:lnTo>
                  <a:pt x="216712" y="791781"/>
                </a:lnTo>
                <a:lnTo>
                  <a:pt x="216712" y="822159"/>
                </a:lnTo>
                <a:lnTo>
                  <a:pt x="448614" y="822159"/>
                </a:lnTo>
                <a:lnTo>
                  <a:pt x="448614" y="795083"/>
                </a:lnTo>
                <a:lnTo>
                  <a:pt x="453237" y="793762"/>
                </a:lnTo>
                <a:lnTo>
                  <a:pt x="456552" y="791781"/>
                </a:lnTo>
                <a:lnTo>
                  <a:pt x="459854" y="790460"/>
                </a:lnTo>
                <a:lnTo>
                  <a:pt x="461175" y="789139"/>
                </a:lnTo>
                <a:lnTo>
                  <a:pt x="463816" y="787819"/>
                </a:lnTo>
                <a:lnTo>
                  <a:pt x="475703" y="764705"/>
                </a:lnTo>
                <a:lnTo>
                  <a:pt x="475703" y="764044"/>
                </a:lnTo>
                <a:lnTo>
                  <a:pt x="476364" y="763384"/>
                </a:lnTo>
                <a:lnTo>
                  <a:pt x="476859" y="724998"/>
                </a:lnTo>
                <a:lnTo>
                  <a:pt x="486033" y="684383"/>
                </a:lnTo>
                <a:lnTo>
                  <a:pt x="492226" y="668947"/>
                </a:lnTo>
                <a:lnTo>
                  <a:pt x="496808" y="656886"/>
                </a:lnTo>
                <a:lnTo>
                  <a:pt x="520729" y="616396"/>
                </a:lnTo>
                <a:lnTo>
                  <a:pt x="550367" y="585749"/>
                </a:lnTo>
                <a:lnTo>
                  <a:pt x="583480" y="552708"/>
                </a:lnTo>
                <a:lnTo>
                  <a:pt x="611765" y="515356"/>
                </a:lnTo>
                <a:lnTo>
                  <a:pt x="634690" y="474225"/>
                </a:lnTo>
                <a:lnTo>
                  <a:pt x="651723" y="429849"/>
                </a:lnTo>
                <a:lnTo>
                  <a:pt x="662333" y="382760"/>
                </a:lnTo>
                <a:lnTo>
                  <a:pt x="665988" y="333489"/>
                </a:lnTo>
                <a:lnTo>
                  <a:pt x="665647" y="320621"/>
                </a:lnTo>
                <a:lnTo>
                  <a:pt x="662025" y="282638"/>
                </a:lnTo>
                <a:lnTo>
                  <a:pt x="646880" y="222005"/>
                </a:lnTo>
                <a:lnTo>
                  <a:pt x="623364" y="170499"/>
                </a:lnTo>
                <a:lnTo>
                  <a:pt x="599178" y="133153"/>
                </a:lnTo>
                <a:lnTo>
                  <a:pt x="573492" y="102527"/>
                </a:lnTo>
                <a:lnTo>
                  <a:pt x="543431" y="75450"/>
                </a:lnTo>
                <a:lnTo>
                  <a:pt x="510971" y="52089"/>
                </a:lnTo>
                <a:lnTo>
                  <a:pt x="475622" y="32442"/>
                </a:lnTo>
                <a:lnTo>
                  <a:pt x="438027" y="17118"/>
                </a:lnTo>
                <a:lnTo>
                  <a:pt x="398399" y="6603"/>
                </a:lnTo>
                <a:lnTo>
                  <a:pt x="392455" y="5283"/>
                </a:lnTo>
                <a:lnTo>
                  <a:pt x="386511" y="4622"/>
                </a:lnTo>
                <a:lnTo>
                  <a:pt x="373079" y="2703"/>
                </a:lnTo>
                <a:lnTo>
                  <a:pt x="364459" y="1816"/>
                </a:lnTo>
                <a:lnTo>
                  <a:pt x="355966" y="1176"/>
                </a:lnTo>
                <a:lnTo>
                  <a:pt x="347535" y="660"/>
                </a:lnTo>
                <a:lnTo>
                  <a:pt x="341579" y="0"/>
                </a:lnTo>
                <a:close/>
              </a:path>
            </a:pathLst>
          </a:custGeom>
          <a:solidFill>
            <a:srgbClr val="96F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26991" y="5262371"/>
            <a:ext cx="4413885" cy="951230"/>
          </a:xfrm>
          <a:custGeom>
            <a:avLst/>
            <a:gdLst/>
            <a:ahLst/>
            <a:cxnLst/>
            <a:rect l="l" t="t" r="r" b="b"/>
            <a:pathLst>
              <a:path w="4413884" h="951229">
                <a:moveTo>
                  <a:pt x="4053471" y="0"/>
                </a:moveTo>
                <a:lnTo>
                  <a:pt x="4053471" y="196799"/>
                </a:lnTo>
                <a:lnTo>
                  <a:pt x="278117" y="196799"/>
                </a:lnTo>
                <a:lnTo>
                  <a:pt x="233086" y="200447"/>
                </a:lnTo>
                <a:lnTo>
                  <a:pt x="190339" y="211011"/>
                </a:lnTo>
                <a:lnTo>
                  <a:pt x="150454" y="227913"/>
                </a:lnTo>
                <a:lnTo>
                  <a:pt x="114010" y="250582"/>
                </a:lnTo>
                <a:lnTo>
                  <a:pt x="81584" y="278441"/>
                </a:lnTo>
                <a:lnTo>
                  <a:pt x="53757" y="310916"/>
                </a:lnTo>
                <a:lnTo>
                  <a:pt x="31106" y="347433"/>
                </a:lnTo>
                <a:lnTo>
                  <a:pt x="14210" y="387417"/>
                </a:lnTo>
                <a:lnTo>
                  <a:pt x="3649" y="430293"/>
                </a:lnTo>
                <a:lnTo>
                  <a:pt x="0" y="475487"/>
                </a:lnTo>
                <a:lnTo>
                  <a:pt x="3649" y="520503"/>
                </a:lnTo>
                <a:lnTo>
                  <a:pt x="14210" y="563236"/>
                </a:lnTo>
                <a:lnTo>
                  <a:pt x="31106" y="603108"/>
                </a:lnTo>
                <a:lnTo>
                  <a:pt x="53757" y="639541"/>
                </a:lnTo>
                <a:lnTo>
                  <a:pt x="81584" y="671956"/>
                </a:lnTo>
                <a:lnTo>
                  <a:pt x="114010" y="699775"/>
                </a:lnTo>
                <a:lnTo>
                  <a:pt x="150454" y="722419"/>
                </a:lnTo>
                <a:lnTo>
                  <a:pt x="190339" y="739309"/>
                </a:lnTo>
                <a:lnTo>
                  <a:pt x="233086" y="749868"/>
                </a:lnTo>
                <a:lnTo>
                  <a:pt x="278117" y="753516"/>
                </a:lnTo>
                <a:lnTo>
                  <a:pt x="4053471" y="753516"/>
                </a:lnTo>
                <a:lnTo>
                  <a:pt x="4053471" y="950975"/>
                </a:lnTo>
                <a:lnTo>
                  <a:pt x="4413504" y="475487"/>
                </a:lnTo>
                <a:lnTo>
                  <a:pt x="4053471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-6350" y="1084833"/>
            <a:ext cx="12133580" cy="1376680"/>
            <a:chOff x="-6350" y="1084833"/>
            <a:chExt cx="12133580" cy="1376680"/>
          </a:xfrm>
        </p:grpSpPr>
        <p:sp>
          <p:nvSpPr>
            <p:cNvPr id="12" name="object 12"/>
            <p:cNvSpPr/>
            <p:nvPr/>
          </p:nvSpPr>
          <p:spPr>
            <a:xfrm>
              <a:off x="0" y="1091183"/>
              <a:ext cx="12120880" cy="1363980"/>
            </a:xfrm>
            <a:custGeom>
              <a:avLst/>
              <a:gdLst/>
              <a:ahLst/>
              <a:cxnLst/>
              <a:rect l="l" t="t" r="r" b="b"/>
              <a:pathLst>
                <a:path w="12120880" h="1363980">
                  <a:moveTo>
                    <a:pt x="12120372" y="0"/>
                  </a:moveTo>
                  <a:lnTo>
                    <a:pt x="0" y="0"/>
                  </a:lnTo>
                  <a:lnTo>
                    <a:pt x="0" y="1363980"/>
                  </a:lnTo>
                  <a:lnTo>
                    <a:pt x="12120372" y="1363980"/>
                  </a:lnTo>
                  <a:lnTo>
                    <a:pt x="12120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091183"/>
              <a:ext cx="12120880" cy="1363980"/>
            </a:xfrm>
            <a:custGeom>
              <a:avLst/>
              <a:gdLst/>
              <a:ahLst/>
              <a:cxnLst/>
              <a:rect l="l" t="t" r="r" b="b"/>
              <a:pathLst>
                <a:path w="12120880" h="1363980">
                  <a:moveTo>
                    <a:pt x="0" y="0"/>
                  </a:moveTo>
                  <a:lnTo>
                    <a:pt x="12120372" y="0"/>
                  </a:lnTo>
                  <a:lnTo>
                    <a:pt x="12120372" y="1363980"/>
                  </a:lnTo>
                  <a:lnTo>
                    <a:pt x="0" y="136398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09442" y="443975"/>
            <a:ext cx="908685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225" dirty="0">
                <a:latin typeface="Tahoma"/>
                <a:cs typeface="Tahoma"/>
              </a:rPr>
              <a:t>Р</a:t>
            </a:r>
            <a:r>
              <a:rPr sz="3200" b="0" spc="100" dirty="0">
                <a:latin typeface="Tahoma"/>
                <a:cs typeface="Tahoma"/>
              </a:rPr>
              <a:t>Е</a:t>
            </a:r>
            <a:r>
              <a:rPr sz="3200" b="0" spc="125" dirty="0">
                <a:latin typeface="Tahoma"/>
                <a:cs typeface="Tahoma"/>
              </a:rPr>
              <a:t>А</a:t>
            </a:r>
            <a:r>
              <a:rPr sz="3200" b="0" spc="10" dirty="0">
                <a:latin typeface="Tahoma"/>
                <a:cs typeface="Tahoma"/>
              </a:rPr>
              <a:t>Л</a:t>
            </a:r>
            <a:r>
              <a:rPr sz="3200" b="0" spc="135" dirty="0">
                <a:latin typeface="Tahoma"/>
                <a:cs typeface="Tahoma"/>
              </a:rPr>
              <a:t>И</a:t>
            </a:r>
            <a:r>
              <a:rPr sz="3200" b="0" spc="114" dirty="0">
                <a:latin typeface="Tahoma"/>
                <a:cs typeface="Tahoma"/>
              </a:rPr>
              <a:t>З</a:t>
            </a:r>
            <a:r>
              <a:rPr sz="3200" b="0" spc="50" dirty="0">
                <a:latin typeface="Tahoma"/>
                <a:cs typeface="Tahoma"/>
              </a:rPr>
              <a:t>ОВ</a:t>
            </a:r>
            <a:r>
              <a:rPr sz="3200" b="0" spc="165" dirty="0">
                <a:latin typeface="Tahoma"/>
                <a:cs typeface="Tahoma"/>
              </a:rPr>
              <a:t>А</a:t>
            </a:r>
            <a:r>
              <a:rPr sz="3200" b="0" spc="50" dirty="0">
                <a:latin typeface="Tahoma"/>
                <a:cs typeface="Tahoma"/>
              </a:rPr>
              <a:t>Н</a:t>
            </a:r>
            <a:r>
              <a:rPr sz="3200" b="0" spc="65" dirty="0">
                <a:latin typeface="Tahoma"/>
                <a:cs typeface="Tahoma"/>
              </a:rPr>
              <a:t>Н</a:t>
            </a:r>
            <a:r>
              <a:rPr sz="3200" b="0" spc="350" dirty="0">
                <a:latin typeface="Tahoma"/>
                <a:cs typeface="Tahoma"/>
              </a:rPr>
              <a:t>Ы</a:t>
            </a:r>
            <a:r>
              <a:rPr sz="3200" b="0" spc="-5" dirty="0">
                <a:latin typeface="Tahoma"/>
                <a:cs typeface="Tahoma"/>
              </a:rPr>
              <a:t>Е</a:t>
            </a:r>
            <a:r>
              <a:rPr sz="3200" b="0" spc="-290" dirty="0">
                <a:latin typeface="Tahoma"/>
                <a:cs typeface="Tahoma"/>
              </a:rPr>
              <a:t> </a:t>
            </a:r>
            <a:r>
              <a:rPr sz="3200" b="0" spc="55" dirty="0">
                <a:latin typeface="Tahoma"/>
                <a:cs typeface="Tahoma"/>
              </a:rPr>
              <a:t>П</a:t>
            </a:r>
            <a:r>
              <a:rPr sz="3200" b="0" spc="225" dirty="0">
                <a:latin typeface="Tahoma"/>
                <a:cs typeface="Tahoma"/>
              </a:rPr>
              <a:t>Р</a:t>
            </a:r>
            <a:r>
              <a:rPr sz="3200" b="0" dirty="0">
                <a:latin typeface="Tahoma"/>
                <a:cs typeface="Tahoma"/>
              </a:rPr>
              <a:t>ОЕ</a:t>
            </a:r>
            <a:r>
              <a:rPr sz="3200" b="0" spc="114" dirty="0">
                <a:latin typeface="Tahoma"/>
                <a:cs typeface="Tahoma"/>
              </a:rPr>
              <a:t>К</a:t>
            </a:r>
            <a:r>
              <a:rPr sz="3200" b="0" spc="60" dirty="0">
                <a:latin typeface="Tahoma"/>
                <a:cs typeface="Tahoma"/>
              </a:rPr>
              <a:t>Т</a:t>
            </a:r>
            <a:r>
              <a:rPr sz="3200" b="0" spc="365" dirty="0">
                <a:latin typeface="Tahoma"/>
                <a:cs typeface="Tahoma"/>
              </a:rPr>
              <a:t>Ы</a:t>
            </a:r>
            <a:r>
              <a:rPr sz="3200" b="0" spc="-38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b="0" spc="160" dirty="0">
                <a:solidFill>
                  <a:srgbClr val="0F91FB"/>
                </a:solidFill>
                <a:latin typeface="Tahoma"/>
                <a:cs typeface="Tahoma"/>
              </a:rPr>
              <a:t>Ме</a:t>
            </a:r>
            <a:r>
              <a:rPr sz="3200" b="0" spc="145" dirty="0">
                <a:solidFill>
                  <a:srgbClr val="0F91FB"/>
                </a:solidFill>
                <a:latin typeface="Tahoma"/>
                <a:cs typeface="Tahoma"/>
              </a:rPr>
              <a:t>д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80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b="0" spc="275" dirty="0">
                <a:solidFill>
                  <a:srgbClr val="0F91FB"/>
                </a:solidFill>
                <a:latin typeface="Tahoma"/>
                <a:cs typeface="Tahoma"/>
              </a:rPr>
              <a:t>-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хо</a:t>
            </a:r>
            <a:r>
              <a:rPr sz="3200" b="0" spc="15" dirty="0">
                <a:solidFill>
                  <a:srgbClr val="0F91FB"/>
                </a:solidFill>
                <a:latin typeface="Tahoma"/>
                <a:cs typeface="Tahoma"/>
              </a:rPr>
              <a:t>л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ди</a:t>
            </a:r>
            <a:r>
              <a:rPr sz="3200" b="0" spc="70" dirty="0">
                <a:solidFill>
                  <a:srgbClr val="0F91FB"/>
                </a:solidFill>
                <a:latin typeface="Tahoma"/>
                <a:cs typeface="Tahoma"/>
              </a:rPr>
              <a:t>н</a:t>
            </a:r>
            <a:r>
              <a:rPr sz="3200" b="0" spc="150" dirty="0">
                <a:solidFill>
                  <a:srgbClr val="0F91FB"/>
                </a:solidFill>
                <a:latin typeface="Tahoma"/>
                <a:cs typeface="Tahoma"/>
              </a:rPr>
              <a:t>г</a:t>
            </a:r>
            <a:r>
              <a:rPr sz="3200" b="0" spc="-33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145" dirty="0">
                <a:solidFill>
                  <a:srgbClr val="0F91FB"/>
                </a:solidFill>
                <a:latin typeface="Tahoma"/>
                <a:cs typeface="Tahoma"/>
              </a:rPr>
              <a:t>–</a:t>
            </a:r>
            <a:r>
              <a:rPr sz="3200" b="0" spc="-28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соз</a:t>
            </a:r>
            <a:r>
              <a:rPr sz="3200" b="0" spc="110" dirty="0">
                <a:solidFill>
                  <a:srgbClr val="0F91FB"/>
                </a:solidFill>
                <a:latin typeface="Tahoma"/>
                <a:cs typeface="Tahoma"/>
              </a:rPr>
              <a:t>д</a:t>
            </a:r>
            <a:r>
              <a:rPr sz="3200" b="0" spc="80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b="0" spc="60" dirty="0">
                <a:solidFill>
                  <a:srgbClr val="0F91FB"/>
                </a:solidFill>
                <a:latin typeface="Tahoma"/>
                <a:cs typeface="Tahoma"/>
              </a:rPr>
              <a:t>н</a:t>
            </a:r>
            <a:r>
              <a:rPr sz="3200" b="0" spc="7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45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3200" b="0" spc="-31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b="0" spc="8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т</a:t>
            </a:r>
            <a:r>
              <a:rPr sz="3200" b="0" spc="114" dirty="0">
                <a:solidFill>
                  <a:srgbClr val="0F91FB"/>
                </a:solidFill>
                <a:latin typeface="Tahoma"/>
                <a:cs typeface="Tahoma"/>
              </a:rPr>
              <a:t>к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азо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у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с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т</a:t>
            </a:r>
            <a:r>
              <a:rPr sz="3200" b="0" spc="7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3200" b="0" spc="85" dirty="0">
                <a:solidFill>
                  <a:srgbClr val="0F91FB"/>
                </a:solidFill>
                <a:latin typeface="Tahoma"/>
                <a:cs typeface="Tahoma"/>
              </a:rPr>
              <a:t>й</a:t>
            </a:r>
            <a:r>
              <a:rPr sz="3200" b="0" spc="-40" dirty="0">
                <a:solidFill>
                  <a:srgbClr val="0F91FB"/>
                </a:solidFill>
                <a:latin typeface="Tahoma"/>
                <a:cs typeface="Tahoma"/>
              </a:rPr>
              <a:t>ч</a:t>
            </a:r>
            <a:r>
              <a:rPr sz="3200" b="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b="0" spc="9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3200" b="0" spc="125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3200" b="0" spc="100" dirty="0">
                <a:solidFill>
                  <a:srgbClr val="0F91FB"/>
                </a:solidFill>
                <a:latin typeface="Tahoma"/>
                <a:cs typeface="Tahoma"/>
              </a:rPr>
              <a:t>г</a:t>
            </a:r>
            <a:r>
              <a:rPr sz="3200" b="0" spc="9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442" y="1419131"/>
            <a:ext cx="818705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350" dirty="0">
                <a:solidFill>
                  <a:srgbClr val="0F91FB"/>
                </a:solidFill>
                <a:latin typeface="Tahoma"/>
                <a:cs typeface="Tahoma"/>
              </a:rPr>
              <a:t>м</a:t>
            </a:r>
            <a:r>
              <a:rPr sz="3200" spc="80" dirty="0">
                <a:solidFill>
                  <a:srgbClr val="0F91FB"/>
                </a:solidFill>
                <a:latin typeface="Tahoma"/>
                <a:cs typeface="Tahoma"/>
              </a:rPr>
              <a:t>асс</a:t>
            </a:r>
            <a:r>
              <a:rPr sz="3200" spc="10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9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3200" spc="85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spc="-31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114" dirty="0">
                <a:solidFill>
                  <a:srgbClr val="0F91FB"/>
                </a:solidFill>
                <a:latin typeface="Tahoma"/>
                <a:cs typeface="Tahoma"/>
              </a:rPr>
              <a:t>х</a:t>
            </a:r>
            <a:r>
              <a:rPr sz="3200" spc="9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spc="70" dirty="0">
                <a:solidFill>
                  <a:srgbClr val="0F91FB"/>
                </a:solidFill>
                <a:latin typeface="Tahoma"/>
                <a:cs typeface="Tahoma"/>
              </a:rPr>
              <a:t>ан</a:t>
            </a:r>
            <a:r>
              <a:rPr sz="3200" spc="45" dirty="0">
                <a:solidFill>
                  <a:srgbClr val="0F91FB"/>
                </a:solidFill>
                <a:latin typeface="Tahoma"/>
                <a:cs typeface="Tahoma"/>
              </a:rPr>
              <a:t>ен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50" dirty="0">
                <a:solidFill>
                  <a:srgbClr val="0F91FB"/>
                </a:solidFill>
                <a:latin typeface="Tahoma"/>
                <a:cs typeface="Tahoma"/>
              </a:rPr>
              <a:t>я</a:t>
            </a:r>
            <a:r>
              <a:rPr sz="3200" spc="-32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55" dirty="0">
                <a:solidFill>
                  <a:srgbClr val="0F91FB"/>
                </a:solidFill>
                <a:latin typeface="Tahoma"/>
                <a:cs typeface="Tahoma"/>
              </a:rPr>
              <a:t>н</a:t>
            </a:r>
            <a:r>
              <a:rPr sz="3200" spc="-130" dirty="0">
                <a:solidFill>
                  <a:srgbClr val="0F91FB"/>
                </a:solidFill>
                <a:latin typeface="Tahoma"/>
                <a:cs typeface="Tahoma"/>
              </a:rPr>
              <a:t>ф</a:t>
            </a:r>
            <a:r>
              <a:rPr sz="3200" spc="8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3200" spc="9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spc="350" dirty="0">
                <a:solidFill>
                  <a:srgbClr val="0F91FB"/>
                </a:solidFill>
                <a:latin typeface="Tahoma"/>
                <a:cs typeface="Tahoma"/>
              </a:rPr>
              <a:t>м</a:t>
            </a:r>
            <a:r>
              <a:rPr sz="3200" spc="70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spc="80" dirty="0">
                <a:solidFill>
                  <a:srgbClr val="0F91FB"/>
                </a:solidFill>
                <a:latin typeface="Tahoma"/>
                <a:cs typeface="Tahoma"/>
              </a:rPr>
              <a:t>ц</a:t>
            </a:r>
            <a:r>
              <a:rPr sz="3200" spc="6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-32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95" dirty="0">
                <a:solidFill>
                  <a:srgbClr val="0F91FB"/>
                </a:solidFill>
                <a:latin typeface="Tahoma"/>
                <a:cs typeface="Tahoma"/>
              </a:rPr>
              <a:t>с</a:t>
            </a:r>
            <a:r>
              <a:rPr sz="3200" spc="-3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55" dirty="0">
                <a:solidFill>
                  <a:srgbClr val="0F91FB"/>
                </a:solidFill>
                <a:latin typeface="Tahoma"/>
                <a:cs typeface="Tahoma"/>
              </a:rPr>
              <a:t>н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114" dirty="0">
                <a:solidFill>
                  <a:srgbClr val="0F91FB"/>
                </a:solidFill>
                <a:latin typeface="Tahoma"/>
                <a:cs typeface="Tahoma"/>
              </a:rPr>
              <a:t>зк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350" dirty="0">
                <a:solidFill>
                  <a:srgbClr val="0F91FB"/>
                </a:solidFill>
                <a:latin typeface="Tahoma"/>
                <a:cs typeface="Tahoma"/>
              </a:rPr>
              <a:t>м</a:t>
            </a:r>
            <a:r>
              <a:rPr sz="3200" spc="50" dirty="0">
                <a:solidFill>
                  <a:srgbClr val="0F91FB"/>
                </a:solidFill>
                <a:latin typeface="Tahoma"/>
                <a:cs typeface="Tahoma"/>
              </a:rPr>
              <a:t>и  </a:t>
            </a:r>
            <a:r>
              <a:rPr sz="3200" spc="114" dirty="0">
                <a:solidFill>
                  <a:srgbClr val="0F91FB"/>
                </a:solidFill>
                <a:latin typeface="Tahoma"/>
                <a:cs typeface="Tahoma"/>
              </a:rPr>
              <a:t>з</a:t>
            </a:r>
            <a:r>
              <a:rPr sz="3200" spc="80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spc="90" dirty="0">
                <a:solidFill>
                  <a:srgbClr val="0F91FB"/>
                </a:solidFill>
                <a:latin typeface="Tahoma"/>
                <a:cs typeface="Tahoma"/>
              </a:rPr>
              <a:t>д</a:t>
            </a:r>
            <a:r>
              <a:rPr sz="3200" spc="65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3200" spc="70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spc="190" dirty="0">
                <a:solidFill>
                  <a:srgbClr val="0F91FB"/>
                </a:solidFill>
                <a:latin typeface="Tahoma"/>
                <a:cs typeface="Tahoma"/>
              </a:rPr>
              <a:t>ж</a:t>
            </a:r>
            <a:r>
              <a:rPr sz="3200" spc="165" dirty="0">
                <a:solidFill>
                  <a:srgbClr val="0F91FB"/>
                </a:solidFill>
                <a:latin typeface="Tahoma"/>
                <a:cs typeface="Tahoma"/>
              </a:rPr>
              <a:t>ка</a:t>
            </a:r>
            <a:r>
              <a:rPr sz="3200" spc="204" dirty="0">
                <a:solidFill>
                  <a:srgbClr val="0F91FB"/>
                </a:solidFill>
                <a:latin typeface="Tahoma"/>
                <a:cs typeface="Tahoma"/>
              </a:rPr>
              <a:t>м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-325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55" dirty="0">
                <a:solidFill>
                  <a:srgbClr val="0F91FB"/>
                </a:solidFill>
                <a:latin typeface="Tahoma"/>
                <a:cs typeface="Tahoma"/>
              </a:rPr>
              <a:t>н</a:t>
            </a:r>
            <a:r>
              <a:rPr sz="3200" spc="85" dirty="0">
                <a:solidFill>
                  <a:srgbClr val="0F91FB"/>
                </a:solidFill>
                <a:latin typeface="Tahoma"/>
                <a:cs typeface="Tahoma"/>
              </a:rPr>
              <a:t>а</a:t>
            </a:r>
            <a:r>
              <a:rPr sz="3200" spc="-30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0F91FB"/>
                </a:solidFill>
                <a:latin typeface="Tahoma"/>
                <a:cs typeface="Tahoma"/>
              </a:rPr>
              <a:t>ч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т</a:t>
            </a:r>
            <a:r>
              <a:rPr sz="3200" spc="45" dirty="0">
                <a:solidFill>
                  <a:srgbClr val="0F91FB"/>
                </a:solidFill>
                <a:latin typeface="Tahoma"/>
                <a:cs typeface="Tahoma"/>
              </a:rPr>
              <a:t>ен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45" dirty="0">
                <a:solidFill>
                  <a:srgbClr val="0F91FB"/>
                </a:solidFill>
                <a:latin typeface="Tahoma"/>
                <a:cs typeface="Tahoma"/>
              </a:rPr>
              <a:t>е</a:t>
            </a:r>
            <a:r>
              <a:rPr sz="3200" spc="-310" dirty="0">
                <a:solidFill>
                  <a:srgbClr val="0F91FB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0F91FB"/>
                </a:solidFill>
                <a:latin typeface="Tahoma"/>
                <a:cs typeface="Tahoma"/>
              </a:rPr>
              <a:t>(</a:t>
            </a:r>
            <a:r>
              <a:rPr sz="3200" spc="95" dirty="0">
                <a:solidFill>
                  <a:srgbClr val="0F91FB"/>
                </a:solidFill>
                <a:latin typeface="Tahoma"/>
                <a:cs typeface="Tahoma"/>
              </a:rPr>
              <a:t>в</a:t>
            </a:r>
            <a:r>
              <a:rPr sz="3200" spc="75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90" dirty="0">
                <a:solidFill>
                  <a:srgbClr val="0F91FB"/>
                </a:solidFill>
                <a:latin typeface="Tahoma"/>
                <a:cs typeface="Tahoma"/>
              </a:rPr>
              <a:t>д</a:t>
            </a:r>
            <a:r>
              <a:rPr sz="3200" spc="60" dirty="0">
                <a:solidFill>
                  <a:srgbClr val="0F91FB"/>
                </a:solidFill>
                <a:latin typeface="Tahoma"/>
                <a:cs typeface="Tahoma"/>
              </a:rPr>
              <a:t>ео</a:t>
            </a:r>
            <a:r>
              <a:rPr sz="3200" spc="40" dirty="0">
                <a:solidFill>
                  <a:srgbClr val="0F91FB"/>
                </a:solidFill>
                <a:latin typeface="Tahoma"/>
                <a:cs typeface="Tahoma"/>
              </a:rPr>
              <a:t>п</a:t>
            </a:r>
            <a:r>
              <a:rPr sz="3200" spc="85" dirty="0">
                <a:solidFill>
                  <a:srgbClr val="0F91FB"/>
                </a:solidFill>
                <a:latin typeface="Tahoma"/>
                <a:cs typeface="Tahoma"/>
              </a:rPr>
              <a:t>р</a:t>
            </a:r>
            <a:r>
              <a:rPr sz="3200" spc="80" dirty="0">
                <a:solidFill>
                  <a:srgbClr val="0F91FB"/>
                </a:solidFill>
                <a:latin typeface="Tahoma"/>
                <a:cs typeface="Tahoma"/>
              </a:rPr>
              <a:t>о</a:t>
            </a:r>
            <a:r>
              <a:rPr sz="3200" spc="60" dirty="0">
                <a:solidFill>
                  <a:srgbClr val="0F91FB"/>
                </a:solidFill>
                <a:latin typeface="Tahoma"/>
                <a:cs typeface="Tahoma"/>
              </a:rPr>
              <a:t>ц</a:t>
            </a:r>
            <a:r>
              <a:rPr sz="3200" spc="70" dirty="0">
                <a:solidFill>
                  <a:srgbClr val="0F91FB"/>
                </a:solidFill>
                <a:latin typeface="Tahoma"/>
                <a:cs typeface="Tahoma"/>
              </a:rPr>
              <a:t>есс</a:t>
            </a:r>
            <a:r>
              <a:rPr sz="3200" spc="90" dirty="0">
                <a:solidFill>
                  <a:srgbClr val="0F91FB"/>
                </a:solidFill>
                <a:latin typeface="Tahoma"/>
                <a:cs typeface="Tahoma"/>
              </a:rPr>
              <a:t>и</a:t>
            </a:r>
            <a:r>
              <a:rPr sz="3200" spc="100" dirty="0">
                <a:solidFill>
                  <a:srgbClr val="0F91FB"/>
                </a:solidFill>
                <a:latin typeface="Tahoma"/>
                <a:cs typeface="Tahoma"/>
              </a:rPr>
              <a:t>нг</a:t>
            </a:r>
            <a:r>
              <a:rPr sz="3200" spc="-75" dirty="0">
                <a:solidFill>
                  <a:srgbClr val="0F91FB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1365" y="2902992"/>
            <a:ext cx="2002789" cy="2223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latin typeface="Tahoma"/>
                <a:cs typeface="Tahoma"/>
              </a:rPr>
              <a:t>Р</a:t>
            </a:r>
            <a:r>
              <a:rPr sz="2000" spc="80" dirty="0">
                <a:latin typeface="Tahoma"/>
                <a:cs typeface="Tahoma"/>
              </a:rPr>
              <a:t>е</a:t>
            </a:r>
            <a:r>
              <a:rPr sz="2000" spc="110" dirty="0">
                <a:latin typeface="Tahoma"/>
                <a:cs typeface="Tahoma"/>
              </a:rPr>
              <a:t>ш</a:t>
            </a:r>
            <a:r>
              <a:rPr sz="2000" spc="80" dirty="0">
                <a:latin typeface="Tahoma"/>
                <a:cs typeface="Tahoma"/>
              </a:rPr>
              <a:t>ени</a:t>
            </a:r>
            <a:r>
              <a:rPr sz="2000" spc="25" dirty="0">
                <a:latin typeface="Tahoma"/>
                <a:cs typeface="Tahoma"/>
              </a:rPr>
              <a:t>е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295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255904" marR="248285" indent="103505">
              <a:lnSpc>
                <a:spcPct val="100000"/>
              </a:lnSpc>
              <a:spcBef>
                <a:spcPts val="1465"/>
              </a:spcBef>
            </a:pPr>
            <a:r>
              <a:rPr sz="1600" dirty="0">
                <a:latin typeface="Lucida Sans Unicode"/>
                <a:cs typeface="Lucida Sans Unicode"/>
              </a:rPr>
              <a:t>Разработано </a:t>
            </a:r>
            <a:r>
              <a:rPr sz="1600" spc="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-5" dirty="0">
                <a:latin typeface="Lucida Sans Unicode"/>
                <a:cs typeface="Lucida Sans Unicode"/>
              </a:rPr>
              <a:t>ал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35" dirty="0">
                <a:latin typeface="Lucida Sans Unicode"/>
                <a:cs typeface="Lucida Sans Unicode"/>
              </a:rPr>
              <a:t>ван</a:t>
            </a:r>
            <a:r>
              <a:rPr sz="1600" spc="-20" dirty="0">
                <a:latin typeface="Lucida Sans Unicode"/>
                <a:cs typeface="Lucida Sans Unicode"/>
              </a:rPr>
              <a:t>о</a:t>
            </a:r>
            <a:endParaRPr sz="16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00000"/>
              </a:lnSpc>
            </a:pP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70" dirty="0">
                <a:latin typeface="Lucida Sans Unicode"/>
                <a:cs typeface="Lucida Sans Unicode"/>
              </a:rPr>
              <a:t>ш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5" dirty="0">
                <a:latin typeface="Lucida Sans Unicode"/>
                <a:cs typeface="Lucida Sans Unicode"/>
              </a:rPr>
              <a:t>е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H</a:t>
            </a:r>
            <a:r>
              <a:rPr sz="1600" spc="-5" dirty="0">
                <a:latin typeface="Lucida Sans Unicode"/>
                <a:cs typeface="Lucida Sans Unicode"/>
              </a:rPr>
              <a:t>u</a:t>
            </a:r>
            <a:r>
              <a:rPr sz="1600" spc="10" dirty="0">
                <a:latin typeface="Lucida Sans Unicode"/>
                <a:cs typeface="Lucida Sans Unicode"/>
              </a:rPr>
              <a:t>aw</a:t>
            </a:r>
            <a:r>
              <a:rPr sz="1600" spc="5" dirty="0">
                <a:latin typeface="Lucida Sans Unicode"/>
                <a:cs typeface="Lucida Sans Unicode"/>
              </a:rPr>
              <a:t>e</a:t>
            </a:r>
            <a:r>
              <a:rPr sz="1600" spc="-55" dirty="0">
                <a:latin typeface="Lucida Sans Unicode"/>
                <a:cs typeface="Lucida Sans Unicode"/>
              </a:rPr>
              <a:t>i  </a:t>
            </a:r>
            <a:r>
              <a:rPr sz="1600" spc="-20" dirty="0">
                <a:latin typeface="Lucida Sans Unicode"/>
                <a:cs typeface="Lucida Sans Unicode"/>
              </a:rPr>
              <a:t>Dorado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105" dirty="0">
                <a:latin typeface="Lucida Sans Unicode"/>
                <a:cs typeface="Lucida Sans Unicode"/>
              </a:rPr>
              <a:t>8000</a:t>
            </a:r>
            <a:endParaRPr sz="1600">
              <a:latin typeface="Lucida Sans Unicode"/>
              <a:cs typeface="Lucida Sans Unicode"/>
            </a:endParaRPr>
          </a:p>
          <a:p>
            <a:pPr marL="303530" marR="296545" indent="-635" algn="ctr">
              <a:lnSpc>
                <a:spcPct val="100000"/>
              </a:lnSpc>
            </a:pP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65" dirty="0">
                <a:latin typeface="Lucida Sans Unicode"/>
                <a:cs typeface="Lucida Sans Unicode"/>
              </a:rPr>
              <a:t>н</a:t>
            </a:r>
            <a:r>
              <a:rPr sz="1600" spc="-70" dirty="0">
                <a:latin typeface="Lucida Sans Unicode"/>
                <a:cs typeface="Lucida Sans Unicode"/>
              </a:rPr>
              <a:t>х</a:t>
            </a:r>
            <a:r>
              <a:rPr sz="1600" spc="-30" dirty="0">
                <a:latin typeface="Lucida Sans Unicode"/>
                <a:cs typeface="Lucida Sans Unicode"/>
              </a:rPr>
              <a:t>ро</a:t>
            </a:r>
            <a:r>
              <a:rPr sz="1600" dirty="0">
                <a:latin typeface="Lucida Sans Unicode"/>
                <a:cs typeface="Lucida Sans Unicode"/>
              </a:rPr>
              <a:t>нн</a:t>
            </a:r>
            <a:r>
              <a:rPr sz="1600" spc="-10" dirty="0">
                <a:latin typeface="Lucida Sans Unicode"/>
                <a:cs typeface="Lucida Sans Unicode"/>
              </a:rPr>
              <a:t>о</a:t>
            </a:r>
            <a:r>
              <a:rPr sz="1600" spc="15" dirty="0">
                <a:latin typeface="Lucida Sans Unicode"/>
                <a:cs typeface="Lucida Sans Unicode"/>
              </a:rPr>
              <a:t>й  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spc="-5" dirty="0">
                <a:latin typeface="Lucida Sans Unicode"/>
                <a:cs typeface="Lucida Sans Unicode"/>
              </a:rPr>
              <a:t>епл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20" dirty="0">
                <a:latin typeface="Lucida Sans Unicode"/>
                <a:cs typeface="Lucida Sans Unicode"/>
              </a:rPr>
              <a:t>ц</a:t>
            </a:r>
            <a:r>
              <a:rPr sz="1600" spc="-15" dirty="0">
                <a:latin typeface="Lucida Sans Unicode"/>
                <a:cs typeface="Lucida Sans Unicode"/>
              </a:rPr>
              <a:t>и</a:t>
            </a:r>
            <a:r>
              <a:rPr sz="1600" spc="15" dirty="0">
                <a:latin typeface="Lucida Sans Unicode"/>
                <a:cs typeface="Lucida Sans Unicode"/>
              </a:rPr>
              <a:t>е</a:t>
            </a:r>
            <a:r>
              <a:rPr sz="1600" spc="20" dirty="0">
                <a:latin typeface="Lucida Sans Unicode"/>
                <a:cs typeface="Lucida Sans Unicode"/>
              </a:rPr>
              <a:t>й</a:t>
            </a:r>
            <a:r>
              <a:rPr sz="1600" spc="-80" dirty="0">
                <a:latin typeface="Lucida Sans Unicode"/>
                <a:cs typeface="Lucida Sans Unicode"/>
              </a:rPr>
              <a:t>.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</a:pPr>
            <a:r>
              <a:rPr sz="1600" spc="-45" dirty="0">
                <a:latin typeface="Lucida Sans Unicode"/>
                <a:cs typeface="Lucida Sans Unicode"/>
              </a:rPr>
              <a:t>Се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135" dirty="0">
                <a:latin typeface="Lucida Sans Unicode"/>
                <a:cs typeface="Lucida Sans Unicode"/>
              </a:rPr>
              <a:t>ь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415" dirty="0">
                <a:latin typeface="Lucida Sans Unicode"/>
                <a:cs typeface="Lucida Sans Unicode"/>
              </a:rPr>
              <a:t>-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35" dirty="0">
                <a:latin typeface="Lucida Sans Unicode"/>
                <a:cs typeface="Lucida Sans Unicode"/>
              </a:rPr>
              <a:t>F</a:t>
            </a:r>
            <a:r>
              <a:rPr sz="1600" spc="-30" dirty="0">
                <a:latin typeface="Lucida Sans Unicode"/>
                <a:cs typeface="Lucida Sans Unicode"/>
              </a:rPr>
              <a:t>i</a:t>
            </a:r>
            <a:r>
              <a:rPr sz="1600" spc="-55" dirty="0">
                <a:latin typeface="Lucida Sans Unicode"/>
                <a:cs typeface="Lucida Sans Unicode"/>
              </a:rPr>
              <a:t>b</a:t>
            </a:r>
            <a:r>
              <a:rPr sz="1600" dirty="0">
                <a:latin typeface="Lucida Sans Unicode"/>
                <a:cs typeface="Lucida Sans Unicode"/>
              </a:rPr>
              <a:t>r</a:t>
            </a:r>
            <a:r>
              <a:rPr sz="1600" spc="5" dirty="0">
                <a:latin typeface="Lucida Sans Unicode"/>
                <a:cs typeface="Lucida Sans Unicode"/>
              </a:rPr>
              <a:t>e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-105" dirty="0">
                <a:latin typeface="Lucida Sans Unicode"/>
                <a:cs typeface="Lucida Sans Unicode"/>
              </a:rPr>
              <a:t>C</a:t>
            </a:r>
            <a:r>
              <a:rPr sz="1600" spc="-15" dirty="0">
                <a:latin typeface="Lucida Sans Unicode"/>
                <a:cs typeface="Lucida Sans Unicode"/>
              </a:rPr>
              <a:t>h</a:t>
            </a:r>
            <a:r>
              <a:rPr sz="1600" spc="10" dirty="0">
                <a:latin typeface="Lucida Sans Unicode"/>
                <a:cs typeface="Lucida Sans Unicode"/>
              </a:rPr>
              <a:t>a</a:t>
            </a:r>
            <a:r>
              <a:rPr sz="1600" spc="-15" dirty="0">
                <a:latin typeface="Lucida Sans Unicode"/>
                <a:cs typeface="Lucida Sans Unicode"/>
              </a:rPr>
              <a:t>n</a:t>
            </a:r>
            <a:r>
              <a:rPr sz="1600" spc="-5" dirty="0">
                <a:latin typeface="Lucida Sans Unicode"/>
                <a:cs typeface="Lucida Sans Unicode"/>
              </a:rPr>
              <a:t>ne</a:t>
            </a:r>
            <a:r>
              <a:rPr sz="1600" spc="-55" dirty="0">
                <a:latin typeface="Lucida Sans Unicode"/>
                <a:cs typeface="Lucida Sans Unicode"/>
              </a:rPr>
              <a:t>l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21984" y="2902992"/>
            <a:ext cx="1822450" cy="149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latin typeface="Tahoma"/>
                <a:cs typeface="Tahoma"/>
              </a:rPr>
              <a:t>Р</a:t>
            </a:r>
            <a:r>
              <a:rPr sz="2000" spc="80" dirty="0">
                <a:latin typeface="Tahoma"/>
                <a:cs typeface="Tahoma"/>
              </a:rPr>
              <a:t>е</a:t>
            </a:r>
            <a:r>
              <a:rPr sz="2000" spc="110" dirty="0">
                <a:latin typeface="Tahoma"/>
                <a:cs typeface="Tahoma"/>
              </a:rPr>
              <a:t>ш</a:t>
            </a:r>
            <a:r>
              <a:rPr sz="2000" spc="80" dirty="0">
                <a:latin typeface="Tahoma"/>
                <a:cs typeface="Tahoma"/>
              </a:rPr>
              <a:t>ени</a:t>
            </a:r>
            <a:r>
              <a:rPr sz="2000" spc="25" dirty="0">
                <a:latin typeface="Tahoma"/>
                <a:cs typeface="Tahoma"/>
              </a:rPr>
              <a:t>е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3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2700" marR="5080" indent="635" algn="ctr">
              <a:lnSpc>
                <a:spcPct val="100000"/>
              </a:lnSpc>
              <a:spcBef>
                <a:spcPts val="1475"/>
              </a:spcBef>
            </a:pPr>
            <a:r>
              <a:rPr sz="1600" spc="-5" dirty="0">
                <a:latin typeface="Lucida Sans Unicode"/>
                <a:cs typeface="Lucida Sans Unicode"/>
              </a:rPr>
              <a:t>Проведены </a:t>
            </a:r>
            <a:r>
              <a:rPr sz="160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30" dirty="0">
                <a:latin typeface="Lucida Sans Unicode"/>
                <a:cs typeface="Lucida Sans Unicode"/>
              </a:rPr>
              <a:t>у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145" dirty="0">
                <a:latin typeface="Lucida Sans Unicode"/>
                <a:cs typeface="Lucida Sans Unicode"/>
              </a:rPr>
              <a:t>ч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70" dirty="0">
                <a:latin typeface="Lucida Sans Unicode"/>
                <a:cs typeface="Lucida Sans Unicode"/>
              </a:rPr>
              <a:t>ы</a:t>
            </a:r>
            <a:r>
              <a:rPr sz="1600" spc="5" dirty="0">
                <a:latin typeface="Lucida Sans Unicode"/>
                <a:cs typeface="Lucida Sans Unicode"/>
              </a:rPr>
              <a:t>е  </a:t>
            </a:r>
            <a:r>
              <a:rPr sz="1600" spc="15" dirty="0">
                <a:latin typeface="Lucida Sans Unicode"/>
                <a:cs typeface="Lucida Sans Unicode"/>
              </a:rPr>
              <a:t>испытания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150" dirty="0">
                <a:latin typeface="Lucida Sans Unicode"/>
                <a:cs typeface="Lucida Sans Unicode"/>
              </a:rPr>
              <a:t>д</a:t>
            </a:r>
            <a:r>
              <a:rPr sz="1600" spc="-90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100" dirty="0">
                <a:latin typeface="Lucida Sans Unicode"/>
                <a:cs typeface="Lucida Sans Unicode"/>
              </a:rPr>
              <a:t>г</a:t>
            </a:r>
            <a:r>
              <a:rPr sz="1600" spc="-30" dirty="0">
                <a:latin typeface="Lucida Sans Unicode"/>
                <a:cs typeface="Lucida Sans Unicode"/>
              </a:rPr>
              <a:t>ру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-25" dirty="0">
                <a:latin typeface="Lucida Sans Unicode"/>
                <a:cs typeface="Lucida Sans Unicode"/>
              </a:rPr>
              <a:t>к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20" dirty="0">
                <a:latin typeface="Lucida Sans Unicode"/>
                <a:cs typeface="Lucida Sans Unicode"/>
              </a:rPr>
              <a:t>й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96058" y="2902992"/>
            <a:ext cx="2016125" cy="1492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latin typeface="Tahoma"/>
                <a:cs typeface="Tahoma"/>
              </a:rPr>
              <a:t>Р</a:t>
            </a:r>
            <a:r>
              <a:rPr sz="2000" spc="80" dirty="0">
                <a:latin typeface="Tahoma"/>
                <a:cs typeface="Tahoma"/>
              </a:rPr>
              <a:t>е</a:t>
            </a:r>
            <a:r>
              <a:rPr sz="2000" spc="110" dirty="0">
                <a:latin typeface="Tahoma"/>
                <a:cs typeface="Tahoma"/>
              </a:rPr>
              <a:t>ш</a:t>
            </a:r>
            <a:r>
              <a:rPr sz="2000" spc="80" dirty="0">
                <a:latin typeface="Tahoma"/>
                <a:cs typeface="Tahoma"/>
              </a:rPr>
              <a:t>ени</a:t>
            </a:r>
            <a:r>
              <a:rPr sz="2000" spc="25" dirty="0">
                <a:latin typeface="Tahoma"/>
                <a:cs typeface="Tahoma"/>
              </a:rPr>
              <a:t>е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2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600" spc="80" dirty="0">
                <a:latin typeface="Lucida Sans Unicode"/>
                <a:cs typeface="Lucida Sans Unicode"/>
              </a:rPr>
              <a:t>В</a:t>
            </a:r>
            <a:r>
              <a:rPr sz="1600" spc="100" dirty="0">
                <a:latin typeface="Lucida Sans Unicode"/>
                <a:cs typeface="Lucida Sans Unicode"/>
              </a:rPr>
              <a:t>ы</a:t>
            </a:r>
            <a:r>
              <a:rPr sz="1600" spc="-10" dirty="0">
                <a:latin typeface="Lucida Sans Unicode"/>
                <a:cs typeface="Lucida Sans Unicode"/>
              </a:rPr>
              <a:t>п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20" dirty="0">
                <a:latin typeface="Lucida Sans Unicode"/>
                <a:cs typeface="Lucida Sans Unicode"/>
              </a:rPr>
              <a:t>л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dirty="0">
                <a:latin typeface="Lucida Sans Unicode"/>
                <a:cs typeface="Lucida Sans Unicode"/>
              </a:rPr>
              <a:t>е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b="1" spc="5" dirty="0">
                <a:latin typeface="Arial"/>
                <a:cs typeface="Arial"/>
              </a:rPr>
              <a:t>о</a:t>
            </a:r>
            <a:r>
              <a:rPr sz="1600" b="1" spc="85" dirty="0">
                <a:latin typeface="Arial"/>
                <a:cs typeface="Arial"/>
              </a:rPr>
              <a:t>н</a:t>
            </a:r>
            <a:r>
              <a:rPr sz="1600" b="1" spc="10" dirty="0">
                <a:latin typeface="Arial"/>
                <a:cs typeface="Arial"/>
              </a:rPr>
              <a:t>л</a:t>
            </a:r>
            <a:r>
              <a:rPr sz="1600" b="1" spc="65" dirty="0">
                <a:latin typeface="Arial"/>
                <a:cs typeface="Arial"/>
              </a:rPr>
              <a:t>а</a:t>
            </a:r>
            <a:r>
              <a:rPr sz="1600" b="1" spc="165" dirty="0">
                <a:latin typeface="Arial"/>
                <a:cs typeface="Arial"/>
              </a:rPr>
              <a:t>й</a:t>
            </a:r>
            <a:r>
              <a:rPr sz="1600" b="1" spc="90" dirty="0">
                <a:latin typeface="Arial"/>
                <a:cs typeface="Arial"/>
              </a:rPr>
              <a:t>н</a:t>
            </a:r>
            <a:endParaRPr sz="1600">
              <a:latin typeface="Arial"/>
              <a:cs typeface="Arial"/>
            </a:endParaRPr>
          </a:p>
          <a:p>
            <a:pPr marL="27305" marR="18415" indent="86360">
              <a:lnSpc>
                <a:spcPct val="100000"/>
              </a:lnSpc>
            </a:pP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-65" dirty="0">
                <a:latin typeface="Lucida Sans Unicode"/>
                <a:cs typeface="Lucida Sans Unicode"/>
              </a:rPr>
              <a:t>гр</a:t>
            </a:r>
            <a:r>
              <a:rPr sz="1600" spc="-25" dirty="0">
                <a:latin typeface="Lucida Sans Unicode"/>
                <a:cs typeface="Lucida Sans Unicode"/>
              </a:rPr>
              <a:t>а</a:t>
            </a:r>
            <a:r>
              <a:rPr sz="1600" spc="-35" dirty="0">
                <a:latin typeface="Lucida Sans Unicode"/>
                <a:cs typeface="Lucida Sans Unicode"/>
              </a:rPr>
              <a:t>ц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75" dirty="0">
                <a:latin typeface="Lucida Sans Unicode"/>
                <a:cs typeface="Lucida Sans Unicode"/>
              </a:rPr>
              <a:t>я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spc="-155" dirty="0">
                <a:latin typeface="Lucida Sans Unicode"/>
                <a:cs typeface="Lucida Sans Unicode"/>
              </a:rPr>
              <a:t>д</a:t>
            </a:r>
            <a:r>
              <a:rPr sz="1600" spc="10" dirty="0">
                <a:latin typeface="Lucida Sans Unicode"/>
                <a:cs typeface="Lucida Sans Unicode"/>
              </a:rPr>
              <a:t>анн</a:t>
            </a:r>
            <a:r>
              <a:rPr sz="1600" spc="70" dirty="0">
                <a:latin typeface="Lucida Sans Unicode"/>
                <a:cs typeface="Lucida Sans Unicode"/>
              </a:rPr>
              <a:t>ы</a:t>
            </a:r>
            <a:r>
              <a:rPr sz="1600" spc="-95" dirty="0">
                <a:latin typeface="Lucida Sans Unicode"/>
                <a:cs typeface="Lucida Sans Unicode"/>
              </a:rPr>
              <a:t>х 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40" dirty="0">
                <a:latin typeface="Lucida Sans Unicode"/>
                <a:cs typeface="Lucida Sans Unicode"/>
              </a:rPr>
              <a:t>HP</a:t>
            </a:r>
            <a:r>
              <a:rPr sz="1600" spc="-105" dirty="0">
                <a:latin typeface="Lucida Sans Unicode"/>
                <a:cs typeface="Lucida Sans Unicode"/>
              </a:rPr>
              <a:t> 3</a:t>
            </a:r>
            <a:r>
              <a:rPr sz="1600" spc="70" dirty="0">
                <a:latin typeface="Lucida Sans Unicode"/>
                <a:cs typeface="Lucida Sans Unicode"/>
              </a:rPr>
              <a:t>P</a:t>
            </a:r>
            <a:r>
              <a:rPr sz="1600" spc="-85" dirty="0">
                <a:latin typeface="Lucida Sans Unicode"/>
                <a:cs typeface="Lucida Sans Unicode"/>
              </a:rPr>
              <a:t>A</a:t>
            </a:r>
            <a:r>
              <a:rPr sz="1600" spc="-20" dirty="0">
                <a:latin typeface="Lucida Sans Unicode"/>
                <a:cs typeface="Lucida Sans Unicode"/>
              </a:rPr>
              <a:t>R</a:t>
            </a:r>
            <a:r>
              <a:rPr sz="1600" spc="-7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25" dirty="0">
                <a:latin typeface="Lucida Sans Unicode"/>
                <a:cs typeface="Lucida Sans Unicode"/>
              </a:rPr>
              <a:t>ву</a:t>
            </a:r>
            <a:r>
              <a:rPr sz="1600" spc="30" dirty="0">
                <a:latin typeface="Lucida Sans Unicode"/>
                <a:cs typeface="Lucida Sans Unicode"/>
              </a:rPr>
              <a:t>ю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</a:pPr>
            <a:r>
              <a:rPr sz="1600" spc="-20" dirty="0">
                <a:latin typeface="Lucida Sans Unicode"/>
                <a:cs typeface="Lucida Sans Unicode"/>
              </a:rPr>
              <a:t>систему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37330" y="2902992"/>
            <a:ext cx="1907539" cy="1729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latin typeface="Tahoma"/>
                <a:cs typeface="Tahoma"/>
              </a:rPr>
              <a:t>РЕЗУЛЬТАТ</a:t>
            </a:r>
            <a:endParaRPr sz="2000">
              <a:latin typeface="Tahoma"/>
              <a:cs typeface="Tahoma"/>
            </a:endParaRPr>
          </a:p>
          <a:p>
            <a:pPr marL="12700" marR="5080" indent="-3175" algn="ctr">
              <a:lnSpc>
                <a:spcPct val="100000"/>
              </a:lnSpc>
              <a:spcBef>
                <a:spcPts val="1410"/>
              </a:spcBef>
            </a:pPr>
            <a:r>
              <a:rPr sz="1600" spc="-20" dirty="0">
                <a:latin typeface="Lucida Sans Unicode"/>
                <a:cs typeface="Lucida Sans Unicode"/>
              </a:rPr>
              <a:t>Проект </a:t>
            </a:r>
            <a:r>
              <a:rPr sz="1600" dirty="0">
                <a:latin typeface="Lucida Sans Unicode"/>
                <a:cs typeface="Lucida Sans Unicode"/>
              </a:rPr>
              <a:t>позволил </a:t>
            </a:r>
            <a:r>
              <a:rPr sz="1600" spc="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вести </a:t>
            </a:r>
            <a:r>
              <a:rPr sz="1600" spc="5" dirty="0">
                <a:latin typeface="Lucida Sans Unicode"/>
                <a:cs typeface="Lucida Sans Unicode"/>
              </a:rPr>
              <a:t> </a:t>
            </a:r>
            <a:r>
              <a:rPr sz="1600" spc="10" dirty="0">
                <a:latin typeface="Lucida Sans Unicode"/>
                <a:cs typeface="Lucida Sans Unicode"/>
              </a:rPr>
              <a:t>непрерывное 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вещание</a:t>
            </a:r>
            <a:r>
              <a:rPr sz="1600" spc="-12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крупного </a:t>
            </a:r>
            <a:r>
              <a:rPr sz="1600" spc="-49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медиа</a:t>
            </a:r>
            <a:r>
              <a:rPr sz="1600" spc="-110" dirty="0">
                <a:latin typeface="Lucida Sans Unicode"/>
                <a:cs typeface="Lucida Sans Unicode"/>
              </a:rPr>
              <a:t> </a:t>
            </a:r>
            <a:r>
              <a:rPr sz="1600" spc="-50" dirty="0">
                <a:latin typeface="Lucida Sans Unicode"/>
                <a:cs typeface="Lucida Sans Unicode"/>
              </a:rPr>
              <a:t>холдинга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4969" y="2902992"/>
            <a:ext cx="1958975" cy="148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latin typeface="Tahoma"/>
                <a:cs typeface="Tahoma"/>
              </a:rPr>
              <a:t>ПРОБЛЕМА</a:t>
            </a:r>
            <a:endParaRPr sz="2000">
              <a:latin typeface="Tahoma"/>
              <a:cs typeface="Tahoma"/>
            </a:endParaRPr>
          </a:p>
          <a:p>
            <a:pPr marL="12700" marR="5080" indent="-635" algn="ctr">
              <a:lnSpc>
                <a:spcPct val="100000"/>
              </a:lnSpc>
              <a:spcBef>
                <a:spcPts val="1385"/>
              </a:spcBef>
            </a:pPr>
            <a:r>
              <a:rPr sz="1600" spc="-25" dirty="0">
                <a:latin typeface="Lucida Sans Unicode"/>
                <a:cs typeface="Lucida Sans Unicode"/>
              </a:rPr>
              <a:t>Видеопроцессинг </a:t>
            </a:r>
            <a:r>
              <a:rPr sz="1600" spc="-20" dirty="0">
                <a:latin typeface="Lucida Sans Unicode"/>
                <a:cs typeface="Lucida Sans Unicode"/>
              </a:rPr>
              <a:t> </a:t>
            </a:r>
            <a:r>
              <a:rPr sz="1600" spc="20" dirty="0">
                <a:latin typeface="Lucida Sans Unicode"/>
                <a:cs typeface="Lucida Sans Unicode"/>
              </a:rPr>
              <a:t>м</a:t>
            </a:r>
            <a:r>
              <a:rPr sz="1600" spc="-75" dirty="0">
                <a:latin typeface="Lucida Sans Unicode"/>
                <a:cs typeface="Lucida Sans Unicode"/>
              </a:rPr>
              <a:t>о</a:t>
            </a:r>
            <a:r>
              <a:rPr sz="1600" spc="-55" dirty="0">
                <a:latin typeface="Lucida Sans Unicode"/>
                <a:cs typeface="Lucida Sans Unicode"/>
              </a:rPr>
              <a:t>г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в</a:t>
            </a:r>
            <a:r>
              <a:rPr sz="1600" spc="45" dirty="0">
                <a:latin typeface="Lucida Sans Unicode"/>
                <a:cs typeface="Lucida Sans Unicode"/>
              </a:rPr>
              <a:t>ы</a:t>
            </a:r>
            <a:r>
              <a:rPr sz="1600" spc="55" dirty="0">
                <a:latin typeface="Lucida Sans Unicode"/>
                <a:cs typeface="Lucida Sans Unicode"/>
              </a:rPr>
              <a:t>й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20" dirty="0">
                <a:latin typeface="Lucida Sans Unicode"/>
                <a:cs typeface="Lucida Sans Unicode"/>
              </a:rPr>
              <a:t>и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10" dirty="0">
                <a:latin typeface="Lucida Sans Unicode"/>
                <a:cs typeface="Lucida Sans Unicode"/>
              </a:rPr>
              <a:t>з</a:t>
            </a:r>
            <a:r>
              <a:rPr sz="1600" spc="-100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30" dirty="0">
                <a:latin typeface="Lucida Sans Unicode"/>
                <a:cs typeface="Lucida Sans Unicode"/>
              </a:rPr>
              <a:t>р</a:t>
            </a:r>
            <a:r>
              <a:rPr sz="1600" spc="10" dirty="0">
                <a:latin typeface="Lucida Sans Unicode"/>
                <a:cs typeface="Lucida Sans Unicode"/>
              </a:rPr>
              <a:t>оя  </a:t>
            </a:r>
            <a:r>
              <a:rPr sz="1600" spc="25" dirty="0">
                <a:latin typeface="Lucida Sans Unicode"/>
                <a:cs typeface="Lucida Sans Unicode"/>
              </a:rPr>
              <a:t>и</a:t>
            </a:r>
            <a:r>
              <a:rPr sz="1600" spc="10" dirty="0">
                <a:latin typeface="Lucida Sans Unicode"/>
                <a:cs typeface="Lucida Sans Unicode"/>
              </a:rPr>
              <a:t>з</a:t>
            </a:r>
            <a:r>
              <a:rPr sz="1600" spc="-415" dirty="0">
                <a:latin typeface="Lucida Sans Unicode"/>
                <a:cs typeface="Lucida Sans Unicode"/>
              </a:rPr>
              <a:t>-</a:t>
            </a:r>
            <a:r>
              <a:rPr sz="1600" spc="5" dirty="0">
                <a:latin typeface="Lucida Sans Unicode"/>
                <a:cs typeface="Lucida Sans Unicode"/>
              </a:rPr>
              <a:t>з</a:t>
            </a:r>
            <a:r>
              <a:rPr sz="1600" spc="10" dirty="0">
                <a:latin typeface="Lucida Sans Unicode"/>
                <a:cs typeface="Lucida Sans Unicode"/>
              </a:rPr>
              <a:t>а</a:t>
            </a:r>
            <a:r>
              <a:rPr sz="1600" spc="-85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с</a:t>
            </a:r>
            <a:r>
              <a:rPr sz="1600" spc="-40" dirty="0">
                <a:latin typeface="Lucida Sans Unicode"/>
                <a:cs typeface="Lucida Sans Unicode"/>
              </a:rPr>
              <a:t>т</a:t>
            </a:r>
            <a:r>
              <a:rPr sz="1600" spc="-10" dirty="0">
                <a:latin typeface="Lucida Sans Unicode"/>
                <a:cs typeface="Lucida Sans Unicode"/>
              </a:rPr>
              <a:t>ар</a:t>
            </a:r>
            <a:r>
              <a:rPr sz="1600" spc="-30" dirty="0">
                <a:latin typeface="Lucida Sans Unicode"/>
                <a:cs typeface="Lucida Sans Unicode"/>
              </a:rPr>
              <a:t>о</a:t>
            </a:r>
            <a:r>
              <a:rPr sz="1600" spc="-50" dirty="0">
                <a:latin typeface="Lucida Sans Unicode"/>
                <a:cs typeface="Lucida Sans Unicode"/>
              </a:rPr>
              <a:t>го  </a:t>
            </a:r>
            <a:r>
              <a:rPr sz="1600" spc="-10" dirty="0">
                <a:latin typeface="Lucida Sans Unicode"/>
                <a:cs typeface="Lucida Sans Unicode"/>
              </a:rPr>
              <a:t>оборудования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55964" y="6451853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51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ABE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0951805" y="378075"/>
            <a:ext cx="901065" cy="324485"/>
            <a:chOff x="10951805" y="378075"/>
            <a:chExt cx="901065" cy="32448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1805" y="408364"/>
              <a:ext cx="110469" cy="2318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085652" y="409193"/>
              <a:ext cx="391160" cy="293370"/>
            </a:xfrm>
            <a:custGeom>
              <a:avLst/>
              <a:gdLst/>
              <a:ahLst/>
              <a:cxnLst/>
              <a:rect l="l" t="t" r="r" b="b"/>
              <a:pathLst>
                <a:path w="391159" h="293370">
                  <a:moveTo>
                    <a:pt x="46774" y="63614"/>
                  </a:moveTo>
                  <a:lnTo>
                    <a:pt x="0" y="63614"/>
                  </a:lnTo>
                  <a:lnTo>
                    <a:pt x="0" y="230987"/>
                  </a:lnTo>
                  <a:lnTo>
                    <a:pt x="46774" y="230987"/>
                  </a:lnTo>
                  <a:lnTo>
                    <a:pt x="46774" y="63614"/>
                  </a:lnTo>
                  <a:close/>
                </a:path>
                <a:path w="391159" h="293370">
                  <a:moveTo>
                    <a:pt x="46774" y="0"/>
                  </a:moveTo>
                  <a:lnTo>
                    <a:pt x="0" y="0"/>
                  </a:lnTo>
                  <a:lnTo>
                    <a:pt x="0" y="38950"/>
                  </a:lnTo>
                  <a:lnTo>
                    <a:pt x="46774" y="38950"/>
                  </a:lnTo>
                  <a:lnTo>
                    <a:pt x="46774" y="0"/>
                  </a:lnTo>
                  <a:close/>
                </a:path>
                <a:path w="391159" h="293370">
                  <a:moveTo>
                    <a:pt x="246849" y="63614"/>
                  </a:moveTo>
                  <a:lnTo>
                    <a:pt x="202895" y="63614"/>
                  </a:lnTo>
                  <a:lnTo>
                    <a:pt x="202895" y="85991"/>
                  </a:lnTo>
                  <a:lnTo>
                    <a:pt x="202336" y="85204"/>
                  </a:lnTo>
                  <a:lnTo>
                    <a:pt x="202336" y="142430"/>
                  </a:lnTo>
                  <a:lnTo>
                    <a:pt x="202031" y="151980"/>
                  </a:lnTo>
                  <a:lnTo>
                    <a:pt x="179082" y="188480"/>
                  </a:lnTo>
                  <a:lnTo>
                    <a:pt x="163131" y="191681"/>
                  </a:lnTo>
                  <a:lnTo>
                    <a:pt x="154876" y="191033"/>
                  </a:lnTo>
                  <a:lnTo>
                    <a:pt x="125831" y="161874"/>
                  </a:lnTo>
                  <a:lnTo>
                    <a:pt x="123596" y="144081"/>
                  </a:lnTo>
                  <a:lnTo>
                    <a:pt x="123596" y="142430"/>
                  </a:lnTo>
                  <a:lnTo>
                    <a:pt x="139827" y="101854"/>
                  </a:lnTo>
                  <a:lnTo>
                    <a:pt x="178765" y="97688"/>
                  </a:lnTo>
                  <a:lnTo>
                    <a:pt x="202044" y="133070"/>
                  </a:lnTo>
                  <a:lnTo>
                    <a:pt x="202336" y="142430"/>
                  </a:lnTo>
                  <a:lnTo>
                    <a:pt x="202336" y="85204"/>
                  </a:lnTo>
                  <a:lnTo>
                    <a:pt x="167055" y="60159"/>
                  </a:lnTo>
                  <a:lnTo>
                    <a:pt x="151917" y="58839"/>
                  </a:lnTo>
                  <a:lnTo>
                    <a:pt x="136652" y="59969"/>
                  </a:lnTo>
                  <a:lnTo>
                    <a:pt x="97853" y="82029"/>
                  </a:lnTo>
                  <a:lnTo>
                    <a:pt x="78079" y="127368"/>
                  </a:lnTo>
                  <a:lnTo>
                    <a:pt x="77457" y="144081"/>
                  </a:lnTo>
                  <a:lnTo>
                    <a:pt x="78092" y="160223"/>
                  </a:lnTo>
                  <a:lnTo>
                    <a:pt x="97002" y="204114"/>
                  </a:lnTo>
                  <a:lnTo>
                    <a:pt x="135026" y="225463"/>
                  </a:lnTo>
                  <a:lnTo>
                    <a:pt x="149948" y="226479"/>
                  </a:lnTo>
                  <a:lnTo>
                    <a:pt x="165163" y="225044"/>
                  </a:lnTo>
                  <a:lnTo>
                    <a:pt x="179324" y="220040"/>
                  </a:lnTo>
                  <a:lnTo>
                    <a:pt x="191795" y="211747"/>
                  </a:lnTo>
                  <a:lnTo>
                    <a:pt x="201955" y="200520"/>
                  </a:lnTo>
                  <a:lnTo>
                    <a:pt x="201828" y="227533"/>
                  </a:lnTo>
                  <a:lnTo>
                    <a:pt x="174510" y="261734"/>
                  </a:lnTo>
                  <a:lnTo>
                    <a:pt x="156248" y="262839"/>
                  </a:lnTo>
                  <a:lnTo>
                    <a:pt x="148158" y="261112"/>
                  </a:lnTo>
                  <a:lnTo>
                    <a:pt x="140970" y="257416"/>
                  </a:lnTo>
                  <a:lnTo>
                    <a:pt x="135229" y="253644"/>
                  </a:lnTo>
                  <a:lnTo>
                    <a:pt x="131292" y="247713"/>
                  </a:lnTo>
                  <a:lnTo>
                    <a:pt x="130124" y="241020"/>
                  </a:lnTo>
                  <a:lnTo>
                    <a:pt x="83350" y="241020"/>
                  </a:lnTo>
                  <a:lnTo>
                    <a:pt x="90970" y="263867"/>
                  </a:lnTo>
                  <a:lnTo>
                    <a:pt x="106807" y="280174"/>
                  </a:lnTo>
                  <a:lnTo>
                    <a:pt x="130860" y="289966"/>
                  </a:lnTo>
                  <a:lnTo>
                    <a:pt x="163131" y="293230"/>
                  </a:lnTo>
                  <a:lnTo>
                    <a:pt x="182867" y="292011"/>
                  </a:lnTo>
                  <a:lnTo>
                    <a:pt x="226085" y="273888"/>
                  </a:lnTo>
                  <a:lnTo>
                    <a:pt x="235204" y="262839"/>
                  </a:lnTo>
                  <a:lnTo>
                    <a:pt x="241668" y="249148"/>
                  </a:lnTo>
                  <a:lnTo>
                    <a:pt x="245554" y="232651"/>
                  </a:lnTo>
                  <a:lnTo>
                    <a:pt x="246811" y="214058"/>
                  </a:lnTo>
                  <a:lnTo>
                    <a:pt x="246849" y="200520"/>
                  </a:lnTo>
                  <a:lnTo>
                    <a:pt x="246849" y="191681"/>
                  </a:lnTo>
                  <a:lnTo>
                    <a:pt x="246849" y="94742"/>
                  </a:lnTo>
                  <a:lnTo>
                    <a:pt x="246849" y="85991"/>
                  </a:lnTo>
                  <a:lnTo>
                    <a:pt x="246849" y="63614"/>
                  </a:lnTo>
                  <a:close/>
                </a:path>
                <a:path w="391159" h="293370">
                  <a:moveTo>
                    <a:pt x="324599" y="128714"/>
                  </a:moveTo>
                  <a:lnTo>
                    <a:pt x="265950" y="81292"/>
                  </a:lnTo>
                  <a:lnTo>
                    <a:pt x="253225" y="96481"/>
                  </a:lnTo>
                  <a:lnTo>
                    <a:pt x="304584" y="138010"/>
                  </a:lnTo>
                  <a:lnTo>
                    <a:pt x="304584" y="233565"/>
                  </a:lnTo>
                  <a:lnTo>
                    <a:pt x="324599" y="233565"/>
                  </a:lnTo>
                  <a:lnTo>
                    <a:pt x="324599" y="128714"/>
                  </a:lnTo>
                  <a:close/>
                </a:path>
                <a:path w="391159" h="293370">
                  <a:moveTo>
                    <a:pt x="357619" y="114985"/>
                  </a:moveTo>
                  <a:lnTo>
                    <a:pt x="288302" y="56527"/>
                  </a:lnTo>
                  <a:lnTo>
                    <a:pt x="276237" y="70434"/>
                  </a:lnTo>
                  <a:lnTo>
                    <a:pt x="339090" y="123456"/>
                  </a:lnTo>
                  <a:lnTo>
                    <a:pt x="339090" y="233197"/>
                  </a:lnTo>
                  <a:lnTo>
                    <a:pt x="357619" y="233197"/>
                  </a:lnTo>
                  <a:lnTo>
                    <a:pt x="357619" y="114985"/>
                  </a:lnTo>
                  <a:close/>
                </a:path>
                <a:path w="391159" h="293370">
                  <a:moveTo>
                    <a:pt x="390728" y="39687"/>
                  </a:moveTo>
                  <a:lnTo>
                    <a:pt x="388569" y="29146"/>
                  </a:lnTo>
                  <a:lnTo>
                    <a:pt x="382676" y="20548"/>
                  </a:lnTo>
                  <a:lnTo>
                    <a:pt x="373926" y="14744"/>
                  </a:lnTo>
                  <a:lnTo>
                    <a:pt x="363220" y="12623"/>
                  </a:lnTo>
                  <a:lnTo>
                    <a:pt x="352513" y="14744"/>
                  </a:lnTo>
                  <a:lnTo>
                    <a:pt x="343776" y="20548"/>
                  </a:lnTo>
                  <a:lnTo>
                    <a:pt x="337883" y="29146"/>
                  </a:lnTo>
                  <a:lnTo>
                    <a:pt x="335724" y="39687"/>
                  </a:lnTo>
                  <a:lnTo>
                    <a:pt x="337883" y="50215"/>
                  </a:lnTo>
                  <a:lnTo>
                    <a:pt x="343776" y="58826"/>
                  </a:lnTo>
                  <a:lnTo>
                    <a:pt x="352513" y="64630"/>
                  </a:lnTo>
                  <a:lnTo>
                    <a:pt x="363220" y="66751"/>
                  </a:lnTo>
                  <a:lnTo>
                    <a:pt x="373926" y="64630"/>
                  </a:lnTo>
                  <a:lnTo>
                    <a:pt x="382676" y="58826"/>
                  </a:lnTo>
                  <a:lnTo>
                    <a:pt x="388569" y="50215"/>
                  </a:lnTo>
                  <a:lnTo>
                    <a:pt x="390728" y="39687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6832" y="468112"/>
              <a:ext cx="285670" cy="1768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458431" y="378075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90" h="264795">
                  <a:moveTo>
                    <a:pt x="20017" y="264312"/>
                  </a:moveTo>
                  <a:lnTo>
                    <a:pt x="0" y="264312"/>
                  </a:lnTo>
                  <a:lnTo>
                    <a:pt x="0" y="141040"/>
                  </a:lnTo>
                  <a:lnTo>
                    <a:pt x="80256" y="0"/>
                  </a:lnTo>
                  <a:lnTo>
                    <a:pt x="97748" y="9666"/>
                  </a:lnTo>
                  <a:lnTo>
                    <a:pt x="20017" y="146195"/>
                  </a:lnTo>
                  <a:lnTo>
                    <a:pt x="20017" y="264312"/>
                  </a:lnTo>
                  <a:close/>
                </a:path>
              </a:pathLst>
            </a:custGeom>
            <a:solidFill>
              <a:srgbClr val="109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92856" y="395291"/>
              <a:ext cx="91668" cy="247464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10" dirty="0"/>
              <a:t>23</a:t>
            </a:fld>
            <a:endParaRPr spc="-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300" y="953689"/>
            <a:ext cx="1129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UI Light"/>
                <a:cs typeface="Segoe UI Light"/>
              </a:rPr>
              <a:t>ИТ-инфраструктура любой </a:t>
            </a:r>
            <a:r>
              <a:rPr sz="1800" spc="-10" dirty="0">
                <a:latin typeface="Segoe UI Light"/>
                <a:cs typeface="Segoe UI Light"/>
              </a:rPr>
              <a:t>компании </a:t>
            </a:r>
            <a:r>
              <a:rPr sz="1800" spc="-5" dirty="0">
                <a:latin typeface="Segoe UI Light"/>
                <a:cs typeface="Segoe UI Light"/>
              </a:rPr>
              <a:t>представляет </a:t>
            </a:r>
            <a:r>
              <a:rPr sz="1800" dirty="0">
                <a:latin typeface="Segoe UI Light"/>
                <a:cs typeface="Segoe UI Light"/>
              </a:rPr>
              <a:t>из </a:t>
            </a:r>
            <a:r>
              <a:rPr sz="1800" spc="-5" dirty="0">
                <a:latin typeface="Segoe UI Light"/>
                <a:cs typeface="Segoe UI Light"/>
              </a:rPr>
              <a:t>себя </a:t>
            </a:r>
            <a:r>
              <a:rPr sz="1800" spc="-20" dirty="0">
                <a:latin typeface="Segoe UI Light"/>
                <a:cs typeface="Segoe UI Light"/>
              </a:rPr>
              <a:t>комплекс </a:t>
            </a:r>
            <a:r>
              <a:rPr sz="1800" spc="-10" dirty="0">
                <a:latin typeface="Segoe UI Light"/>
                <a:cs typeface="Segoe UI Light"/>
              </a:rPr>
              <a:t>программно-аппаратных </a:t>
            </a:r>
            <a:r>
              <a:rPr sz="1800" dirty="0">
                <a:latin typeface="Segoe UI Light"/>
                <a:cs typeface="Segoe UI Light"/>
              </a:rPr>
              <a:t>средств и </a:t>
            </a:r>
            <a:r>
              <a:rPr sz="1800" spc="-10" dirty="0">
                <a:latin typeface="Segoe UI Light"/>
                <a:cs typeface="Segoe UI Light"/>
              </a:rPr>
              <a:t>состоит </a:t>
            </a:r>
            <a:r>
              <a:rPr sz="1800" spc="-480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из</a:t>
            </a:r>
            <a:r>
              <a:rPr sz="1800" spc="-2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нескольких</a:t>
            </a:r>
            <a:r>
              <a:rPr sz="1800" spc="-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элементов, </a:t>
            </a:r>
            <a:r>
              <a:rPr sz="1800" spc="-25" dirty="0">
                <a:latin typeface="Segoe UI Light"/>
                <a:cs typeface="Segoe UI Light"/>
              </a:rPr>
              <a:t>которые</a:t>
            </a:r>
            <a:r>
              <a:rPr sz="1800" spc="15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условно</a:t>
            </a:r>
            <a:r>
              <a:rPr sz="1800" spc="-15" dirty="0">
                <a:latin typeface="Segoe UI Light"/>
                <a:cs typeface="Segoe UI Light"/>
              </a:rPr>
              <a:t> можно </a:t>
            </a:r>
            <a:r>
              <a:rPr sz="1800" spc="-10" dirty="0">
                <a:latin typeface="Segoe UI Light"/>
                <a:cs typeface="Segoe UI Light"/>
              </a:rPr>
              <a:t>разделить</a:t>
            </a:r>
            <a:r>
              <a:rPr sz="1800" spc="-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на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6</a:t>
            </a:r>
            <a:r>
              <a:rPr sz="1800" spc="-5" dirty="0">
                <a:latin typeface="Segoe UI Light"/>
                <a:cs typeface="Segoe UI Light"/>
              </a:rPr>
              <a:t> основных</a:t>
            </a:r>
            <a:r>
              <a:rPr sz="1800" spc="-1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групп: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8948" y="2343475"/>
            <a:ext cx="2800985" cy="743585"/>
            <a:chOff x="538948" y="2343475"/>
            <a:chExt cx="2800985" cy="743585"/>
          </a:xfrm>
        </p:grpSpPr>
        <p:sp>
          <p:nvSpPr>
            <p:cNvPr id="4" name="object 4"/>
            <p:cNvSpPr/>
            <p:nvPr/>
          </p:nvSpPr>
          <p:spPr>
            <a:xfrm>
              <a:off x="538949" y="2726458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4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8948" y="2343475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4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6069" y="2244521"/>
            <a:ext cx="1147445" cy="791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6535">
              <a:lnSpc>
                <a:spcPct val="1571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П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л</a:t>
            </a:r>
            <a:r>
              <a:rPr sz="1600" spc="-50" dirty="0">
                <a:solidFill>
                  <a:srgbClr val="FFFFFF"/>
                </a:solidFill>
                <a:latin typeface="Segoe UI Light"/>
                <a:cs typeface="Segoe UI Light"/>
              </a:rPr>
              <a:t>о</a:t>
            </a:r>
            <a:r>
              <a:rPr sz="1600" spc="-60" dirty="0">
                <a:solidFill>
                  <a:srgbClr val="FFFFFF"/>
                </a:solidFill>
                <a:latin typeface="Segoe UI Light"/>
                <a:cs typeface="Segoe UI Light"/>
              </a:rPr>
              <a:t>ж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е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н</a:t>
            </a: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я 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Данные</a:t>
            </a:r>
            <a:endParaRPr sz="1600">
              <a:latin typeface="Segoe UI Light"/>
              <a:cs typeface="Segoe U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6404" y="3259563"/>
            <a:ext cx="2806065" cy="746125"/>
            <a:chOff x="546404" y="3259563"/>
            <a:chExt cx="2806065" cy="746125"/>
          </a:xfrm>
        </p:grpSpPr>
        <p:sp>
          <p:nvSpPr>
            <p:cNvPr id="8" name="object 8"/>
            <p:cNvSpPr/>
            <p:nvPr/>
          </p:nvSpPr>
          <p:spPr>
            <a:xfrm>
              <a:off x="551171" y="3259563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5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6404" y="3645069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5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5463" y="3158089"/>
            <a:ext cx="1691639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marR="5080" indent="-688975">
              <a:lnSpc>
                <a:spcPct val="1581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Среда 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исполнения </a:t>
            </a:r>
            <a:r>
              <a:rPr sz="1600" spc="-4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ОС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7773" y="4153449"/>
            <a:ext cx="2800985" cy="360045"/>
          </a:xfrm>
          <a:custGeom>
            <a:avLst/>
            <a:gdLst/>
            <a:ahLst/>
            <a:cxnLst/>
            <a:rect l="l" t="t" r="r" b="b"/>
            <a:pathLst>
              <a:path w="2800985" h="360045">
                <a:moveTo>
                  <a:pt x="2740863" y="0"/>
                </a:moveTo>
                <a:lnTo>
                  <a:pt x="60007" y="0"/>
                </a:lnTo>
                <a:lnTo>
                  <a:pt x="36647" y="4714"/>
                </a:lnTo>
                <a:lnTo>
                  <a:pt x="17573" y="17572"/>
                </a:lnTo>
                <a:lnTo>
                  <a:pt x="4714" y="36642"/>
                </a:lnTo>
                <a:lnTo>
                  <a:pt x="0" y="59994"/>
                </a:lnTo>
                <a:lnTo>
                  <a:pt x="0" y="299986"/>
                </a:lnTo>
                <a:lnTo>
                  <a:pt x="4714" y="323346"/>
                </a:lnTo>
                <a:lnTo>
                  <a:pt x="17573" y="342420"/>
                </a:lnTo>
                <a:lnTo>
                  <a:pt x="36647" y="355279"/>
                </a:lnTo>
                <a:lnTo>
                  <a:pt x="60007" y="359994"/>
                </a:lnTo>
                <a:lnTo>
                  <a:pt x="2740863" y="359994"/>
                </a:lnTo>
                <a:lnTo>
                  <a:pt x="2764215" y="355279"/>
                </a:lnTo>
                <a:lnTo>
                  <a:pt x="2783285" y="342420"/>
                </a:lnTo>
                <a:lnTo>
                  <a:pt x="2796143" y="323346"/>
                </a:lnTo>
                <a:lnTo>
                  <a:pt x="2800858" y="299986"/>
                </a:lnTo>
                <a:lnTo>
                  <a:pt x="2800858" y="59994"/>
                </a:lnTo>
                <a:lnTo>
                  <a:pt x="2796143" y="36642"/>
                </a:lnTo>
                <a:lnTo>
                  <a:pt x="2783285" y="17572"/>
                </a:lnTo>
                <a:lnTo>
                  <a:pt x="2764215" y="4714"/>
                </a:lnTo>
                <a:lnTo>
                  <a:pt x="2740863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9706" y="4194252"/>
            <a:ext cx="1356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Виртуализация</a:t>
            </a:r>
            <a:endParaRPr sz="1600">
              <a:latin typeface="Segoe UI Light"/>
              <a:cs typeface="Segoe U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9396" y="4753342"/>
            <a:ext cx="2800985" cy="1130300"/>
            <a:chOff x="549396" y="4753342"/>
            <a:chExt cx="2800985" cy="1130300"/>
          </a:xfrm>
        </p:grpSpPr>
        <p:sp>
          <p:nvSpPr>
            <p:cNvPr id="14" name="object 14"/>
            <p:cNvSpPr/>
            <p:nvPr/>
          </p:nvSpPr>
          <p:spPr>
            <a:xfrm>
              <a:off x="549396" y="4753342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5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9396" y="5138122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5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9396" y="5523628"/>
              <a:ext cx="2800985" cy="360045"/>
            </a:xfrm>
            <a:custGeom>
              <a:avLst/>
              <a:gdLst/>
              <a:ahLst/>
              <a:cxnLst/>
              <a:rect l="l" t="t" r="r" b="b"/>
              <a:pathLst>
                <a:path w="2800985" h="360045">
                  <a:moveTo>
                    <a:pt x="2740863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2"/>
                  </a:lnTo>
                  <a:lnTo>
                    <a:pt x="4714" y="36642"/>
                  </a:lnTo>
                  <a:lnTo>
                    <a:pt x="0" y="59994"/>
                  </a:lnTo>
                  <a:lnTo>
                    <a:pt x="0" y="299986"/>
                  </a:lnTo>
                  <a:lnTo>
                    <a:pt x="4714" y="323346"/>
                  </a:lnTo>
                  <a:lnTo>
                    <a:pt x="17573" y="342420"/>
                  </a:lnTo>
                  <a:lnTo>
                    <a:pt x="36647" y="355279"/>
                  </a:lnTo>
                  <a:lnTo>
                    <a:pt x="60007" y="359994"/>
                  </a:lnTo>
                  <a:lnTo>
                    <a:pt x="2740863" y="359994"/>
                  </a:lnTo>
                  <a:lnTo>
                    <a:pt x="2764215" y="355279"/>
                  </a:lnTo>
                  <a:lnTo>
                    <a:pt x="2783285" y="342420"/>
                  </a:lnTo>
                  <a:lnTo>
                    <a:pt x="2796143" y="323346"/>
                  </a:lnTo>
                  <a:lnTo>
                    <a:pt x="2800858" y="299986"/>
                  </a:lnTo>
                  <a:lnTo>
                    <a:pt x="2800858" y="59994"/>
                  </a:lnTo>
                  <a:lnTo>
                    <a:pt x="2796143" y="36642"/>
                  </a:lnTo>
                  <a:lnTo>
                    <a:pt x="2783285" y="17572"/>
                  </a:lnTo>
                  <a:lnTo>
                    <a:pt x="2764215" y="4714"/>
                  </a:lnTo>
                  <a:lnTo>
                    <a:pt x="274086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49396" y="6015697"/>
            <a:ext cx="2800985" cy="360045"/>
          </a:xfrm>
          <a:custGeom>
            <a:avLst/>
            <a:gdLst/>
            <a:ahLst/>
            <a:cxnLst/>
            <a:rect l="l" t="t" r="r" b="b"/>
            <a:pathLst>
              <a:path w="2800985" h="360045">
                <a:moveTo>
                  <a:pt x="2740863" y="0"/>
                </a:moveTo>
                <a:lnTo>
                  <a:pt x="60007" y="0"/>
                </a:lnTo>
                <a:lnTo>
                  <a:pt x="36647" y="4714"/>
                </a:lnTo>
                <a:lnTo>
                  <a:pt x="17573" y="17572"/>
                </a:lnTo>
                <a:lnTo>
                  <a:pt x="4714" y="36642"/>
                </a:lnTo>
                <a:lnTo>
                  <a:pt x="0" y="59994"/>
                </a:lnTo>
                <a:lnTo>
                  <a:pt x="0" y="299986"/>
                </a:lnTo>
                <a:lnTo>
                  <a:pt x="4714" y="323346"/>
                </a:lnTo>
                <a:lnTo>
                  <a:pt x="17573" y="342420"/>
                </a:lnTo>
                <a:lnTo>
                  <a:pt x="36647" y="355279"/>
                </a:lnTo>
                <a:lnTo>
                  <a:pt x="60007" y="359994"/>
                </a:lnTo>
                <a:lnTo>
                  <a:pt x="2740863" y="359994"/>
                </a:lnTo>
                <a:lnTo>
                  <a:pt x="2764215" y="355279"/>
                </a:lnTo>
                <a:lnTo>
                  <a:pt x="2783285" y="342420"/>
                </a:lnTo>
                <a:lnTo>
                  <a:pt x="2796143" y="323346"/>
                </a:lnTo>
                <a:lnTo>
                  <a:pt x="2800858" y="299986"/>
                </a:lnTo>
                <a:lnTo>
                  <a:pt x="2800858" y="59994"/>
                </a:lnTo>
                <a:lnTo>
                  <a:pt x="2796143" y="36642"/>
                </a:lnTo>
                <a:lnTo>
                  <a:pt x="2783285" y="17572"/>
                </a:lnTo>
                <a:lnTo>
                  <a:pt x="2764215" y="4714"/>
                </a:lnTo>
                <a:lnTo>
                  <a:pt x="2740863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79533" y="4652594"/>
            <a:ext cx="114173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170180" algn="ctr">
              <a:lnSpc>
                <a:spcPct val="1578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е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е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ры  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СХД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Сеть</a:t>
            </a:r>
            <a:endParaRPr sz="16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Размещение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7059" y="5982860"/>
            <a:ext cx="750570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Segoe UI Light"/>
                <a:cs typeface="Segoe UI Light"/>
              </a:rPr>
              <a:t>Размещение</a:t>
            </a:r>
            <a:r>
              <a:rPr sz="1400" spc="-3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оборудования.</a:t>
            </a:r>
            <a:r>
              <a:rPr sz="1400" spc="-4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Выделение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места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под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серверное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оборудование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обеспечение</a:t>
            </a:r>
            <a:r>
              <a:rPr sz="1400" spc="30" dirty="0">
                <a:latin typeface="Segoe UI Light"/>
                <a:cs typeface="Segoe UI Light"/>
              </a:rPr>
              <a:t> </a:t>
            </a:r>
            <a:r>
              <a:rPr sz="1400" spc="-15" dirty="0">
                <a:latin typeface="Segoe UI Light"/>
                <a:cs typeface="Segoe UI Light"/>
              </a:rPr>
              <a:t>его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требуемым питанием </a:t>
            </a:r>
            <a:r>
              <a:rPr sz="1400" dirty="0">
                <a:latin typeface="Segoe UI Light"/>
                <a:cs typeface="Segoe UI Light"/>
              </a:rPr>
              <a:t>и охлаждением.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4165" y="5098657"/>
            <a:ext cx="811022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Segoe UI Light"/>
                <a:cs typeface="Segoe UI Light"/>
              </a:rPr>
              <a:t>Аппаратное </a:t>
            </a:r>
            <a:r>
              <a:rPr sz="1400" spc="5" dirty="0">
                <a:latin typeface="Segoe UI Light"/>
                <a:cs typeface="Segoe UI Light"/>
              </a:rPr>
              <a:t>обеспечение ЦОД. </a:t>
            </a:r>
            <a:r>
              <a:rPr sz="1400" dirty="0">
                <a:latin typeface="Segoe UI Light"/>
                <a:cs typeface="Segoe UI Light"/>
              </a:rPr>
              <a:t>Серверы, </a:t>
            </a:r>
            <a:r>
              <a:rPr sz="1400" spc="-10" dirty="0">
                <a:latin typeface="Segoe UI Light"/>
                <a:cs typeface="Segoe UI Light"/>
              </a:rPr>
              <a:t>системы </a:t>
            </a:r>
            <a:r>
              <a:rPr sz="1400" spc="-5" dirty="0">
                <a:latin typeface="Segoe UI Light"/>
                <a:cs typeface="Segoe UI Light"/>
              </a:rPr>
              <a:t>хранения </a:t>
            </a:r>
            <a:r>
              <a:rPr sz="1400" dirty="0">
                <a:latin typeface="Segoe UI Light"/>
                <a:cs typeface="Segoe UI Light"/>
              </a:rPr>
              <a:t>данных, </a:t>
            </a:r>
            <a:r>
              <a:rPr sz="1400" spc="-5" dirty="0">
                <a:latin typeface="Segoe UI Light"/>
                <a:cs typeface="Segoe UI Light"/>
              </a:rPr>
              <a:t>коммутаторы </a:t>
            </a:r>
            <a:r>
              <a:rPr sz="1400" dirty="0">
                <a:latin typeface="Segoe UI Light"/>
                <a:cs typeface="Segoe UI Light"/>
              </a:rPr>
              <a:t>и прочее серверное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оборудование.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4100" y="3274378"/>
            <a:ext cx="7818755" cy="1304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 marR="41275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Segoe UI Light"/>
                <a:cs typeface="Segoe UI Light"/>
              </a:rPr>
              <a:t>Операционные системы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5" dirty="0">
                <a:latin typeface="Segoe UI Light"/>
                <a:cs typeface="Segoe UI Light"/>
              </a:rPr>
              <a:t>среда </a:t>
            </a:r>
            <a:r>
              <a:rPr sz="1400" dirty="0">
                <a:latin typeface="Segoe UI Light"/>
                <a:cs typeface="Segoe UI Light"/>
              </a:rPr>
              <a:t>исполнения. Основное ПО и сервисы </a:t>
            </a:r>
            <a:r>
              <a:rPr sz="1400" spc="-5" dirty="0">
                <a:latin typeface="Segoe UI Light"/>
                <a:cs typeface="Segoe UI Light"/>
              </a:rPr>
              <a:t>(операционные </a:t>
            </a:r>
            <a:r>
              <a:rPr sz="1400" spc="-10" dirty="0">
                <a:latin typeface="Segoe UI Light"/>
                <a:cs typeface="Segoe UI Light"/>
              </a:rPr>
              <a:t>системы </a:t>
            </a:r>
            <a:r>
              <a:rPr sz="1400" spc="-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серверов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рабочих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станций,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почтовые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службы,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службы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печати,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обновления,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мониторинга,</a:t>
            </a:r>
            <a:r>
              <a:rPr sz="1400" spc="-3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СУБД и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прочие).</a:t>
            </a:r>
            <a:endParaRPr sz="14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125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Segoe UI Light"/>
                <a:cs typeface="Segoe UI Light"/>
              </a:rPr>
              <a:t>Виртуализация.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Гипервизоры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виртуальных машин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(VMware </a:t>
            </a:r>
            <a:r>
              <a:rPr sz="1400" spc="15" dirty="0">
                <a:latin typeface="Segoe UI Light"/>
                <a:cs typeface="Segoe UI Light"/>
              </a:rPr>
              <a:t>ESX,</a:t>
            </a:r>
            <a:r>
              <a:rPr sz="1400" spc="-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Citrix</a:t>
            </a:r>
            <a:r>
              <a:rPr sz="1400" spc="-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XenServer,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Microsoft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-20" dirty="0">
                <a:latin typeface="Segoe UI Light"/>
                <a:cs typeface="Segoe UI Light"/>
              </a:rPr>
              <a:t>Hyper-V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20" dirty="0">
                <a:latin typeface="Segoe UI Light"/>
                <a:cs typeface="Segoe UI Light"/>
              </a:rPr>
              <a:t>т.п.),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а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также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ПО </a:t>
            </a:r>
            <a:r>
              <a:rPr sz="1400" spc="5" dirty="0">
                <a:latin typeface="Segoe UI Light"/>
                <a:cs typeface="Segoe UI Light"/>
              </a:rPr>
              <a:t>для</a:t>
            </a:r>
            <a:r>
              <a:rPr sz="1400" spc="-5" dirty="0">
                <a:latin typeface="Segoe UI Light"/>
                <a:cs typeface="Segoe UI Light"/>
              </a:rPr>
              <a:t> распределения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-10" dirty="0">
                <a:latin typeface="Segoe UI Light"/>
                <a:cs typeface="Segoe UI Light"/>
              </a:rPr>
              <a:t>мониторинга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виртуальных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ресурсов.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4149" y="2468364"/>
            <a:ext cx="79279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 Light"/>
                <a:cs typeface="Segoe UI Light"/>
              </a:rPr>
              <a:t>Клиентские </a:t>
            </a:r>
            <a:r>
              <a:rPr sz="1400" spc="-5" dirty="0">
                <a:latin typeface="Segoe UI Light"/>
                <a:cs typeface="Segoe UI Light"/>
              </a:rPr>
              <a:t>приложения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5" dirty="0">
                <a:latin typeface="Segoe UI Light"/>
                <a:cs typeface="Segoe UI Light"/>
              </a:rPr>
              <a:t>данные. </a:t>
            </a:r>
            <a:r>
              <a:rPr sz="1400" spc="-5" dirty="0">
                <a:latin typeface="Segoe UI Light"/>
                <a:cs typeface="Segoe UI Light"/>
              </a:rPr>
              <a:t>Рабочие </a:t>
            </a:r>
            <a:r>
              <a:rPr sz="1400" spc="-10" dirty="0">
                <a:latin typeface="Segoe UI Light"/>
                <a:cs typeface="Segoe UI Light"/>
              </a:rPr>
              <a:t>приложения </a:t>
            </a:r>
            <a:r>
              <a:rPr sz="1400" spc="-20" dirty="0">
                <a:latin typeface="Segoe UI Light"/>
                <a:cs typeface="Segoe UI Light"/>
              </a:rPr>
              <a:t>сотрудников </a:t>
            </a:r>
            <a:r>
              <a:rPr sz="1400" spc="-10" dirty="0">
                <a:latin typeface="Segoe UI Light"/>
                <a:cs typeface="Segoe UI Light"/>
              </a:rPr>
              <a:t>организации </a:t>
            </a:r>
            <a:r>
              <a:rPr sz="1400" spc="-5" dirty="0">
                <a:latin typeface="Segoe UI Light"/>
                <a:cs typeface="Segoe UI Light"/>
              </a:rPr>
              <a:t>(офисные пакеты,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почтовые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клиенты,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клиенты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баз </a:t>
            </a:r>
            <a:r>
              <a:rPr sz="1400" spc="-5" dirty="0">
                <a:latin typeface="Segoe UI Light"/>
                <a:cs typeface="Segoe UI Light"/>
              </a:rPr>
              <a:t>данных,</a:t>
            </a:r>
            <a:r>
              <a:rPr sz="1400" spc="-10" dirty="0">
                <a:latin typeface="Segoe UI Light"/>
                <a:cs typeface="Segoe UI Light"/>
              </a:rPr>
              <a:t> систем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управления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задачами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-5" dirty="0">
                <a:latin typeface="Segoe UI Light"/>
                <a:cs typeface="Segoe UI Light"/>
              </a:rPr>
              <a:t>иные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рабочие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приложения).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36447" y="248974"/>
            <a:ext cx="101174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Понятие</a:t>
            </a:r>
            <a:r>
              <a:rPr spc="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dirty="0">
                <a:solidFill>
                  <a:srgbClr val="800000"/>
                </a:solidFill>
                <a:latin typeface="Segoe UI"/>
                <a:cs typeface="Segoe UI"/>
              </a:rPr>
              <a:t>и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 состав</a:t>
            </a:r>
            <a:r>
              <a:rPr spc="30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ИТ-инфраструктуры</a:t>
            </a:r>
            <a:r>
              <a:rPr spc="-20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типовой</a:t>
            </a:r>
            <a:r>
              <a:rPr spc="2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15" dirty="0">
                <a:solidFill>
                  <a:srgbClr val="800000"/>
                </a:solidFill>
                <a:latin typeface="Segoe UI"/>
                <a:cs typeface="Segoe UI"/>
              </a:rPr>
              <a:t>компании</a:t>
            </a:r>
          </a:p>
        </p:txBody>
      </p:sp>
      <p:sp>
        <p:nvSpPr>
          <p:cNvPr id="24" name="object 24"/>
          <p:cNvSpPr/>
          <p:nvPr/>
        </p:nvSpPr>
        <p:spPr>
          <a:xfrm>
            <a:off x="546404" y="1824696"/>
            <a:ext cx="2800985" cy="360045"/>
          </a:xfrm>
          <a:custGeom>
            <a:avLst/>
            <a:gdLst/>
            <a:ahLst/>
            <a:cxnLst/>
            <a:rect l="l" t="t" r="r" b="b"/>
            <a:pathLst>
              <a:path w="2800985" h="360044">
                <a:moveTo>
                  <a:pt x="2740863" y="0"/>
                </a:moveTo>
                <a:lnTo>
                  <a:pt x="60007" y="0"/>
                </a:lnTo>
                <a:lnTo>
                  <a:pt x="36647" y="4714"/>
                </a:lnTo>
                <a:lnTo>
                  <a:pt x="17573" y="17572"/>
                </a:lnTo>
                <a:lnTo>
                  <a:pt x="4714" y="36642"/>
                </a:lnTo>
                <a:lnTo>
                  <a:pt x="0" y="59994"/>
                </a:lnTo>
                <a:lnTo>
                  <a:pt x="0" y="299986"/>
                </a:lnTo>
                <a:lnTo>
                  <a:pt x="4714" y="323346"/>
                </a:lnTo>
                <a:lnTo>
                  <a:pt x="17573" y="342420"/>
                </a:lnTo>
                <a:lnTo>
                  <a:pt x="36647" y="355279"/>
                </a:lnTo>
                <a:lnTo>
                  <a:pt x="60007" y="359994"/>
                </a:lnTo>
                <a:lnTo>
                  <a:pt x="2740863" y="359994"/>
                </a:lnTo>
                <a:lnTo>
                  <a:pt x="2764215" y="355279"/>
                </a:lnTo>
                <a:lnTo>
                  <a:pt x="2783285" y="342420"/>
                </a:lnTo>
                <a:lnTo>
                  <a:pt x="2796143" y="323346"/>
                </a:lnTo>
                <a:lnTo>
                  <a:pt x="2800858" y="299986"/>
                </a:lnTo>
                <a:lnTo>
                  <a:pt x="2800858" y="59994"/>
                </a:lnTo>
                <a:lnTo>
                  <a:pt x="2796143" y="36642"/>
                </a:lnTo>
                <a:lnTo>
                  <a:pt x="2783285" y="17572"/>
                </a:lnTo>
                <a:lnTo>
                  <a:pt x="2764215" y="4714"/>
                </a:lnTo>
                <a:lnTo>
                  <a:pt x="2740863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30041" y="1865499"/>
            <a:ext cx="203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Клиентские</a:t>
            </a:r>
            <a:r>
              <a:rPr sz="1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устройства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4103" y="1738080"/>
            <a:ext cx="71335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 Light"/>
                <a:cs typeface="Segoe UI Light"/>
              </a:rPr>
              <a:t>Офисное</a:t>
            </a:r>
            <a:r>
              <a:rPr sz="1400" spc="-3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оборудование.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10" dirty="0">
                <a:latin typeface="Segoe UI Light"/>
                <a:cs typeface="Segoe UI Light"/>
              </a:rPr>
              <a:t>ПК,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мониторы,</a:t>
            </a:r>
            <a:r>
              <a:rPr sz="1400" dirty="0">
                <a:latin typeface="Segoe UI Light"/>
                <a:cs typeface="Segoe UI Light"/>
              </a:rPr>
              <a:t> ноутбуки,</a:t>
            </a:r>
            <a:r>
              <a:rPr sz="1400" spc="2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тонкие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клиенты,</a:t>
            </a:r>
            <a:r>
              <a:rPr sz="1400" spc="2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периферия.</a:t>
            </a:r>
            <a:r>
              <a:rPr sz="1400" spc="3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Устройства,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предназначенные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для</a:t>
            </a:r>
            <a:r>
              <a:rPr sz="1400" spc="-5" dirty="0">
                <a:latin typeface="Segoe UI Light"/>
                <a:cs typeface="Segoe UI Light"/>
              </a:rPr>
              <a:t> ввода-вывода</a:t>
            </a:r>
            <a:r>
              <a:rPr sz="1400" dirty="0">
                <a:latin typeface="Segoe UI Light"/>
                <a:cs typeface="Segoe UI Light"/>
              </a:rPr>
              <a:t> данных.</a:t>
            </a:r>
            <a:endParaRPr sz="1400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844865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031" y="178819"/>
            <a:ext cx="114407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0" marR="5080" indent="-2883535">
              <a:lnSpc>
                <a:spcPct val="100000"/>
              </a:lnSpc>
              <a:spcBef>
                <a:spcPts val="100"/>
              </a:spcBef>
              <a:tabLst>
                <a:tab pos="5018405" algn="l"/>
              </a:tabLst>
            </a:pPr>
            <a:r>
              <a:rPr spc="-10" dirty="0">
                <a:solidFill>
                  <a:srgbClr val="800000"/>
                </a:solidFill>
                <a:latin typeface="Segoe UI"/>
                <a:cs typeface="Segoe UI"/>
              </a:rPr>
              <a:t>Компания</a:t>
            </a:r>
            <a:r>
              <a:rPr spc="2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Softline</a:t>
            </a:r>
            <a:r>
              <a:rPr spc="10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10" dirty="0">
                <a:solidFill>
                  <a:srgbClr val="800000"/>
                </a:solidFill>
                <a:latin typeface="Segoe UI"/>
                <a:cs typeface="Segoe UI"/>
              </a:rPr>
              <a:t>предлагает</a:t>
            </a:r>
            <a:r>
              <a:rPr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взять </a:t>
            </a:r>
            <a:r>
              <a:rPr dirty="0">
                <a:solidFill>
                  <a:srgbClr val="800000"/>
                </a:solidFill>
                <a:latin typeface="Segoe UI"/>
                <a:cs typeface="Segoe UI"/>
              </a:rPr>
              <a:t>в</a:t>
            </a:r>
            <a:r>
              <a:rPr spc="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аренду</a:t>
            </a:r>
            <a:r>
              <a:rPr spc="10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10" dirty="0">
                <a:solidFill>
                  <a:srgbClr val="800000"/>
                </a:solidFill>
                <a:latin typeface="Segoe UI"/>
                <a:cs typeface="Segoe UI"/>
              </a:rPr>
              <a:t>практически</a:t>
            </a:r>
            <a:r>
              <a:rPr spc="1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любой </a:t>
            </a:r>
            <a:r>
              <a:rPr spc="-805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spc="-15" dirty="0">
                <a:solidFill>
                  <a:srgbClr val="800000"/>
                </a:solidFill>
                <a:latin typeface="Segoe UI"/>
                <a:cs typeface="Segoe UI"/>
              </a:rPr>
              <a:t>компонент	</a:t>
            </a:r>
            <a:r>
              <a:rPr dirty="0">
                <a:solidFill>
                  <a:srgbClr val="800000"/>
                </a:solidFill>
                <a:latin typeface="Segoe UI"/>
                <a:cs typeface="Segoe UI"/>
              </a:rPr>
              <a:t>ИТ-инфраструктуры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9412" y="1246631"/>
            <a:ext cx="2263140" cy="440690"/>
            <a:chOff x="629412" y="1246631"/>
            <a:chExt cx="2263140" cy="4406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2" y="1246631"/>
              <a:ext cx="2263139" cy="4404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5674" y="1273056"/>
              <a:ext cx="2156460" cy="333375"/>
            </a:xfrm>
            <a:custGeom>
              <a:avLst/>
              <a:gdLst/>
              <a:ahLst/>
              <a:cxnLst/>
              <a:rect l="l" t="t" r="r" b="b"/>
              <a:pathLst>
                <a:path w="2156460" h="333375">
                  <a:moveTo>
                    <a:pt x="2047824" y="0"/>
                  </a:moveTo>
                  <a:lnTo>
                    <a:pt x="108280" y="0"/>
                  </a:lnTo>
                  <a:lnTo>
                    <a:pt x="0" y="108280"/>
                  </a:lnTo>
                  <a:lnTo>
                    <a:pt x="0" y="332981"/>
                  </a:lnTo>
                  <a:lnTo>
                    <a:pt x="2156104" y="332981"/>
                  </a:lnTo>
                  <a:lnTo>
                    <a:pt x="2156104" y="108280"/>
                  </a:lnTo>
                  <a:lnTo>
                    <a:pt x="204782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024" y="1254251"/>
              <a:ext cx="1562087" cy="4130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356" y="1246644"/>
              <a:ext cx="1633727" cy="37336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3448" y="1670304"/>
            <a:ext cx="1618488" cy="9357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06932" y="1268755"/>
            <a:ext cx="1456055" cy="30797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4127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25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Инфраструктура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383" y="1732788"/>
            <a:ext cx="1739264" cy="7696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304800" indent="-21399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Помещение</a:t>
            </a:r>
            <a:endParaRPr sz="1100">
              <a:latin typeface="Segoe UI Light"/>
              <a:cs typeface="Segoe UI Light"/>
            </a:endParaRPr>
          </a:p>
          <a:p>
            <a:pPr marL="304800" indent="-213995">
              <a:lnSpc>
                <a:spcPct val="100000"/>
              </a:lnSpc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Серверы</a:t>
            </a:r>
            <a:endParaRPr sz="1100">
              <a:latin typeface="Segoe UI Light"/>
              <a:cs typeface="Segoe UI Light"/>
            </a:endParaRPr>
          </a:p>
          <a:p>
            <a:pPr marL="304800" indent="-213995">
              <a:lnSpc>
                <a:spcPct val="100000"/>
              </a:lnSpc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dirty="0">
                <a:latin typeface="Segoe UI Light"/>
                <a:cs typeface="Segoe UI Light"/>
              </a:rPr>
              <a:t>СХД</a:t>
            </a:r>
            <a:endParaRPr sz="1100">
              <a:latin typeface="Segoe UI Light"/>
              <a:cs typeface="Segoe UI Light"/>
            </a:endParaRPr>
          </a:p>
          <a:p>
            <a:pPr marL="304800" indent="-2139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Сеть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99659" y="1751076"/>
            <a:ext cx="6963409" cy="1120140"/>
            <a:chOff x="4899659" y="1751076"/>
            <a:chExt cx="6963409" cy="112014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9659" y="1751076"/>
              <a:ext cx="6963155" cy="11170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2643" y="1857755"/>
              <a:ext cx="6496811" cy="10134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25533" y="1777794"/>
              <a:ext cx="6857365" cy="1010285"/>
            </a:xfrm>
            <a:custGeom>
              <a:avLst/>
              <a:gdLst/>
              <a:ahLst/>
              <a:cxnLst/>
              <a:rect l="l" t="t" r="r" b="b"/>
              <a:pathLst>
                <a:path w="6857365" h="1010285">
                  <a:moveTo>
                    <a:pt x="6528879" y="0"/>
                  </a:moveTo>
                  <a:lnTo>
                    <a:pt x="328396" y="0"/>
                  </a:lnTo>
                  <a:lnTo>
                    <a:pt x="0" y="328396"/>
                  </a:lnTo>
                  <a:lnTo>
                    <a:pt x="0" y="1009929"/>
                  </a:lnTo>
                  <a:lnTo>
                    <a:pt x="6857276" y="1009929"/>
                  </a:lnTo>
                  <a:lnTo>
                    <a:pt x="6857276" y="328396"/>
                  </a:lnTo>
                  <a:lnTo>
                    <a:pt x="6528879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83014" y="1920862"/>
            <a:ext cx="614362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1262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Аренда</a:t>
            </a:r>
            <a:r>
              <a:rPr sz="14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оборудования</a:t>
            </a:r>
            <a:r>
              <a:rPr sz="1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(HaaS):</a:t>
            </a:r>
            <a:endParaRPr sz="1400">
              <a:latin typeface="Segoe UI Light"/>
              <a:cs typeface="Segoe UI Light"/>
            </a:endParaRPr>
          </a:p>
          <a:p>
            <a:pPr marL="269875" indent="-257810">
              <a:lnSpc>
                <a:spcPct val="100000"/>
              </a:lnSpc>
              <a:buAutoNum type="arabicParenR"/>
              <a:tabLst>
                <a:tab pos="270510" algn="l"/>
              </a:tabLst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Выделенный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сервер: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оборудование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Dell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 в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трех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стандартных</a:t>
            </a:r>
            <a:r>
              <a:rPr sz="1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конфигурациях</a:t>
            </a:r>
            <a:endParaRPr sz="1400">
              <a:latin typeface="Segoe UI Light"/>
              <a:cs typeface="Segoe UI Light"/>
            </a:endParaRPr>
          </a:p>
          <a:p>
            <a:pPr marL="283210" indent="-257810">
              <a:lnSpc>
                <a:spcPct val="100000"/>
              </a:lnSpc>
              <a:buAutoNum type="arabicParenR"/>
              <a:tabLst>
                <a:tab pos="283845" algn="l"/>
              </a:tabLst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Предоставление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нестандартного</a:t>
            </a:r>
            <a:r>
              <a:rPr sz="1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специализированного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оборудования</a:t>
            </a:r>
            <a:endParaRPr sz="1400">
              <a:latin typeface="Segoe UI Light"/>
              <a:cs typeface="Segoe UI Light"/>
            </a:endParaRPr>
          </a:p>
          <a:p>
            <a:pPr marL="313690" indent="-257810">
              <a:lnSpc>
                <a:spcPct val="100000"/>
              </a:lnSpc>
              <a:buAutoNum type="arabicParenR"/>
              <a:tabLst>
                <a:tab pos="314325" algn="l"/>
              </a:tabLst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Рабочее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место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пользователя</a:t>
            </a:r>
            <a:r>
              <a:rPr sz="1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как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 сервис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(альтернатива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приобретению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ПК)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99659" y="1281683"/>
            <a:ext cx="6963409" cy="445134"/>
            <a:chOff x="4899659" y="1281683"/>
            <a:chExt cx="6963409" cy="445134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99659" y="1281683"/>
              <a:ext cx="6963155" cy="4450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51803" y="1318259"/>
              <a:ext cx="4707623" cy="3733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25527" y="1307961"/>
              <a:ext cx="6857365" cy="338455"/>
            </a:xfrm>
            <a:custGeom>
              <a:avLst/>
              <a:gdLst/>
              <a:ahLst/>
              <a:cxnLst/>
              <a:rect l="l" t="t" r="r" b="b"/>
              <a:pathLst>
                <a:path w="6857365" h="338455">
                  <a:moveTo>
                    <a:pt x="6747243" y="0"/>
                  </a:moveTo>
                  <a:lnTo>
                    <a:pt x="110045" y="0"/>
                  </a:lnTo>
                  <a:lnTo>
                    <a:pt x="0" y="110045"/>
                  </a:lnTo>
                  <a:lnTo>
                    <a:pt x="0" y="338404"/>
                  </a:lnTo>
                  <a:lnTo>
                    <a:pt x="6857276" y="338404"/>
                  </a:lnTo>
                  <a:lnTo>
                    <a:pt x="6857276" y="110045"/>
                  </a:lnTo>
                  <a:lnTo>
                    <a:pt x="674724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71674" y="1380723"/>
            <a:ext cx="43649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Colocation</a:t>
            </a:r>
            <a:r>
              <a:rPr sz="1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(размещение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оборудования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 дата-центрах</a:t>
            </a:r>
            <a:r>
              <a:rPr sz="1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endParaRPr sz="1400">
              <a:latin typeface="Segoe UI Light"/>
              <a:cs typeface="Segoe UI 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55264" y="3352800"/>
            <a:ext cx="1566672" cy="96316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38556" y="3051047"/>
            <a:ext cx="2266315" cy="443865"/>
            <a:chOff x="638556" y="3051047"/>
            <a:chExt cx="2266315" cy="443865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556" y="3054096"/>
              <a:ext cx="2266175" cy="4404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65702" y="3080660"/>
              <a:ext cx="2158365" cy="333375"/>
            </a:xfrm>
            <a:custGeom>
              <a:avLst/>
              <a:gdLst/>
              <a:ahLst/>
              <a:cxnLst/>
              <a:rect l="l" t="t" r="r" b="b"/>
              <a:pathLst>
                <a:path w="2158365" h="333375">
                  <a:moveTo>
                    <a:pt x="2049830" y="0"/>
                  </a:moveTo>
                  <a:lnTo>
                    <a:pt x="108280" y="0"/>
                  </a:lnTo>
                  <a:lnTo>
                    <a:pt x="0" y="108280"/>
                  </a:lnTo>
                  <a:lnTo>
                    <a:pt x="0" y="332981"/>
                  </a:lnTo>
                  <a:lnTo>
                    <a:pt x="2158111" y="332981"/>
                  </a:lnTo>
                  <a:lnTo>
                    <a:pt x="2158111" y="108280"/>
                  </a:lnTo>
                  <a:lnTo>
                    <a:pt x="204983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6468" y="3058667"/>
              <a:ext cx="2075687" cy="4145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8847" y="3051047"/>
              <a:ext cx="2139695" cy="37337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50265" y="3074212"/>
            <a:ext cx="1969135" cy="30797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4127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Инфраструктурное</a:t>
            </a:r>
            <a:r>
              <a:rPr sz="140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1469" y="3463048"/>
            <a:ext cx="2684145" cy="7696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304800" indent="-2146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Виртуализация</a:t>
            </a:r>
            <a:endParaRPr sz="1100">
              <a:latin typeface="Segoe UI Light"/>
              <a:cs typeface="Segoe UI Light"/>
            </a:endParaRPr>
          </a:p>
          <a:p>
            <a:pPr marL="304800" indent="-214629">
              <a:lnSpc>
                <a:spcPct val="100000"/>
              </a:lnSpc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dirty="0">
                <a:latin typeface="Segoe UI Light"/>
                <a:cs typeface="Segoe UI Light"/>
              </a:rPr>
              <a:t>ОС</a:t>
            </a:r>
            <a:r>
              <a:rPr sz="1100" spc="-7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админ/обновлен</a:t>
            </a:r>
            <a:endParaRPr sz="1100">
              <a:latin typeface="Segoe UI Light"/>
              <a:cs typeface="Segoe UI Light"/>
            </a:endParaRPr>
          </a:p>
          <a:p>
            <a:pPr marL="304800" indent="-213995">
              <a:lnSpc>
                <a:spcPct val="100000"/>
              </a:lnSpc>
              <a:buFont typeface="Arial MT"/>
              <a:buChar char="•"/>
              <a:tabLst>
                <a:tab pos="304165" algn="l"/>
                <a:tab pos="304800" algn="l"/>
              </a:tabLst>
            </a:pPr>
            <a:r>
              <a:rPr sz="1100" spc="-5" dirty="0">
                <a:latin typeface="Segoe UI Light"/>
                <a:cs typeface="Segoe UI Light"/>
              </a:rPr>
              <a:t>Сеть</a:t>
            </a:r>
            <a:r>
              <a:rPr sz="1100" spc="-50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и</a:t>
            </a:r>
            <a:r>
              <a:rPr sz="1100" spc="-35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безопасность</a:t>
            </a:r>
            <a:endParaRPr sz="1100">
              <a:latin typeface="Segoe UI Light"/>
              <a:cs typeface="Segoe UI Light"/>
            </a:endParaRPr>
          </a:p>
          <a:p>
            <a:pPr marL="304800" indent="-213995">
              <a:lnSpc>
                <a:spcPct val="100000"/>
              </a:lnSpc>
              <a:buFont typeface="Arial MT"/>
              <a:buChar char="•"/>
              <a:tabLst>
                <a:tab pos="304165" algn="l"/>
                <a:tab pos="304800" algn="l"/>
              </a:tabLst>
            </a:pPr>
            <a:r>
              <a:rPr sz="1100" spc="-5" dirty="0">
                <a:latin typeface="Segoe UI Light"/>
                <a:cs typeface="Segoe UI Light"/>
              </a:rPr>
              <a:t>Мониторинг</a:t>
            </a:r>
            <a:r>
              <a:rPr sz="1100" spc="-55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и</a:t>
            </a:r>
            <a:r>
              <a:rPr sz="1100" spc="-25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управление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9082" y="2831872"/>
            <a:ext cx="11104245" cy="1083310"/>
            <a:chOff x="759082" y="2831872"/>
            <a:chExt cx="11104245" cy="1083310"/>
          </a:xfrm>
        </p:grpSpPr>
        <p:sp>
          <p:nvSpPr>
            <p:cNvPr id="30" name="object 30"/>
            <p:cNvSpPr/>
            <p:nvPr/>
          </p:nvSpPr>
          <p:spPr>
            <a:xfrm>
              <a:off x="763845" y="2836635"/>
              <a:ext cx="10876915" cy="0"/>
            </a:xfrm>
            <a:custGeom>
              <a:avLst/>
              <a:gdLst/>
              <a:ahLst/>
              <a:cxnLst/>
              <a:rect l="l" t="t" r="r" b="b"/>
              <a:pathLst>
                <a:path w="10876915">
                  <a:moveTo>
                    <a:pt x="0" y="0"/>
                  </a:moveTo>
                  <a:lnTo>
                    <a:pt x="10876775" y="0"/>
                  </a:lnTo>
                </a:path>
              </a:pathLst>
            </a:custGeom>
            <a:ln w="95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9659" y="2868167"/>
              <a:ext cx="6963155" cy="5974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49595" y="2886455"/>
              <a:ext cx="6510527" cy="58673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925532" y="2893815"/>
              <a:ext cx="6857365" cy="492125"/>
            </a:xfrm>
            <a:custGeom>
              <a:avLst/>
              <a:gdLst/>
              <a:ahLst/>
              <a:cxnLst/>
              <a:rect l="l" t="t" r="r" b="b"/>
              <a:pathLst>
                <a:path w="6857365" h="492125">
                  <a:moveTo>
                    <a:pt x="669725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92112"/>
                  </a:lnTo>
                  <a:lnTo>
                    <a:pt x="6857276" y="492112"/>
                  </a:lnTo>
                  <a:lnTo>
                    <a:pt x="6857276" y="160020"/>
                  </a:lnTo>
                  <a:lnTo>
                    <a:pt x="669725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99659" y="3486924"/>
              <a:ext cx="6963155" cy="42823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1944" y="3514356"/>
              <a:ext cx="2465831" cy="37336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25531" y="3513449"/>
              <a:ext cx="6857365" cy="322580"/>
            </a:xfrm>
            <a:custGeom>
              <a:avLst/>
              <a:gdLst/>
              <a:ahLst/>
              <a:cxnLst/>
              <a:rect l="l" t="t" r="r" b="b"/>
              <a:pathLst>
                <a:path w="6857365" h="322579">
                  <a:moveTo>
                    <a:pt x="6752564" y="0"/>
                  </a:moveTo>
                  <a:lnTo>
                    <a:pt x="104711" y="0"/>
                  </a:lnTo>
                  <a:lnTo>
                    <a:pt x="0" y="104711"/>
                  </a:lnTo>
                  <a:lnTo>
                    <a:pt x="0" y="322021"/>
                  </a:lnTo>
                  <a:lnTo>
                    <a:pt x="6857276" y="322021"/>
                  </a:lnTo>
                  <a:lnTo>
                    <a:pt x="6857276" y="104711"/>
                  </a:lnTo>
                  <a:lnTo>
                    <a:pt x="675256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270515" y="2949243"/>
            <a:ext cx="6165850" cy="867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Виртуальные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мощности</a:t>
            </a:r>
            <a:r>
              <a:rPr sz="1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IaaS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публичное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облако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платформах</a:t>
            </a:r>
            <a:r>
              <a:rPr sz="1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Softline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(РФ),</a:t>
            </a:r>
            <a:endParaRPr sz="1400">
              <a:latin typeface="Segoe UI Light"/>
              <a:cs typeface="Segoe UI Light"/>
            </a:endParaRPr>
          </a:p>
          <a:p>
            <a:pPr marL="2540" algn="ctr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Azure,</a:t>
            </a:r>
            <a:r>
              <a:rPr sz="14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Amazon,</a:t>
            </a:r>
            <a:r>
              <a:rPr sz="1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IBM</a:t>
            </a:r>
            <a:endParaRPr sz="1400">
              <a:latin typeface="Segoe UI Light"/>
              <a:cs typeface="Segoe UI Light"/>
            </a:endParaRPr>
          </a:p>
          <a:p>
            <a:pPr marL="635" algn="ctr">
              <a:lnSpc>
                <a:spcPct val="100000"/>
              </a:lnSpc>
              <a:spcBef>
                <a:spcPts val="1580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Частное</a:t>
            </a:r>
            <a:r>
              <a:rPr sz="1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облако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как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сервис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99659" y="3921251"/>
            <a:ext cx="6963409" cy="452755"/>
            <a:chOff x="4899659" y="3921251"/>
            <a:chExt cx="6963409" cy="452755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99659" y="3921251"/>
              <a:ext cx="6963155" cy="4526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36208" y="3962412"/>
              <a:ext cx="4338826" cy="37336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25537" y="3947226"/>
              <a:ext cx="6857365" cy="346075"/>
            </a:xfrm>
            <a:custGeom>
              <a:avLst/>
              <a:gdLst/>
              <a:ahLst/>
              <a:cxnLst/>
              <a:rect l="l" t="t" r="r" b="b"/>
              <a:pathLst>
                <a:path w="6857365" h="346075">
                  <a:moveTo>
                    <a:pt x="6744881" y="0"/>
                  </a:moveTo>
                  <a:lnTo>
                    <a:pt x="112382" y="0"/>
                  </a:lnTo>
                  <a:lnTo>
                    <a:pt x="0" y="112382"/>
                  </a:lnTo>
                  <a:lnTo>
                    <a:pt x="0" y="345630"/>
                  </a:lnTo>
                  <a:lnTo>
                    <a:pt x="6857276" y="345630"/>
                  </a:lnTo>
                  <a:lnTo>
                    <a:pt x="6857276" y="112382"/>
                  </a:lnTo>
                  <a:lnTo>
                    <a:pt x="6744881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356141" y="4024183"/>
            <a:ext cx="39960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Резервное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копирование</a:t>
            </a:r>
            <a:r>
              <a:rPr sz="1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(Backup),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резервный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ЦОД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01183" y="4378451"/>
            <a:ext cx="6963409" cy="429895"/>
            <a:chOff x="4901183" y="4378451"/>
            <a:chExt cx="6963409" cy="429895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01183" y="4378451"/>
              <a:ext cx="6963155" cy="4297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47716" y="4405896"/>
              <a:ext cx="6117335" cy="37336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927356" y="4405415"/>
              <a:ext cx="6857365" cy="322580"/>
            </a:xfrm>
            <a:custGeom>
              <a:avLst/>
              <a:gdLst/>
              <a:ahLst/>
              <a:cxnLst/>
              <a:rect l="l" t="t" r="r" b="b"/>
              <a:pathLst>
                <a:path w="6857365" h="322579">
                  <a:moveTo>
                    <a:pt x="6752564" y="0"/>
                  </a:moveTo>
                  <a:lnTo>
                    <a:pt x="104711" y="0"/>
                  </a:lnTo>
                  <a:lnTo>
                    <a:pt x="0" y="104711"/>
                  </a:lnTo>
                  <a:lnTo>
                    <a:pt x="0" y="322021"/>
                  </a:lnTo>
                  <a:lnTo>
                    <a:pt x="6857276" y="322021"/>
                  </a:lnTo>
                  <a:lnTo>
                    <a:pt x="6857276" y="104711"/>
                  </a:lnTo>
                  <a:lnTo>
                    <a:pt x="675256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468744" y="4468648"/>
            <a:ext cx="5773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Миграция,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аутсорсинг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(в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ЦОДе</a:t>
            </a:r>
            <a:r>
              <a:rPr sz="1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Softline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 или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1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ЦОДе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клиента),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аутстаффинг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8556" y="4849380"/>
            <a:ext cx="4089400" cy="1207135"/>
            <a:chOff x="638556" y="4849380"/>
            <a:chExt cx="4089400" cy="1207135"/>
          </a:xfrm>
        </p:grpSpPr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8556" y="4849380"/>
              <a:ext cx="2266175" cy="44194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5702" y="4875490"/>
              <a:ext cx="2158365" cy="335280"/>
            </a:xfrm>
            <a:custGeom>
              <a:avLst/>
              <a:gdLst/>
              <a:ahLst/>
              <a:cxnLst/>
              <a:rect l="l" t="t" r="r" b="b"/>
              <a:pathLst>
                <a:path w="2158365" h="335279">
                  <a:moveTo>
                    <a:pt x="2049132" y="0"/>
                  </a:moveTo>
                  <a:lnTo>
                    <a:pt x="108978" y="0"/>
                  </a:lnTo>
                  <a:lnTo>
                    <a:pt x="0" y="108978"/>
                  </a:lnTo>
                  <a:lnTo>
                    <a:pt x="0" y="335127"/>
                  </a:lnTo>
                  <a:lnTo>
                    <a:pt x="2158110" y="335127"/>
                  </a:lnTo>
                  <a:lnTo>
                    <a:pt x="2158110" y="108978"/>
                  </a:lnTo>
                  <a:lnTo>
                    <a:pt x="204913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85160" y="5141976"/>
              <a:ext cx="1542288" cy="9144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294745" y="5269612"/>
              <a:ext cx="620395" cy="676910"/>
            </a:xfrm>
            <a:custGeom>
              <a:avLst/>
              <a:gdLst/>
              <a:ahLst/>
              <a:cxnLst/>
              <a:rect l="l" t="t" r="r" b="b"/>
              <a:pathLst>
                <a:path w="620395" h="676910">
                  <a:moveTo>
                    <a:pt x="295440" y="0"/>
                  </a:moveTo>
                  <a:lnTo>
                    <a:pt x="0" y="474522"/>
                  </a:lnTo>
                  <a:lnTo>
                    <a:pt x="324891" y="676795"/>
                  </a:lnTo>
                  <a:lnTo>
                    <a:pt x="620331" y="202285"/>
                  </a:lnTo>
                  <a:lnTo>
                    <a:pt x="29544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14463" y="5466863"/>
              <a:ext cx="210185" cy="269240"/>
            </a:xfrm>
            <a:custGeom>
              <a:avLst/>
              <a:gdLst/>
              <a:ahLst/>
              <a:cxnLst/>
              <a:rect l="l" t="t" r="r" b="b"/>
              <a:pathLst>
                <a:path w="210185" h="269239">
                  <a:moveTo>
                    <a:pt x="65986" y="231789"/>
                  </a:moveTo>
                  <a:lnTo>
                    <a:pt x="51942" y="231789"/>
                  </a:lnTo>
                  <a:lnTo>
                    <a:pt x="54673" y="232436"/>
                  </a:lnTo>
                  <a:lnTo>
                    <a:pt x="60693" y="236183"/>
                  </a:lnTo>
                  <a:lnTo>
                    <a:pt x="62471" y="238850"/>
                  </a:lnTo>
                  <a:lnTo>
                    <a:pt x="63258" y="245517"/>
                  </a:lnTo>
                  <a:lnTo>
                    <a:pt x="62064" y="249404"/>
                  </a:lnTo>
                  <a:lnTo>
                    <a:pt x="56680" y="258065"/>
                  </a:lnTo>
                  <a:lnTo>
                    <a:pt x="52463" y="261824"/>
                  </a:lnTo>
                  <a:lnTo>
                    <a:pt x="46634" y="265139"/>
                  </a:lnTo>
                  <a:lnTo>
                    <a:pt x="52666" y="268898"/>
                  </a:lnTo>
                  <a:lnTo>
                    <a:pt x="70065" y="245352"/>
                  </a:lnTo>
                  <a:lnTo>
                    <a:pt x="68148" y="234875"/>
                  </a:lnTo>
                  <a:lnTo>
                    <a:pt x="65986" y="231789"/>
                  </a:lnTo>
                  <a:close/>
                </a:path>
                <a:path w="210185" h="269239">
                  <a:moveTo>
                    <a:pt x="14020" y="202261"/>
                  </a:moveTo>
                  <a:lnTo>
                    <a:pt x="10147" y="205474"/>
                  </a:lnTo>
                  <a:lnTo>
                    <a:pt x="7073" y="208891"/>
                  </a:lnTo>
                  <a:lnTo>
                    <a:pt x="1282" y="218187"/>
                  </a:lnTo>
                  <a:lnTo>
                    <a:pt x="0" y="223699"/>
                  </a:lnTo>
                  <a:lnTo>
                    <a:pt x="1900" y="234456"/>
                  </a:lnTo>
                  <a:lnTo>
                    <a:pt x="4597" y="238507"/>
                  </a:lnTo>
                  <a:lnTo>
                    <a:pt x="12331" y="243320"/>
                  </a:lnTo>
                  <a:lnTo>
                    <a:pt x="15747" y="244273"/>
                  </a:lnTo>
                  <a:lnTo>
                    <a:pt x="22859" y="243993"/>
                  </a:lnTo>
                  <a:lnTo>
                    <a:pt x="28333" y="241974"/>
                  </a:lnTo>
                  <a:lnTo>
                    <a:pt x="36994" y="237377"/>
                  </a:lnTo>
                  <a:lnTo>
                    <a:pt x="17868" y="237377"/>
                  </a:lnTo>
                  <a:lnTo>
                    <a:pt x="15138" y="236729"/>
                  </a:lnTo>
                  <a:lnTo>
                    <a:pt x="9385" y="233135"/>
                  </a:lnTo>
                  <a:lnTo>
                    <a:pt x="7658" y="230557"/>
                  </a:lnTo>
                  <a:lnTo>
                    <a:pt x="6641" y="224067"/>
                  </a:lnTo>
                  <a:lnTo>
                    <a:pt x="6636" y="223699"/>
                  </a:lnTo>
                  <a:lnTo>
                    <a:pt x="7518" y="220244"/>
                  </a:lnTo>
                  <a:lnTo>
                    <a:pt x="12268" y="212612"/>
                  </a:lnTo>
                  <a:lnTo>
                    <a:pt x="15570" y="209081"/>
                  </a:lnTo>
                  <a:lnTo>
                    <a:pt x="19773" y="205843"/>
                  </a:lnTo>
                  <a:lnTo>
                    <a:pt x="14020" y="202261"/>
                  </a:lnTo>
                  <a:close/>
                </a:path>
                <a:path w="210185" h="269239">
                  <a:moveTo>
                    <a:pt x="38823" y="198083"/>
                  </a:moveTo>
                  <a:lnTo>
                    <a:pt x="35242" y="203823"/>
                  </a:lnTo>
                  <a:lnTo>
                    <a:pt x="88277" y="214504"/>
                  </a:lnTo>
                  <a:lnTo>
                    <a:pt x="94983" y="224067"/>
                  </a:lnTo>
                  <a:lnTo>
                    <a:pt x="98196" y="228601"/>
                  </a:lnTo>
                  <a:lnTo>
                    <a:pt x="98765" y="231789"/>
                  </a:lnTo>
                  <a:lnTo>
                    <a:pt x="98759" y="232551"/>
                  </a:lnTo>
                  <a:lnTo>
                    <a:pt x="96227" y="236627"/>
                  </a:lnTo>
                  <a:lnTo>
                    <a:pt x="95135" y="237948"/>
                  </a:lnTo>
                  <a:lnTo>
                    <a:pt x="93713" y="239358"/>
                  </a:lnTo>
                  <a:lnTo>
                    <a:pt x="98945" y="242622"/>
                  </a:lnTo>
                  <a:lnTo>
                    <a:pt x="104976" y="232373"/>
                  </a:lnTo>
                  <a:lnTo>
                    <a:pt x="103555" y="226061"/>
                  </a:lnTo>
                  <a:lnTo>
                    <a:pt x="101726" y="222429"/>
                  </a:lnTo>
                  <a:lnTo>
                    <a:pt x="98805" y="218416"/>
                  </a:lnTo>
                  <a:lnTo>
                    <a:pt x="91751" y="208865"/>
                  </a:lnTo>
                  <a:lnTo>
                    <a:pt x="84442" y="208865"/>
                  </a:lnTo>
                  <a:lnTo>
                    <a:pt x="83057" y="207147"/>
                  </a:lnTo>
                  <a:lnTo>
                    <a:pt x="38823" y="198083"/>
                  </a:lnTo>
                  <a:close/>
                </a:path>
                <a:path w="210185" h="269239">
                  <a:moveTo>
                    <a:pt x="53530" y="224791"/>
                  </a:moveTo>
                  <a:lnTo>
                    <a:pt x="45986" y="225451"/>
                  </a:lnTo>
                  <a:lnTo>
                    <a:pt x="40957" y="227395"/>
                  </a:lnTo>
                  <a:lnTo>
                    <a:pt x="34670" y="230951"/>
                  </a:lnTo>
                  <a:lnTo>
                    <a:pt x="27825" y="234456"/>
                  </a:lnTo>
                  <a:lnTo>
                    <a:pt x="23101" y="236450"/>
                  </a:lnTo>
                  <a:lnTo>
                    <a:pt x="17868" y="237377"/>
                  </a:lnTo>
                  <a:lnTo>
                    <a:pt x="36994" y="237377"/>
                  </a:lnTo>
                  <a:lnTo>
                    <a:pt x="42138" y="234646"/>
                  </a:lnTo>
                  <a:lnTo>
                    <a:pt x="46659" y="232716"/>
                  </a:lnTo>
                  <a:lnTo>
                    <a:pt x="51942" y="231789"/>
                  </a:lnTo>
                  <a:lnTo>
                    <a:pt x="65986" y="231789"/>
                  </a:lnTo>
                  <a:lnTo>
                    <a:pt x="65265" y="230760"/>
                  </a:lnTo>
                  <a:lnTo>
                    <a:pt x="57099" y="225667"/>
                  </a:lnTo>
                  <a:lnTo>
                    <a:pt x="53530" y="224791"/>
                  </a:lnTo>
                  <a:close/>
                </a:path>
                <a:path w="210185" h="269239">
                  <a:moveTo>
                    <a:pt x="83057" y="207147"/>
                  </a:moveTo>
                  <a:lnTo>
                    <a:pt x="84442" y="208865"/>
                  </a:lnTo>
                  <a:lnTo>
                    <a:pt x="85140" y="207786"/>
                  </a:lnTo>
                  <a:lnTo>
                    <a:pt x="84264" y="207468"/>
                  </a:lnTo>
                  <a:lnTo>
                    <a:pt x="83057" y="207147"/>
                  </a:lnTo>
                  <a:close/>
                </a:path>
                <a:path w="210185" h="269239">
                  <a:moveTo>
                    <a:pt x="59385" y="165050"/>
                  </a:moveTo>
                  <a:lnTo>
                    <a:pt x="55879" y="170676"/>
                  </a:lnTo>
                  <a:lnTo>
                    <a:pt x="82702" y="206706"/>
                  </a:lnTo>
                  <a:lnTo>
                    <a:pt x="83057" y="207147"/>
                  </a:lnTo>
                  <a:lnTo>
                    <a:pt x="84264" y="207468"/>
                  </a:lnTo>
                  <a:lnTo>
                    <a:pt x="85140" y="207786"/>
                  </a:lnTo>
                  <a:lnTo>
                    <a:pt x="84442" y="208865"/>
                  </a:lnTo>
                  <a:lnTo>
                    <a:pt x="91751" y="208865"/>
                  </a:lnTo>
                  <a:lnTo>
                    <a:pt x="59385" y="165050"/>
                  </a:lnTo>
                  <a:close/>
                </a:path>
                <a:path w="210185" h="269239">
                  <a:moveTo>
                    <a:pt x="116754" y="158586"/>
                  </a:moveTo>
                  <a:lnTo>
                    <a:pt x="104622" y="158586"/>
                  </a:lnTo>
                  <a:lnTo>
                    <a:pt x="106464" y="158802"/>
                  </a:lnTo>
                  <a:lnTo>
                    <a:pt x="112979" y="162853"/>
                  </a:lnTo>
                  <a:lnTo>
                    <a:pt x="98615" y="182398"/>
                  </a:lnTo>
                  <a:lnTo>
                    <a:pt x="104520" y="186069"/>
                  </a:lnTo>
                  <a:lnTo>
                    <a:pt x="118665" y="167425"/>
                  </a:lnTo>
                  <a:lnTo>
                    <a:pt x="117411" y="159564"/>
                  </a:lnTo>
                  <a:lnTo>
                    <a:pt x="116754" y="158586"/>
                  </a:lnTo>
                  <a:close/>
                </a:path>
                <a:path w="210185" h="269239">
                  <a:moveTo>
                    <a:pt x="79692" y="135904"/>
                  </a:moveTo>
                  <a:lnTo>
                    <a:pt x="67197" y="153201"/>
                  </a:lnTo>
                  <a:lnTo>
                    <a:pt x="68186" y="161266"/>
                  </a:lnTo>
                  <a:lnTo>
                    <a:pt x="70307" y="164555"/>
                  </a:lnTo>
                  <a:lnTo>
                    <a:pt x="76974" y="168695"/>
                  </a:lnTo>
                  <a:lnTo>
                    <a:pt x="79997" y="169368"/>
                  </a:lnTo>
                  <a:lnTo>
                    <a:pt x="86232" y="168378"/>
                  </a:lnTo>
                  <a:lnTo>
                    <a:pt x="90004" y="166612"/>
                  </a:lnTo>
                  <a:lnTo>
                    <a:pt x="95843" y="162574"/>
                  </a:lnTo>
                  <a:lnTo>
                    <a:pt x="80949" y="162574"/>
                  </a:lnTo>
                  <a:lnTo>
                    <a:pt x="79171" y="162129"/>
                  </a:lnTo>
                  <a:lnTo>
                    <a:pt x="75260" y="159691"/>
                  </a:lnTo>
                  <a:lnTo>
                    <a:pt x="74053" y="157875"/>
                  </a:lnTo>
                  <a:lnTo>
                    <a:pt x="73355" y="153201"/>
                  </a:lnTo>
                  <a:lnTo>
                    <a:pt x="73990" y="150750"/>
                  </a:lnTo>
                  <a:lnTo>
                    <a:pt x="77584" y="144972"/>
                  </a:lnTo>
                  <a:lnTo>
                    <a:pt x="80822" y="142051"/>
                  </a:lnTo>
                  <a:lnTo>
                    <a:pt x="85305" y="139409"/>
                  </a:lnTo>
                  <a:lnTo>
                    <a:pt x="79692" y="135904"/>
                  </a:lnTo>
                  <a:close/>
                </a:path>
                <a:path w="210185" h="269239">
                  <a:moveTo>
                    <a:pt x="105600" y="151576"/>
                  </a:moveTo>
                  <a:lnTo>
                    <a:pt x="99707" y="152858"/>
                  </a:lnTo>
                  <a:lnTo>
                    <a:pt x="95808" y="154801"/>
                  </a:lnTo>
                  <a:lnTo>
                    <a:pt x="87160" y="160631"/>
                  </a:lnTo>
                  <a:lnTo>
                    <a:pt x="84404" y="162040"/>
                  </a:lnTo>
                  <a:lnTo>
                    <a:pt x="80949" y="162574"/>
                  </a:lnTo>
                  <a:lnTo>
                    <a:pt x="95843" y="162574"/>
                  </a:lnTo>
                  <a:lnTo>
                    <a:pt x="97789" y="161228"/>
                  </a:lnTo>
                  <a:lnTo>
                    <a:pt x="100495" y="159767"/>
                  </a:lnTo>
                  <a:lnTo>
                    <a:pt x="104622" y="158586"/>
                  </a:lnTo>
                  <a:lnTo>
                    <a:pt x="116754" y="158586"/>
                  </a:lnTo>
                  <a:lnTo>
                    <a:pt x="115252" y="156351"/>
                  </a:lnTo>
                  <a:lnTo>
                    <a:pt x="108584" y="152198"/>
                  </a:lnTo>
                  <a:lnTo>
                    <a:pt x="105600" y="151576"/>
                  </a:lnTo>
                  <a:close/>
                </a:path>
                <a:path w="210185" h="269239">
                  <a:moveTo>
                    <a:pt x="104315" y="124258"/>
                  </a:moveTo>
                  <a:lnTo>
                    <a:pt x="91947" y="124258"/>
                  </a:lnTo>
                  <a:lnTo>
                    <a:pt x="127774" y="146559"/>
                  </a:lnTo>
                  <a:lnTo>
                    <a:pt x="133946" y="145657"/>
                  </a:lnTo>
                  <a:lnTo>
                    <a:pt x="138575" y="138228"/>
                  </a:lnTo>
                  <a:lnTo>
                    <a:pt x="127609" y="138228"/>
                  </a:lnTo>
                  <a:lnTo>
                    <a:pt x="125425" y="137402"/>
                  </a:lnTo>
                  <a:lnTo>
                    <a:pt x="104315" y="124258"/>
                  </a:lnTo>
                  <a:close/>
                </a:path>
                <a:path w="210185" h="269239">
                  <a:moveTo>
                    <a:pt x="135597" y="128169"/>
                  </a:moveTo>
                  <a:lnTo>
                    <a:pt x="127609" y="138228"/>
                  </a:lnTo>
                  <a:lnTo>
                    <a:pt x="138575" y="138228"/>
                  </a:lnTo>
                  <a:lnTo>
                    <a:pt x="139382" y="136932"/>
                  </a:lnTo>
                  <a:lnTo>
                    <a:pt x="140157" y="134405"/>
                  </a:lnTo>
                  <a:lnTo>
                    <a:pt x="140525" y="131243"/>
                  </a:lnTo>
                  <a:lnTo>
                    <a:pt x="135597" y="128169"/>
                  </a:lnTo>
                  <a:close/>
                </a:path>
                <a:path w="210185" h="269239">
                  <a:moveTo>
                    <a:pt x="77914" y="107824"/>
                  </a:moveTo>
                  <a:lnTo>
                    <a:pt x="76009" y="114339"/>
                  </a:lnTo>
                  <a:lnTo>
                    <a:pt x="86779" y="121045"/>
                  </a:lnTo>
                  <a:lnTo>
                    <a:pt x="82041" y="128665"/>
                  </a:lnTo>
                  <a:lnTo>
                    <a:pt x="87210" y="131878"/>
                  </a:lnTo>
                  <a:lnTo>
                    <a:pt x="91947" y="124258"/>
                  </a:lnTo>
                  <a:lnTo>
                    <a:pt x="104315" y="124258"/>
                  </a:lnTo>
                  <a:lnTo>
                    <a:pt x="95402" y="118708"/>
                  </a:lnTo>
                  <a:lnTo>
                    <a:pt x="97403" y="115495"/>
                  </a:lnTo>
                  <a:lnTo>
                    <a:pt x="90233" y="115495"/>
                  </a:lnTo>
                  <a:lnTo>
                    <a:pt x="77914" y="107824"/>
                  </a:lnTo>
                  <a:close/>
                </a:path>
                <a:path w="210185" h="269239">
                  <a:moveTo>
                    <a:pt x="130822" y="69749"/>
                  </a:moveTo>
                  <a:lnTo>
                    <a:pt x="119291" y="70829"/>
                  </a:lnTo>
                  <a:lnTo>
                    <a:pt x="114668" y="73890"/>
                  </a:lnTo>
                  <a:lnTo>
                    <a:pt x="107518" y="85383"/>
                  </a:lnTo>
                  <a:lnTo>
                    <a:pt x="106743" y="91555"/>
                  </a:lnTo>
                  <a:lnTo>
                    <a:pt x="111023" y="104433"/>
                  </a:lnTo>
                  <a:lnTo>
                    <a:pt x="115303" y="109653"/>
                  </a:lnTo>
                  <a:lnTo>
                    <a:pt x="129095" y="118238"/>
                  </a:lnTo>
                  <a:lnTo>
                    <a:pt x="135940" y="120054"/>
                  </a:lnTo>
                  <a:lnTo>
                    <a:pt x="148551" y="118111"/>
                  </a:lnTo>
                  <a:lnTo>
                    <a:pt x="153492" y="114746"/>
                  </a:lnTo>
                  <a:lnTo>
                    <a:pt x="154472" y="113171"/>
                  </a:lnTo>
                  <a:lnTo>
                    <a:pt x="136524" y="113171"/>
                  </a:lnTo>
                  <a:lnTo>
                    <a:pt x="131635" y="111888"/>
                  </a:lnTo>
                  <a:lnTo>
                    <a:pt x="126530" y="108713"/>
                  </a:lnTo>
                  <a:lnTo>
                    <a:pt x="128649" y="105309"/>
                  </a:lnTo>
                  <a:lnTo>
                    <a:pt x="121475" y="105309"/>
                  </a:lnTo>
                  <a:lnTo>
                    <a:pt x="117652" y="102134"/>
                  </a:lnTo>
                  <a:lnTo>
                    <a:pt x="115252" y="98528"/>
                  </a:lnTo>
                  <a:lnTo>
                    <a:pt x="113271" y="90463"/>
                  </a:lnTo>
                  <a:lnTo>
                    <a:pt x="113931" y="86590"/>
                  </a:lnTo>
                  <a:lnTo>
                    <a:pt x="118478" y="79287"/>
                  </a:lnTo>
                  <a:lnTo>
                    <a:pt x="121500" y="77268"/>
                  </a:lnTo>
                  <a:lnTo>
                    <a:pt x="129146" y="76353"/>
                  </a:lnTo>
                  <a:lnTo>
                    <a:pt x="144750" y="76353"/>
                  </a:lnTo>
                  <a:lnTo>
                    <a:pt x="136994" y="71527"/>
                  </a:lnTo>
                  <a:lnTo>
                    <a:pt x="130822" y="69749"/>
                  </a:lnTo>
                  <a:close/>
                </a:path>
                <a:path w="210185" h="269239">
                  <a:moveTo>
                    <a:pt x="97218" y="104281"/>
                  </a:moveTo>
                  <a:lnTo>
                    <a:pt x="90233" y="115495"/>
                  </a:lnTo>
                  <a:lnTo>
                    <a:pt x="97403" y="115495"/>
                  </a:lnTo>
                  <a:lnTo>
                    <a:pt x="102387" y="107494"/>
                  </a:lnTo>
                  <a:lnTo>
                    <a:pt x="97218" y="104281"/>
                  </a:lnTo>
                  <a:close/>
                </a:path>
                <a:path w="210185" h="269239">
                  <a:moveTo>
                    <a:pt x="156362" y="86882"/>
                  </a:moveTo>
                  <a:lnTo>
                    <a:pt x="136524" y="113171"/>
                  </a:lnTo>
                  <a:lnTo>
                    <a:pt x="154472" y="113171"/>
                  </a:lnTo>
                  <a:lnTo>
                    <a:pt x="160566" y="103379"/>
                  </a:lnTo>
                  <a:lnTo>
                    <a:pt x="162115" y="97118"/>
                  </a:lnTo>
                  <a:lnTo>
                    <a:pt x="161696" y="90196"/>
                  </a:lnTo>
                  <a:lnTo>
                    <a:pt x="156362" y="86882"/>
                  </a:lnTo>
                  <a:close/>
                </a:path>
                <a:path w="210185" h="269239">
                  <a:moveTo>
                    <a:pt x="144750" y="76353"/>
                  </a:moveTo>
                  <a:lnTo>
                    <a:pt x="129146" y="76353"/>
                  </a:lnTo>
                  <a:lnTo>
                    <a:pt x="133172" y="77331"/>
                  </a:lnTo>
                  <a:lnTo>
                    <a:pt x="137401" y="79744"/>
                  </a:lnTo>
                  <a:lnTo>
                    <a:pt x="121475" y="105309"/>
                  </a:lnTo>
                  <a:lnTo>
                    <a:pt x="128649" y="105309"/>
                  </a:lnTo>
                  <a:lnTo>
                    <a:pt x="146138" y="77217"/>
                  </a:lnTo>
                  <a:lnTo>
                    <a:pt x="144750" y="76353"/>
                  </a:lnTo>
                  <a:close/>
                </a:path>
                <a:path w="210185" h="269239">
                  <a:moveTo>
                    <a:pt x="132626" y="47410"/>
                  </a:moveTo>
                  <a:lnTo>
                    <a:pt x="129171" y="52960"/>
                  </a:lnTo>
                  <a:lnTo>
                    <a:pt x="173354" y="80468"/>
                  </a:lnTo>
                  <a:lnTo>
                    <a:pt x="176809" y="74931"/>
                  </a:lnTo>
                  <a:lnTo>
                    <a:pt x="147053" y="56402"/>
                  </a:lnTo>
                  <a:lnTo>
                    <a:pt x="144170" y="53112"/>
                  </a:lnTo>
                  <a:lnTo>
                    <a:pt x="138912" y="53036"/>
                  </a:lnTo>
                  <a:lnTo>
                    <a:pt x="137422" y="50395"/>
                  </a:lnTo>
                  <a:lnTo>
                    <a:pt x="132626" y="47410"/>
                  </a:lnTo>
                  <a:close/>
                </a:path>
                <a:path w="210185" h="269239">
                  <a:moveTo>
                    <a:pt x="166702" y="31624"/>
                  </a:moveTo>
                  <a:lnTo>
                    <a:pt x="154330" y="31624"/>
                  </a:lnTo>
                  <a:lnTo>
                    <a:pt x="189966" y="53811"/>
                  </a:lnTo>
                  <a:lnTo>
                    <a:pt x="193420" y="48261"/>
                  </a:lnTo>
                  <a:lnTo>
                    <a:pt x="166702" y="31624"/>
                  </a:lnTo>
                  <a:close/>
                </a:path>
                <a:path w="210185" h="269239">
                  <a:moveTo>
                    <a:pt x="137422" y="50395"/>
                  </a:moveTo>
                  <a:lnTo>
                    <a:pt x="138912" y="53036"/>
                  </a:lnTo>
                  <a:lnTo>
                    <a:pt x="139687" y="51804"/>
                  </a:lnTo>
                  <a:lnTo>
                    <a:pt x="137422" y="50395"/>
                  </a:lnTo>
                  <a:close/>
                </a:path>
                <a:path w="210185" h="269239">
                  <a:moveTo>
                    <a:pt x="150736" y="26620"/>
                  </a:moveTo>
                  <a:lnTo>
                    <a:pt x="143979" y="28944"/>
                  </a:lnTo>
                  <a:lnTo>
                    <a:pt x="141262" y="31180"/>
                  </a:lnTo>
                  <a:lnTo>
                    <a:pt x="135445" y="40527"/>
                  </a:lnTo>
                  <a:lnTo>
                    <a:pt x="135343" y="46712"/>
                  </a:lnTo>
                  <a:lnTo>
                    <a:pt x="137422" y="50395"/>
                  </a:lnTo>
                  <a:lnTo>
                    <a:pt x="139687" y="51804"/>
                  </a:lnTo>
                  <a:lnTo>
                    <a:pt x="138912" y="53036"/>
                  </a:lnTo>
                  <a:lnTo>
                    <a:pt x="144143" y="53036"/>
                  </a:lnTo>
                  <a:lnTo>
                    <a:pt x="141427" y="45442"/>
                  </a:lnTo>
                  <a:lnTo>
                    <a:pt x="141719" y="41949"/>
                  </a:lnTo>
                  <a:lnTo>
                    <a:pt x="147815" y="32157"/>
                  </a:lnTo>
                  <a:lnTo>
                    <a:pt x="154330" y="31624"/>
                  </a:lnTo>
                  <a:lnTo>
                    <a:pt x="166702" y="31624"/>
                  </a:lnTo>
                  <a:lnTo>
                    <a:pt x="163499" y="29630"/>
                  </a:lnTo>
                  <a:lnTo>
                    <a:pt x="162072" y="27916"/>
                  </a:lnTo>
                  <a:lnTo>
                    <a:pt x="156768" y="27916"/>
                  </a:lnTo>
                  <a:lnTo>
                    <a:pt x="153873" y="26658"/>
                  </a:lnTo>
                  <a:lnTo>
                    <a:pt x="150736" y="26620"/>
                  </a:lnTo>
                  <a:close/>
                </a:path>
                <a:path w="210185" h="269239">
                  <a:moveTo>
                    <a:pt x="166970" y="0"/>
                  </a:moveTo>
                  <a:lnTo>
                    <a:pt x="160685" y="2520"/>
                  </a:lnTo>
                  <a:lnTo>
                    <a:pt x="155511" y="8307"/>
                  </a:lnTo>
                  <a:lnTo>
                    <a:pt x="153593" y="11380"/>
                  </a:lnTo>
                  <a:lnTo>
                    <a:pt x="152717" y="14784"/>
                  </a:lnTo>
                  <a:lnTo>
                    <a:pt x="153060" y="22264"/>
                  </a:lnTo>
                  <a:lnTo>
                    <a:pt x="154355" y="25388"/>
                  </a:lnTo>
                  <a:lnTo>
                    <a:pt x="156768" y="27916"/>
                  </a:lnTo>
                  <a:lnTo>
                    <a:pt x="162072" y="27916"/>
                  </a:lnTo>
                  <a:lnTo>
                    <a:pt x="160781" y="26366"/>
                  </a:lnTo>
                  <a:lnTo>
                    <a:pt x="158229" y="18441"/>
                  </a:lnTo>
                  <a:lnTo>
                    <a:pt x="158546" y="14924"/>
                  </a:lnTo>
                  <a:lnTo>
                    <a:pt x="162547" y="8510"/>
                  </a:lnTo>
                  <a:lnTo>
                    <a:pt x="165049" y="6681"/>
                  </a:lnTo>
                  <a:lnTo>
                    <a:pt x="170929" y="6084"/>
                  </a:lnTo>
                  <a:lnTo>
                    <a:pt x="185008" y="6084"/>
                  </a:lnTo>
                  <a:lnTo>
                    <a:pt x="182867" y="4751"/>
                  </a:lnTo>
                  <a:lnTo>
                    <a:pt x="174363" y="743"/>
                  </a:lnTo>
                  <a:lnTo>
                    <a:pt x="166970" y="0"/>
                  </a:lnTo>
                  <a:close/>
                </a:path>
                <a:path w="210185" h="269239">
                  <a:moveTo>
                    <a:pt x="185008" y="6084"/>
                  </a:moveTo>
                  <a:lnTo>
                    <a:pt x="170929" y="6084"/>
                  </a:lnTo>
                  <a:lnTo>
                    <a:pt x="174967" y="7532"/>
                  </a:lnTo>
                  <a:lnTo>
                    <a:pt x="206540" y="27179"/>
                  </a:lnTo>
                  <a:lnTo>
                    <a:pt x="209994" y="21642"/>
                  </a:lnTo>
                  <a:lnTo>
                    <a:pt x="185008" y="60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13020" y="5598850"/>
              <a:ext cx="159143" cy="201002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83476" y="5247144"/>
            <a:ext cx="2529205" cy="6007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304800" indent="-2146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Администрирование</a:t>
            </a:r>
            <a:endParaRPr sz="1100">
              <a:latin typeface="Segoe UI Light"/>
              <a:cs typeface="Segoe UI Light"/>
            </a:endParaRPr>
          </a:p>
          <a:p>
            <a:pPr marL="304800" indent="-214629">
              <a:lnSpc>
                <a:spcPct val="100000"/>
              </a:lnSpc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Обновление</a:t>
            </a:r>
            <a:endParaRPr sz="1100">
              <a:latin typeface="Segoe UI Light"/>
              <a:cs typeface="Segoe UI Light"/>
            </a:endParaRPr>
          </a:p>
          <a:p>
            <a:pPr marL="304800" indent="-214629">
              <a:lnSpc>
                <a:spcPct val="100000"/>
              </a:lnSpc>
              <a:buFont typeface="Arial MT"/>
              <a:buChar char="•"/>
              <a:tabLst>
                <a:tab pos="304165" algn="l"/>
                <a:tab pos="305435" algn="l"/>
              </a:tabLst>
            </a:pPr>
            <a:r>
              <a:rPr sz="1100" spc="-5" dirty="0">
                <a:latin typeface="Segoe UI Light"/>
                <a:cs typeface="Segoe UI Light"/>
              </a:rPr>
              <a:t>Мониторинг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27531" y="4818887"/>
            <a:ext cx="1865630" cy="422275"/>
            <a:chOff x="827531" y="4818887"/>
            <a:chExt cx="1865630" cy="422275"/>
          </a:xfrm>
        </p:grpSpPr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6676" y="4826520"/>
              <a:ext cx="1796795" cy="41451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7531" y="4818887"/>
              <a:ext cx="1865375" cy="37337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889508" y="4841113"/>
            <a:ext cx="1691005" cy="30797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412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325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Приложения</a:t>
            </a:r>
            <a:r>
              <a:rPr sz="140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(SaaS)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899659" y="4818887"/>
            <a:ext cx="6963409" cy="467995"/>
            <a:chOff x="4899659" y="4818887"/>
            <a:chExt cx="6963409" cy="467995"/>
          </a:xfrm>
        </p:grpSpPr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99659" y="4818887"/>
              <a:ext cx="6963155" cy="46786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55891" y="4869179"/>
              <a:ext cx="3297935" cy="37337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925527" y="4845267"/>
              <a:ext cx="6857365" cy="361315"/>
            </a:xfrm>
            <a:custGeom>
              <a:avLst/>
              <a:gdLst/>
              <a:ahLst/>
              <a:cxnLst/>
              <a:rect l="l" t="t" r="r" b="b"/>
              <a:pathLst>
                <a:path w="6857365" h="361314">
                  <a:moveTo>
                    <a:pt x="6739877" y="0"/>
                  </a:moveTo>
                  <a:lnTo>
                    <a:pt x="117411" y="0"/>
                  </a:lnTo>
                  <a:lnTo>
                    <a:pt x="0" y="117411"/>
                  </a:lnTo>
                  <a:lnTo>
                    <a:pt x="0" y="361060"/>
                  </a:lnTo>
                  <a:lnTo>
                    <a:pt x="6857276" y="361060"/>
                  </a:lnTo>
                  <a:lnTo>
                    <a:pt x="6857276" y="117411"/>
                  </a:lnTo>
                  <a:lnTo>
                    <a:pt x="673987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876873" y="4931196"/>
            <a:ext cx="2955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Виртуальный</a:t>
            </a:r>
            <a:r>
              <a:rPr sz="1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офис,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Office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365,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G Suite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870703" y="5876543"/>
            <a:ext cx="6964680" cy="428625"/>
            <a:chOff x="4870703" y="5876543"/>
            <a:chExt cx="6964680" cy="428625"/>
          </a:xfrm>
        </p:grpSpPr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70703" y="5876543"/>
              <a:ext cx="6964679" cy="42824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05371" y="5903975"/>
              <a:ext cx="3944111" cy="37337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897250" y="5902827"/>
              <a:ext cx="6857365" cy="322580"/>
            </a:xfrm>
            <a:custGeom>
              <a:avLst/>
              <a:gdLst/>
              <a:ahLst/>
              <a:cxnLst/>
              <a:rect l="l" t="t" r="r" b="b"/>
              <a:pathLst>
                <a:path w="6857365" h="322579">
                  <a:moveTo>
                    <a:pt x="6752564" y="0"/>
                  </a:moveTo>
                  <a:lnTo>
                    <a:pt x="104711" y="0"/>
                  </a:lnTo>
                  <a:lnTo>
                    <a:pt x="0" y="104711"/>
                  </a:lnTo>
                  <a:lnTo>
                    <a:pt x="0" y="322008"/>
                  </a:lnTo>
                  <a:lnTo>
                    <a:pt x="6857276" y="322008"/>
                  </a:lnTo>
                  <a:lnTo>
                    <a:pt x="6857276" y="104711"/>
                  </a:lnTo>
                  <a:lnTo>
                    <a:pt x="675256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525251" y="5966061"/>
            <a:ext cx="36010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Корпоративная</a:t>
            </a:r>
            <a:r>
              <a:rPr sz="14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почта,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корпоративный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портал</a:t>
            </a:r>
            <a:endParaRPr sz="1400">
              <a:latin typeface="Segoe UI Light"/>
              <a:cs typeface="Segoe UI Ligh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899659" y="5364479"/>
            <a:ext cx="6963409" cy="429895"/>
            <a:chOff x="4899659" y="5364479"/>
            <a:chExt cx="6963409" cy="429895"/>
          </a:xfrm>
        </p:grpSpPr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99659" y="5364479"/>
              <a:ext cx="6963155" cy="42976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50835" y="5391911"/>
              <a:ext cx="1906523" cy="37337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925531" y="5391268"/>
              <a:ext cx="6857365" cy="322580"/>
            </a:xfrm>
            <a:custGeom>
              <a:avLst/>
              <a:gdLst/>
              <a:ahLst/>
              <a:cxnLst/>
              <a:rect l="l" t="t" r="r" b="b"/>
              <a:pathLst>
                <a:path w="6857365" h="322579">
                  <a:moveTo>
                    <a:pt x="6752564" y="0"/>
                  </a:moveTo>
                  <a:lnTo>
                    <a:pt x="104711" y="0"/>
                  </a:lnTo>
                  <a:lnTo>
                    <a:pt x="0" y="104711"/>
                  </a:lnTo>
                  <a:lnTo>
                    <a:pt x="0" y="322008"/>
                  </a:lnTo>
                  <a:lnTo>
                    <a:pt x="6857276" y="322008"/>
                  </a:lnTo>
                  <a:lnTo>
                    <a:pt x="6857276" y="104711"/>
                  </a:lnTo>
                  <a:lnTo>
                    <a:pt x="6752564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571564" y="5454501"/>
            <a:ext cx="15633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Видеоконференции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63845" y="4803924"/>
            <a:ext cx="10876915" cy="0"/>
          </a:xfrm>
          <a:custGeom>
            <a:avLst/>
            <a:gdLst/>
            <a:ahLst/>
            <a:cxnLst/>
            <a:rect l="l" t="t" r="r" b="b"/>
            <a:pathLst>
              <a:path w="10876915">
                <a:moveTo>
                  <a:pt x="0" y="0"/>
                </a:moveTo>
                <a:lnTo>
                  <a:pt x="10876775" y="0"/>
                </a:lnTo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9915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19874" y="1628656"/>
            <a:ext cx="314325" cy="3380740"/>
          </a:xfrm>
          <a:custGeom>
            <a:avLst/>
            <a:gdLst/>
            <a:ahLst/>
            <a:cxnLst/>
            <a:rect l="l" t="t" r="r" b="b"/>
            <a:pathLst>
              <a:path w="314325" h="3380740">
                <a:moveTo>
                  <a:pt x="26162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328035"/>
                </a:lnTo>
                <a:lnTo>
                  <a:pt x="4112" y="3348399"/>
                </a:lnTo>
                <a:lnTo>
                  <a:pt x="15327" y="3365031"/>
                </a:lnTo>
                <a:lnTo>
                  <a:pt x="31959" y="3376246"/>
                </a:lnTo>
                <a:lnTo>
                  <a:pt x="52324" y="3380359"/>
                </a:lnTo>
                <a:lnTo>
                  <a:pt x="261620" y="3380359"/>
                </a:lnTo>
                <a:lnTo>
                  <a:pt x="281984" y="3376246"/>
                </a:lnTo>
                <a:lnTo>
                  <a:pt x="298616" y="3365031"/>
                </a:lnTo>
                <a:lnTo>
                  <a:pt x="309831" y="3348399"/>
                </a:lnTo>
                <a:lnTo>
                  <a:pt x="313944" y="3328035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9874" y="1628656"/>
            <a:ext cx="314325" cy="3380740"/>
          </a:xfrm>
          <a:custGeom>
            <a:avLst/>
            <a:gdLst/>
            <a:ahLst/>
            <a:cxnLst/>
            <a:rect l="l" t="t" r="r" b="b"/>
            <a:pathLst>
              <a:path w="314325" h="3380740">
                <a:moveTo>
                  <a:pt x="52324" y="0"/>
                </a:move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328035"/>
                </a:lnTo>
                <a:lnTo>
                  <a:pt x="4112" y="3348399"/>
                </a:lnTo>
                <a:lnTo>
                  <a:pt x="15327" y="3365031"/>
                </a:lnTo>
                <a:lnTo>
                  <a:pt x="31959" y="3376246"/>
                </a:lnTo>
                <a:lnTo>
                  <a:pt x="52324" y="3380359"/>
                </a:lnTo>
                <a:lnTo>
                  <a:pt x="261620" y="3380359"/>
                </a:lnTo>
                <a:lnTo>
                  <a:pt x="281984" y="3376246"/>
                </a:lnTo>
                <a:lnTo>
                  <a:pt x="298616" y="3365031"/>
                </a:lnTo>
                <a:lnTo>
                  <a:pt x="309831" y="3348399"/>
                </a:lnTo>
                <a:lnTo>
                  <a:pt x="313944" y="3328035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lnTo>
                  <a:pt x="52324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9850" y="2306618"/>
            <a:ext cx="203835" cy="2024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5" dirty="0">
                <a:latin typeface="Calibri"/>
                <a:cs typeface="Calibri"/>
              </a:rPr>
              <a:t>Обеспечивается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клиентом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89762" y="1978625"/>
            <a:ext cx="314325" cy="3568065"/>
          </a:xfrm>
          <a:custGeom>
            <a:avLst/>
            <a:gdLst/>
            <a:ahLst/>
            <a:cxnLst/>
            <a:rect l="l" t="t" r="r" b="b"/>
            <a:pathLst>
              <a:path w="314325" h="3568065">
                <a:moveTo>
                  <a:pt x="26162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515461"/>
                </a:lnTo>
                <a:lnTo>
                  <a:pt x="4112" y="3535826"/>
                </a:lnTo>
                <a:lnTo>
                  <a:pt x="15327" y="3552458"/>
                </a:lnTo>
                <a:lnTo>
                  <a:pt x="31959" y="3563672"/>
                </a:lnTo>
                <a:lnTo>
                  <a:pt x="52324" y="3567785"/>
                </a:lnTo>
                <a:lnTo>
                  <a:pt x="261620" y="3567785"/>
                </a:lnTo>
                <a:lnTo>
                  <a:pt x="281984" y="3563672"/>
                </a:lnTo>
                <a:lnTo>
                  <a:pt x="298616" y="3552458"/>
                </a:lnTo>
                <a:lnTo>
                  <a:pt x="309831" y="3535826"/>
                </a:lnTo>
                <a:lnTo>
                  <a:pt x="313944" y="3515461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659737" y="2315759"/>
            <a:ext cx="203835" cy="28956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Обеспечивается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сервис-провайдером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0014" y="2303426"/>
            <a:ext cx="1991360" cy="256540"/>
          </a:xfrm>
          <a:custGeom>
            <a:avLst/>
            <a:gdLst/>
            <a:ahLst/>
            <a:cxnLst/>
            <a:rect l="l" t="t" r="r" b="b"/>
            <a:pathLst>
              <a:path w="1991360" h="256539">
                <a:moveTo>
                  <a:pt x="1948319" y="0"/>
                </a:moveTo>
                <a:lnTo>
                  <a:pt x="42722" y="0"/>
                </a:lnTo>
                <a:lnTo>
                  <a:pt x="26092" y="3356"/>
                </a:lnTo>
                <a:lnTo>
                  <a:pt x="12512" y="12511"/>
                </a:lnTo>
                <a:lnTo>
                  <a:pt x="3357" y="26087"/>
                </a:lnTo>
                <a:lnTo>
                  <a:pt x="0" y="42710"/>
                </a:lnTo>
                <a:lnTo>
                  <a:pt x="0" y="213563"/>
                </a:lnTo>
                <a:lnTo>
                  <a:pt x="3357" y="230186"/>
                </a:lnTo>
                <a:lnTo>
                  <a:pt x="12512" y="243762"/>
                </a:lnTo>
                <a:lnTo>
                  <a:pt x="26092" y="252916"/>
                </a:lnTo>
                <a:lnTo>
                  <a:pt x="42722" y="256273"/>
                </a:lnTo>
                <a:lnTo>
                  <a:pt x="1948319" y="256273"/>
                </a:lnTo>
                <a:lnTo>
                  <a:pt x="1964942" y="252916"/>
                </a:lnTo>
                <a:lnTo>
                  <a:pt x="1978518" y="243762"/>
                </a:lnTo>
                <a:lnTo>
                  <a:pt x="1987672" y="230186"/>
                </a:lnTo>
                <a:lnTo>
                  <a:pt x="1991029" y="213563"/>
                </a:lnTo>
                <a:lnTo>
                  <a:pt x="1991029" y="42710"/>
                </a:lnTo>
                <a:lnTo>
                  <a:pt x="1987672" y="26087"/>
                </a:lnTo>
                <a:lnTo>
                  <a:pt x="1978518" y="12511"/>
                </a:lnTo>
                <a:lnTo>
                  <a:pt x="1964942" y="3356"/>
                </a:lnTo>
                <a:lnTo>
                  <a:pt x="1948319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0014" y="2303426"/>
            <a:ext cx="1991360" cy="256540"/>
          </a:xfrm>
          <a:custGeom>
            <a:avLst/>
            <a:gdLst/>
            <a:ahLst/>
            <a:cxnLst/>
            <a:rect l="l" t="t" r="r" b="b"/>
            <a:pathLst>
              <a:path w="1991360" h="256539">
                <a:moveTo>
                  <a:pt x="1991029" y="42710"/>
                </a:moveTo>
                <a:lnTo>
                  <a:pt x="1987672" y="26087"/>
                </a:lnTo>
                <a:lnTo>
                  <a:pt x="1978518" y="12511"/>
                </a:lnTo>
                <a:lnTo>
                  <a:pt x="1964942" y="3356"/>
                </a:lnTo>
                <a:lnTo>
                  <a:pt x="1948319" y="0"/>
                </a:lnTo>
                <a:lnTo>
                  <a:pt x="42722" y="0"/>
                </a:lnTo>
                <a:lnTo>
                  <a:pt x="26092" y="3356"/>
                </a:lnTo>
                <a:lnTo>
                  <a:pt x="12512" y="12511"/>
                </a:lnTo>
                <a:lnTo>
                  <a:pt x="3357" y="26087"/>
                </a:lnTo>
                <a:lnTo>
                  <a:pt x="0" y="42710"/>
                </a:lnTo>
                <a:lnTo>
                  <a:pt x="0" y="213563"/>
                </a:lnTo>
                <a:lnTo>
                  <a:pt x="3357" y="230186"/>
                </a:lnTo>
                <a:lnTo>
                  <a:pt x="12512" y="243762"/>
                </a:lnTo>
                <a:lnTo>
                  <a:pt x="26092" y="252916"/>
                </a:lnTo>
                <a:lnTo>
                  <a:pt x="42722" y="256273"/>
                </a:lnTo>
                <a:lnTo>
                  <a:pt x="1948319" y="256273"/>
                </a:lnTo>
                <a:lnTo>
                  <a:pt x="1964942" y="252916"/>
                </a:lnTo>
                <a:lnTo>
                  <a:pt x="1978518" y="243762"/>
                </a:lnTo>
                <a:lnTo>
                  <a:pt x="1987672" y="230186"/>
                </a:lnTo>
                <a:lnTo>
                  <a:pt x="1991029" y="213563"/>
                </a:lnTo>
                <a:lnTo>
                  <a:pt x="1991029" y="427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02635" y="2299987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6402" y="1977783"/>
            <a:ext cx="1998345" cy="287655"/>
            <a:chOff x="1016402" y="1977783"/>
            <a:chExt cx="1998345" cy="287655"/>
          </a:xfrm>
        </p:grpSpPr>
        <p:sp>
          <p:nvSpPr>
            <p:cNvPr id="13" name="object 13"/>
            <p:cNvSpPr/>
            <p:nvPr/>
          </p:nvSpPr>
          <p:spPr>
            <a:xfrm>
              <a:off x="1021165" y="1982546"/>
              <a:ext cx="1988820" cy="278130"/>
            </a:xfrm>
            <a:custGeom>
              <a:avLst/>
              <a:gdLst/>
              <a:ahLst/>
              <a:cxnLst/>
              <a:rect l="l" t="t" r="r" b="b"/>
              <a:pathLst>
                <a:path w="1988820" h="278130">
                  <a:moveTo>
                    <a:pt x="1942464" y="0"/>
                  </a:moveTo>
                  <a:lnTo>
                    <a:pt x="46278" y="0"/>
                  </a:lnTo>
                  <a:lnTo>
                    <a:pt x="28262" y="3635"/>
                  </a:lnTo>
                  <a:lnTo>
                    <a:pt x="13552" y="13550"/>
                  </a:lnTo>
                  <a:lnTo>
                    <a:pt x="3635" y="28257"/>
                  </a:lnTo>
                  <a:lnTo>
                    <a:pt x="0" y="46266"/>
                  </a:lnTo>
                  <a:lnTo>
                    <a:pt x="0" y="231343"/>
                  </a:lnTo>
                  <a:lnTo>
                    <a:pt x="3635" y="249354"/>
                  </a:lnTo>
                  <a:lnTo>
                    <a:pt x="13552" y="264064"/>
                  </a:lnTo>
                  <a:lnTo>
                    <a:pt x="28262" y="273984"/>
                  </a:lnTo>
                  <a:lnTo>
                    <a:pt x="46278" y="277621"/>
                  </a:lnTo>
                  <a:lnTo>
                    <a:pt x="1942464" y="277621"/>
                  </a:lnTo>
                  <a:lnTo>
                    <a:pt x="1960473" y="273984"/>
                  </a:lnTo>
                  <a:lnTo>
                    <a:pt x="1975180" y="264064"/>
                  </a:lnTo>
                  <a:lnTo>
                    <a:pt x="1985095" y="249354"/>
                  </a:lnTo>
                  <a:lnTo>
                    <a:pt x="1988731" y="231343"/>
                  </a:lnTo>
                  <a:lnTo>
                    <a:pt x="1988731" y="46266"/>
                  </a:lnTo>
                  <a:lnTo>
                    <a:pt x="1985095" y="28257"/>
                  </a:lnTo>
                  <a:lnTo>
                    <a:pt x="1975180" y="13550"/>
                  </a:lnTo>
                  <a:lnTo>
                    <a:pt x="1960473" y="3635"/>
                  </a:lnTo>
                  <a:lnTo>
                    <a:pt x="194246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1165" y="1982546"/>
              <a:ext cx="1988820" cy="278130"/>
            </a:xfrm>
            <a:custGeom>
              <a:avLst/>
              <a:gdLst/>
              <a:ahLst/>
              <a:cxnLst/>
              <a:rect l="l" t="t" r="r" b="b"/>
              <a:pathLst>
                <a:path w="1988820" h="278130">
                  <a:moveTo>
                    <a:pt x="1988731" y="46266"/>
                  </a:moveTo>
                  <a:lnTo>
                    <a:pt x="1985095" y="28257"/>
                  </a:lnTo>
                  <a:lnTo>
                    <a:pt x="1975180" y="13550"/>
                  </a:lnTo>
                  <a:lnTo>
                    <a:pt x="1960473" y="3635"/>
                  </a:lnTo>
                  <a:lnTo>
                    <a:pt x="1942464" y="0"/>
                  </a:lnTo>
                  <a:lnTo>
                    <a:pt x="46278" y="0"/>
                  </a:lnTo>
                  <a:lnTo>
                    <a:pt x="28262" y="3635"/>
                  </a:lnTo>
                  <a:lnTo>
                    <a:pt x="13552" y="13550"/>
                  </a:lnTo>
                  <a:lnTo>
                    <a:pt x="3635" y="28257"/>
                  </a:lnTo>
                  <a:lnTo>
                    <a:pt x="0" y="46266"/>
                  </a:lnTo>
                  <a:lnTo>
                    <a:pt x="0" y="231343"/>
                  </a:lnTo>
                  <a:lnTo>
                    <a:pt x="3635" y="249354"/>
                  </a:lnTo>
                  <a:lnTo>
                    <a:pt x="13552" y="264064"/>
                  </a:lnTo>
                  <a:lnTo>
                    <a:pt x="28262" y="273984"/>
                  </a:lnTo>
                  <a:lnTo>
                    <a:pt x="46278" y="277621"/>
                  </a:lnTo>
                  <a:lnTo>
                    <a:pt x="1942464" y="277621"/>
                  </a:lnTo>
                  <a:lnTo>
                    <a:pt x="1960473" y="273984"/>
                  </a:lnTo>
                  <a:lnTo>
                    <a:pt x="1975180" y="264064"/>
                  </a:lnTo>
                  <a:lnTo>
                    <a:pt x="1985095" y="249354"/>
                  </a:lnTo>
                  <a:lnTo>
                    <a:pt x="1988731" y="231343"/>
                  </a:lnTo>
                  <a:lnTo>
                    <a:pt x="1988731" y="462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17691" y="1989780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15251" y="2764132"/>
            <a:ext cx="2000885" cy="328930"/>
            <a:chOff x="1015251" y="2764132"/>
            <a:chExt cx="2000885" cy="328930"/>
          </a:xfrm>
        </p:grpSpPr>
        <p:sp>
          <p:nvSpPr>
            <p:cNvPr id="17" name="object 17"/>
            <p:cNvSpPr/>
            <p:nvPr/>
          </p:nvSpPr>
          <p:spPr>
            <a:xfrm>
              <a:off x="1020014" y="2768894"/>
              <a:ext cx="1991360" cy="319405"/>
            </a:xfrm>
            <a:custGeom>
              <a:avLst/>
              <a:gdLst/>
              <a:ahLst/>
              <a:cxnLst/>
              <a:rect l="l" t="t" r="r" b="b"/>
              <a:pathLst>
                <a:path w="1991360" h="319405">
                  <a:moveTo>
                    <a:pt x="1937804" y="0"/>
                  </a:moveTo>
                  <a:lnTo>
                    <a:pt x="53225" y="0"/>
                  </a:lnTo>
                  <a:lnTo>
                    <a:pt x="32511" y="4183"/>
                  </a:lnTo>
                  <a:lnTo>
                    <a:pt x="15592" y="15592"/>
                  </a:lnTo>
                  <a:lnTo>
                    <a:pt x="4183" y="32511"/>
                  </a:lnTo>
                  <a:lnTo>
                    <a:pt x="0" y="53225"/>
                  </a:lnTo>
                  <a:lnTo>
                    <a:pt x="0" y="266103"/>
                  </a:lnTo>
                  <a:lnTo>
                    <a:pt x="4183" y="286815"/>
                  </a:lnTo>
                  <a:lnTo>
                    <a:pt x="15592" y="303730"/>
                  </a:lnTo>
                  <a:lnTo>
                    <a:pt x="32511" y="315134"/>
                  </a:lnTo>
                  <a:lnTo>
                    <a:pt x="53225" y="319316"/>
                  </a:lnTo>
                  <a:lnTo>
                    <a:pt x="1937804" y="319316"/>
                  </a:lnTo>
                  <a:lnTo>
                    <a:pt x="1958523" y="315134"/>
                  </a:lnTo>
                  <a:lnTo>
                    <a:pt x="1975442" y="303730"/>
                  </a:lnTo>
                  <a:lnTo>
                    <a:pt x="1986847" y="286815"/>
                  </a:lnTo>
                  <a:lnTo>
                    <a:pt x="1991029" y="266103"/>
                  </a:lnTo>
                  <a:lnTo>
                    <a:pt x="1991029" y="53225"/>
                  </a:lnTo>
                  <a:lnTo>
                    <a:pt x="1986847" y="32511"/>
                  </a:lnTo>
                  <a:lnTo>
                    <a:pt x="1975442" y="15592"/>
                  </a:lnTo>
                  <a:lnTo>
                    <a:pt x="1958523" y="4183"/>
                  </a:lnTo>
                  <a:lnTo>
                    <a:pt x="193780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0014" y="2768894"/>
              <a:ext cx="1991360" cy="319405"/>
            </a:xfrm>
            <a:custGeom>
              <a:avLst/>
              <a:gdLst/>
              <a:ahLst/>
              <a:cxnLst/>
              <a:rect l="l" t="t" r="r" b="b"/>
              <a:pathLst>
                <a:path w="1991360" h="319405">
                  <a:moveTo>
                    <a:pt x="1991029" y="53225"/>
                  </a:moveTo>
                  <a:lnTo>
                    <a:pt x="1986847" y="32511"/>
                  </a:lnTo>
                  <a:lnTo>
                    <a:pt x="1975442" y="15592"/>
                  </a:lnTo>
                  <a:lnTo>
                    <a:pt x="1958523" y="4183"/>
                  </a:lnTo>
                  <a:lnTo>
                    <a:pt x="1937804" y="0"/>
                  </a:lnTo>
                  <a:lnTo>
                    <a:pt x="53225" y="0"/>
                  </a:lnTo>
                  <a:lnTo>
                    <a:pt x="32511" y="4183"/>
                  </a:lnTo>
                  <a:lnTo>
                    <a:pt x="15592" y="15592"/>
                  </a:lnTo>
                  <a:lnTo>
                    <a:pt x="4183" y="32511"/>
                  </a:lnTo>
                  <a:lnTo>
                    <a:pt x="0" y="53225"/>
                  </a:lnTo>
                  <a:lnTo>
                    <a:pt x="0" y="266103"/>
                  </a:lnTo>
                  <a:lnTo>
                    <a:pt x="4183" y="286815"/>
                  </a:lnTo>
                  <a:lnTo>
                    <a:pt x="15592" y="303730"/>
                  </a:lnTo>
                  <a:lnTo>
                    <a:pt x="32511" y="315134"/>
                  </a:lnTo>
                  <a:lnTo>
                    <a:pt x="53225" y="319316"/>
                  </a:lnTo>
                  <a:lnTo>
                    <a:pt x="1937804" y="319316"/>
                  </a:lnTo>
                  <a:lnTo>
                    <a:pt x="1958523" y="315134"/>
                  </a:lnTo>
                  <a:lnTo>
                    <a:pt x="1975442" y="303730"/>
                  </a:lnTo>
                  <a:lnTo>
                    <a:pt x="1986847" y="286815"/>
                  </a:lnTo>
                  <a:lnTo>
                    <a:pt x="1991029" y="266103"/>
                  </a:lnTo>
                  <a:lnTo>
                    <a:pt x="1991029" y="53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98901" y="2796985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Среда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19011" y="3140442"/>
            <a:ext cx="1993264" cy="281305"/>
          </a:xfrm>
          <a:custGeom>
            <a:avLst/>
            <a:gdLst/>
            <a:ahLst/>
            <a:cxnLst/>
            <a:rect l="l" t="t" r="r" b="b"/>
            <a:pathLst>
              <a:path w="1993264" h="281304">
                <a:moveTo>
                  <a:pt x="1946224" y="0"/>
                </a:moveTo>
                <a:lnTo>
                  <a:pt x="46812" y="0"/>
                </a:lnTo>
                <a:lnTo>
                  <a:pt x="28589" y="3680"/>
                </a:lnTo>
                <a:lnTo>
                  <a:pt x="13709" y="13714"/>
                </a:lnTo>
                <a:lnTo>
                  <a:pt x="3678" y="28594"/>
                </a:lnTo>
                <a:lnTo>
                  <a:pt x="0" y="46812"/>
                </a:lnTo>
                <a:lnTo>
                  <a:pt x="0" y="234035"/>
                </a:lnTo>
                <a:lnTo>
                  <a:pt x="3680" y="252251"/>
                </a:lnTo>
                <a:lnTo>
                  <a:pt x="13714" y="267127"/>
                </a:lnTo>
                <a:lnTo>
                  <a:pt x="28594" y="277157"/>
                </a:lnTo>
                <a:lnTo>
                  <a:pt x="46812" y="280835"/>
                </a:lnTo>
                <a:lnTo>
                  <a:pt x="1946224" y="280835"/>
                </a:lnTo>
                <a:lnTo>
                  <a:pt x="1964447" y="277157"/>
                </a:lnTo>
                <a:lnTo>
                  <a:pt x="1979326" y="267127"/>
                </a:lnTo>
                <a:lnTo>
                  <a:pt x="1989358" y="252251"/>
                </a:lnTo>
                <a:lnTo>
                  <a:pt x="1993036" y="234035"/>
                </a:lnTo>
                <a:lnTo>
                  <a:pt x="1993036" y="46812"/>
                </a:lnTo>
                <a:lnTo>
                  <a:pt x="1989358" y="28594"/>
                </a:lnTo>
                <a:lnTo>
                  <a:pt x="1979326" y="13714"/>
                </a:lnTo>
                <a:lnTo>
                  <a:pt x="1964447" y="3680"/>
                </a:lnTo>
                <a:lnTo>
                  <a:pt x="194622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19011" y="3140442"/>
            <a:ext cx="1993264" cy="281305"/>
          </a:xfrm>
          <a:custGeom>
            <a:avLst/>
            <a:gdLst/>
            <a:ahLst/>
            <a:cxnLst/>
            <a:rect l="l" t="t" r="r" b="b"/>
            <a:pathLst>
              <a:path w="1993264" h="281304">
                <a:moveTo>
                  <a:pt x="1993036" y="46812"/>
                </a:moveTo>
                <a:lnTo>
                  <a:pt x="1989358" y="28594"/>
                </a:lnTo>
                <a:lnTo>
                  <a:pt x="1979326" y="13714"/>
                </a:lnTo>
                <a:lnTo>
                  <a:pt x="1964447" y="3680"/>
                </a:lnTo>
                <a:lnTo>
                  <a:pt x="1946224" y="0"/>
                </a:lnTo>
                <a:lnTo>
                  <a:pt x="46812" y="0"/>
                </a:lnTo>
                <a:lnTo>
                  <a:pt x="28589" y="3680"/>
                </a:lnTo>
                <a:lnTo>
                  <a:pt x="13709" y="13714"/>
                </a:lnTo>
                <a:lnTo>
                  <a:pt x="3678" y="28594"/>
                </a:lnTo>
                <a:lnTo>
                  <a:pt x="0" y="46812"/>
                </a:lnTo>
                <a:lnTo>
                  <a:pt x="0" y="234035"/>
                </a:lnTo>
                <a:lnTo>
                  <a:pt x="3680" y="252251"/>
                </a:lnTo>
                <a:lnTo>
                  <a:pt x="13714" y="267127"/>
                </a:lnTo>
                <a:lnTo>
                  <a:pt x="28594" y="277157"/>
                </a:lnTo>
                <a:lnTo>
                  <a:pt x="46812" y="280835"/>
                </a:lnTo>
                <a:lnTo>
                  <a:pt x="1946224" y="280835"/>
                </a:lnTo>
                <a:lnTo>
                  <a:pt x="1964447" y="277157"/>
                </a:lnTo>
                <a:lnTo>
                  <a:pt x="1979326" y="267127"/>
                </a:lnTo>
                <a:lnTo>
                  <a:pt x="1989358" y="252251"/>
                </a:lnTo>
                <a:lnTo>
                  <a:pt x="1993036" y="234035"/>
                </a:lnTo>
                <a:lnTo>
                  <a:pt x="1993036" y="468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97104" y="3149291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9011" y="3464729"/>
            <a:ext cx="1993264" cy="299085"/>
          </a:xfrm>
          <a:custGeom>
            <a:avLst/>
            <a:gdLst/>
            <a:ahLst/>
            <a:cxnLst/>
            <a:rect l="l" t="t" r="r" b="b"/>
            <a:pathLst>
              <a:path w="1993264" h="299085">
                <a:moveTo>
                  <a:pt x="1943277" y="0"/>
                </a:moveTo>
                <a:lnTo>
                  <a:pt x="49758" y="0"/>
                </a:lnTo>
                <a:lnTo>
                  <a:pt x="30389" y="3910"/>
                </a:lnTo>
                <a:lnTo>
                  <a:pt x="14573" y="14573"/>
                </a:lnTo>
                <a:lnTo>
                  <a:pt x="3910" y="30389"/>
                </a:lnTo>
                <a:lnTo>
                  <a:pt x="0" y="49758"/>
                </a:lnTo>
                <a:lnTo>
                  <a:pt x="0" y="248767"/>
                </a:lnTo>
                <a:lnTo>
                  <a:pt x="3910" y="268136"/>
                </a:lnTo>
                <a:lnTo>
                  <a:pt x="14573" y="283952"/>
                </a:lnTo>
                <a:lnTo>
                  <a:pt x="30389" y="294616"/>
                </a:lnTo>
                <a:lnTo>
                  <a:pt x="49758" y="298526"/>
                </a:lnTo>
                <a:lnTo>
                  <a:pt x="1943277" y="298526"/>
                </a:lnTo>
                <a:lnTo>
                  <a:pt x="1962646" y="294616"/>
                </a:lnTo>
                <a:lnTo>
                  <a:pt x="1978463" y="283952"/>
                </a:lnTo>
                <a:lnTo>
                  <a:pt x="1989126" y="268136"/>
                </a:lnTo>
                <a:lnTo>
                  <a:pt x="1993036" y="248767"/>
                </a:lnTo>
                <a:lnTo>
                  <a:pt x="1993036" y="49758"/>
                </a:lnTo>
                <a:lnTo>
                  <a:pt x="1989126" y="30389"/>
                </a:lnTo>
                <a:lnTo>
                  <a:pt x="1978463" y="14573"/>
                </a:lnTo>
                <a:lnTo>
                  <a:pt x="1962646" y="3910"/>
                </a:lnTo>
                <a:lnTo>
                  <a:pt x="1943277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9011" y="3464729"/>
            <a:ext cx="1993264" cy="299085"/>
          </a:xfrm>
          <a:custGeom>
            <a:avLst/>
            <a:gdLst/>
            <a:ahLst/>
            <a:cxnLst/>
            <a:rect l="l" t="t" r="r" b="b"/>
            <a:pathLst>
              <a:path w="1993264" h="299085">
                <a:moveTo>
                  <a:pt x="1993036" y="49758"/>
                </a:moveTo>
                <a:lnTo>
                  <a:pt x="1989126" y="30389"/>
                </a:lnTo>
                <a:lnTo>
                  <a:pt x="1978463" y="14573"/>
                </a:lnTo>
                <a:lnTo>
                  <a:pt x="1962646" y="3910"/>
                </a:lnTo>
                <a:lnTo>
                  <a:pt x="1943277" y="0"/>
                </a:lnTo>
                <a:lnTo>
                  <a:pt x="49758" y="0"/>
                </a:lnTo>
                <a:lnTo>
                  <a:pt x="30389" y="3910"/>
                </a:lnTo>
                <a:lnTo>
                  <a:pt x="14573" y="14573"/>
                </a:lnTo>
                <a:lnTo>
                  <a:pt x="3910" y="30389"/>
                </a:lnTo>
                <a:lnTo>
                  <a:pt x="0" y="49758"/>
                </a:lnTo>
                <a:lnTo>
                  <a:pt x="0" y="248767"/>
                </a:lnTo>
                <a:lnTo>
                  <a:pt x="3910" y="268136"/>
                </a:lnTo>
                <a:lnTo>
                  <a:pt x="14573" y="283952"/>
                </a:lnTo>
                <a:lnTo>
                  <a:pt x="30389" y="294616"/>
                </a:lnTo>
                <a:lnTo>
                  <a:pt x="49758" y="298526"/>
                </a:lnTo>
                <a:lnTo>
                  <a:pt x="1943277" y="298526"/>
                </a:lnTo>
                <a:lnTo>
                  <a:pt x="1962646" y="294616"/>
                </a:lnTo>
                <a:lnTo>
                  <a:pt x="1978463" y="283952"/>
                </a:lnTo>
                <a:lnTo>
                  <a:pt x="1989126" y="268136"/>
                </a:lnTo>
                <a:lnTo>
                  <a:pt x="1993036" y="248767"/>
                </a:lnTo>
                <a:lnTo>
                  <a:pt x="1993036" y="4975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29901" y="3482423"/>
            <a:ext cx="11709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10414" y="3994722"/>
            <a:ext cx="2010410" cy="323850"/>
            <a:chOff x="1010414" y="3994722"/>
            <a:chExt cx="2010410" cy="323850"/>
          </a:xfrm>
        </p:grpSpPr>
        <p:sp>
          <p:nvSpPr>
            <p:cNvPr id="27" name="object 27"/>
            <p:cNvSpPr/>
            <p:nvPr/>
          </p:nvSpPr>
          <p:spPr>
            <a:xfrm>
              <a:off x="1015177" y="3999485"/>
              <a:ext cx="2000885" cy="314325"/>
            </a:xfrm>
            <a:custGeom>
              <a:avLst/>
              <a:gdLst/>
              <a:ahLst/>
              <a:cxnLst/>
              <a:rect l="l" t="t" r="r" b="b"/>
              <a:pathLst>
                <a:path w="2000885" h="314325">
                  <a:moveTo>
                    <a:pt x="1948383" y="0"/>
                  </a:moveTo>
                  <a:lnTo>
                    <a:pt x="52324" y="0"/>
                  </a:lnTo>
                  <a:lnTo>
                    <a:pt x="31959" y="4112"/>
                  </a:lnTo>
                  <a:lnTo>
                    <a:pt x="15327" y="15327"/>
                  </a:lnTo>
                  <a:lnTo>
                    <a:pt x="4112" y="31959"/>
                  </a:lnTo>
                  <a:lnTo>
                    <a:pt x="0" y="52324"/>
                  </a:lnTo>
                  <a:lnTo>
                    <a:pt x="0" y="261620"/>
                  </a:lnTo>
                  <a:lnTo>
                    <a:pt x="4112" y="281984"/>
                  </a:lnTo>
                  <a:lnTo>
                    <a:pt x="15327" y="298616"/>
                  </a:lnTo>
                  <a:lnTo>
                    <a:pt x="31959" y="309831"/>
                  </a:lnTo>
                  <a:lnTo>
                    <a:pt x="52324" y="313944"/>
                  </a:lnTo>
                  <a:lnTo>
                    <a:pt x="1948383" y="313944"/>
                  </a:lnTo>
                  <a:lnTo>
                    <a:pt x="1968747" y="309831"/>
                  </a:lnTo>
                  <a:lnTo>
                    <a:pt x="1985379" y="298616"/>
                  </a:lnTo>
                  <a:lnTo>
                    <a:pt x="1996594" y="281984"/>
                  </a:lnTo>
                  <a:lnTo>
                    <a:pt x="2000707" y="261620"/>
                  </a:lnTo>
                  <a:lnTo>
                    <a:pt x="2000707" y="52324"/>
                  </a:lnTo>
                  <a:lnTo>
                    <a:pt x="1996594" y="31959"/>
                  </a:lnTo>
                  <a:lnTo>
                    <a:pt x="1985379" y="15327"/>
                  </a:lnTo>
                  <a:lnTo>
                    <a:pt x="1968747" y="4112"/>
                  </a:lnTo>
                  <a:lnTo>
                    <a:pt x="194838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15177" y="3999485"/>
              <a:ext cx="2000885" cy="314325"/>
            </a:xfrm>
            <a:custGeom>
              <a:avLst/>
              <a:gdLst/>
              <a:ahLst/>
              <a:cxnLst/>
              <a:rect l="l" t="t" r="r" b="b"/>
              <a:pathLst>
                <a:path w="2000885" h="314325">
                  <a:moveTo>
                    <a:pt x="2000707" y="52324"/>
                  </a:moveTo>
                  <a:lnTo>
                    <a:pt x="1996594" y="31959"/>
                  </a:lnTo>
                  <a:lnTo>
                    <a:pt x="1985379" y="15327"/>
                  </a:lnTo>
                  <a:lnTo>
                    <a:pt x="1968747" y="4112"/>
                  </a:lnTo>
                  <a:lnTo>
                    <a:pt x="1948383" y="0"/>
                  </a:lnTo>
                  <a:lnTo>
                    <a:pt x="52324" y="0"/>
                  </a:lnTo>
                  <a:lnTo>
                    <a:pt x="31959" y="4112"/>
                  </a:lnTo>
                  <a:lnTo>
                    <a:pt x="15327" y="15327"/>
                  </a:lnTo>
                  <a:lnTo>
                    <a:pt x="4112" y="31959"/>
                  </a:lnTo>
                  <a:lnTo>
                    <a:pt x="0" y="52324"/>
                  </a:lnTo>
                  <a:lnTo>
                    <a:pt x="0" y="261620"/>
                  </a:lnTo>
                  <a:lnTo>
                    <a:pt x="4112" y="281984"/>
                  </a:lnTo>
                  <a:lnTo>
                    <a:pt x="15327" y="298616"/>
                  </a:lnTo>
                  <a:lnTo>
                    <a:pt x="31959" y="309831"/>
                  </a:lnTo>
                  <a:lnTo>
                    <a:pt x="52324" y="313944"/>
                  </a:lnTo>
                  <a:lnTo>
                    <a:pt x="1948383" y="313944"/>
                  </a:lnTo>
                  <a:lnTo>
                    <a:pt x="1968747" y="309831"/>
                  </a:lnTo>
                  <a:lnTo>
                    <a:pt x="1985379" y="298616"/>
                  </a:lnTo>
                  <a:lnTo>
                    <a:pt x="1996594" y="281984"/>
                  </a:lnTo>
                  <a:lnTo>
                    <a:pt x="2000707" y="261620"/>
                  </a:lnTo>
                  <a:lnTo>
                    <a:pt x="2000707" y="523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72090" y="4024882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Се</a:t>
            </a:r>
            <a:r>
              <a:rPr sz="1400" spc="-10" dirty="0">
                <a:latin typeface="Calibri"/>
                <a:cs typeface="Calibri"/>
              </a:rPr>
              <a:t>р</a:t>
            </a:r>
            <a:r>
              <a:rPr sz="1400" spc="-5" dirty="0">
                <a:latin typeface="Calibri"/>
                <a:cs typeface="Calibri"/>
              </a:rPr>
              <a:t>ве</a:t>
            </a:r>
            <a:r>
              <a:rPr sz="1400" spc="-10" dirty="0"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5177" y="4368003"/>
            <a:ext cx="2000885" cy="300355"/>
          </a:xfrm>
          <a:custGeom>
            <a:avLst/>
            <a:gdLst/>
            <a:ahLst/>
            <a:cxnLst/>
            <a:rect l="l" t="t" r="r" b="b"/>
            <a:pathLst>
              <a:path w="2000885" h="300354">
                <a:moveTo>
                  <a:pt x="1950656" y="0"/>
                </a:moveTo>
                <a:lnTo>
                  <a:pt x="50050" y="0"/>
                </a:lnTo>
                <a:lnTo>
                  <a:pt x="30566" y="3934"/>
                </a:lnTo>
                <a:lnTo>
                  <a:pt x="14657" y="14662"/>
                </a:lnTo>
                <a:lnTo>
                  <a:pt x="3932" y="30571"/>
                </a:lnTo>
                <a:lnTo>
                  <a:pt x="0" y="50050"/>
                </a:lnTo>
                <a:lnTo>
                  <a:pt x="0" y="250240"/>
                </a:lnTo>
                <a:lnTo>
                  <a:pt x="3932" y="269725"/>
                </a:lnTo>
                <a:lnTo>
                  <a:pt x="14657" y="285634"/>
                </a:lnTo>
                <a:lnTo>
                  <a:pt x="30566" y="296359"/>
                </a:lnTo>
                <a:lnTo>
                  <a:pt x="50050" y="300291"/>
                </a:lnTo>
                <a:lnTo>
                  <a:pt x="1950656" y="300291"/>
                </a:lnTo>
                <a:lnTo>
                  <a:pt x="1970140" y="296359"/>
                </a:lnTo>
                <a:lnTo>
                  <a:pt x="1986049" y="285634"/>
                </a:lnTo>
                <a:lnTo>
                  <a:pt x="1996774" y="269725"/>
                </a:lnTo>
                <a:lnTo>
                  <a:pt x="2000707" y="250240"/>
                </a:lnTo>
                <a:lnTo>
                  <a:pt x="2000707" y="50050"/>
                </a:lnTo>
                <a:lnTo>
                  <a:pt x="1996774" y="30571"/>
                </a:lnTo>
                <a:lnTo>
                  <a:pt x="1986049" y="14662"/>
                </a:lnTo>
                <a:lnTo>
                  <a:pt x="1970140" y="3934"/>
                </a:lnTo>
                <a:lnTo>
                  <a:pt x="1950656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15177" y="4368003"/>
            <a:ext cx="2000885" cy="300355"/>
          </a:xfrm>
          <a:custGeom>
            <a:avLst/>
            <a:gdLst/>
            <a:ahLst/>
            <a:cxnLst/>
            <a:rect l="l" t="t" r="r" b="b"/>
            <a:pathLst>
              <a:path w="2000885" h="300354">
                <a:moveTo>
                  <a:pt x="2000707" y="50050"/>
                </a:moveTo>
                <a:lnTo>
                  <a:pt x="1996774" y="30571"/>
                </a:lnTo>
                <a:lnTo>
                  <a:pt x="1986049" y="14662"/>
                </a:lnTo>
                <a:lnTo>
                  <a:pt x="1970140" y="3934"/>
                </a:lnTo>
                <a:lnTo>
                  <a:pt x="1950656" y="0"/>
                </a:lnTo>
                <a:lnTo>
                  <a:pt x="50050" y="0"/>
                </a:lnTo>
                <a:lnTo>
                  <a:pt x="30566" y="3934"/>
                </a:lnTo>
                <a:lnTo>
                  <a:pt x="14657" y="14662"/>
                </a:lnTo>
                <a:lnTo>
                  <a:pt x="3932" y="30571"/>
                </a:lnTo>
                <a:lnTo>
                  <a:pt x="0" y="50050"/>
                </a:lnTo>
                <a:lnTo>
                  <a:pt x="0" y="250240"/>
                </a:lnTo>
                <a:lnTo>
                  <a:pt x="3932" y="269725"/>
                </a:lnTo>
                <a:lnTo>
                  <a:pt x="14657" y="285634"/>
                </a:lnTo>
                <a:lnTo>
                  <a:pt x="30566" y="296359"/>
                </a:lnTo>
                <a:lnTo>
                  <a:pt x="50050" y="300291"/>
                </a:lnTo>
                <a:lnTo>
                  <a:pt x="1950656" y="300291"/>
                </a:lnTo>
                <a:lnTo>
                  <a:pt x="1970140" y="296359"/>
                </a:lnTo>
                <a:lnTo>
                  <a:pt x="1986049" y="285634"/>
                </a:lnTo>
                <a:lnTo>
                  <a:pt x="1996774" y="269725"/>
                </a:lnTo>
                <a:lnTo>
                  <a:pt x="2000707" y="250240"/>
                </a:lnTo>
                <a:lnTo>
                  <a:pt x="2000707" y="50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51256" y="4386577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</a:t>
            </a:r>
            <a:r>
              <a:rPr sz="1400" dirty="0"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7706" y="4719478"/>
            <a:ext cx="1995805" cy="297815"/>
          </a:xfrm>
          <a:custGeom>
            <a:avLst/>
            <a:gdLst/>
            <a:ahLst/>
            <a:cxnLst/>
            <a:rect l="l" t="t" r="r" b="b"/>
            <a:pathLst>
              <a:path w="1995805" h="297814">
                <a:moveTo>
                  <a:pt x="1946033" y="0"/>
                </a:moveTo>
                <a:lnTo>
                  <a:pt x="49618" y="0"/>
                </a:lnTo>
                <a:lnTo>
                  <a:pt x="30303" y="3898"/>
                </a:lnTo>
                <a:lnTo>
                  <a:pt x="14531" y="14531"/>
                </a:lnTo>
                <a:lnTo>
                  <a:pt x="3898" y="30303"/>
                </a:lnTo>
                <a:lnTo>
                  <a:pt x="0" y="49618"/>
                </a:lnTo>
                <a:lnTo>
                  <a:pt x="0" y="248107"/>
                </a:lnTo>
                <a:lnTo>
                  <a:pt x="3898" y="267416"/>
                </a:lnTo>
                <a:lnTo>
                  <a:pt x="14531" y="283189"/>
                </a:lnTo>
                <a:lnTo>
                  <a:pt x="30303" y="293825"/>
                </a:lnTo>
                <a:lnTo>
                  <a:pt x="49618" y="297726"/>
                </a:lnTo>
                <a:lnTo>
                  <a:pt x="1946033" y="297726"/>
                </a:lnTo>
                <a:lnTo>
                  <a:pt x="1965348" y="293825"/>
                </a:lnTo>
                <a:lnTo>
                  <a:pt x="1981120" y="283189"/>
                </a:lnTo>
                <a:lnTo>
                  <a:pt x="1991753" y="267416"/>
                </a:lnTo>
                <a:lnTo>
                  <a:pt x="1995652" y="248107"/>
                </a:lnTo>
                <a:lnTo>
                  <a:pt x="1995652" y="49618"/>
                </a:lnTo>
                <a:lnTo>
                  <a:pt x="1991753" y="30303"/>
                </a:lnTo>
                <a:lnTo>
                  <a:pt x="1981120" y="14531"/>
                </a:lnTo>
                <a:lnTo>
                  <a:pt x="1965348" y="3898"/>
                </a:lnTo>
                <a:lnTo>
                  <a:pt x="1946033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17706" y="4719478"/>
            <a:ext cx="1995805" cy="297815"/>
          </a:xfrm>
          <a:custGeom>
            <a:avLst/>
            <a:gdLst/>
            <a:ahLst/>
            <a:cxnLst/>
            <a:rect l="l" t="t" r="r" b="b"/>
            <a:pathLst>
              <a:path w="1995805" h="297814">
                <a:moveTo>
                  <a:pt x="1995652" y="49618"/>
                </a:moveTo>
                <a:lnTo>
                  <a:pt x="1991753" y="30303"/>
                </a:lnTo>
                <a:lnTo>
                  <a:pt x="1981120" y="14531"/>
                </a:lnTo>
                <a:lnTo>
                  <a:pt x="1965348" y="3898"/>
                </a:lnTo>
                <a:lnTo>
                  <a:pt x="1946033" y="0"/>
                </a:lnTo>
                <a:lnTo>
                  <a:pt x="49618" y="0"/>
                </a:lnTo>
                <a:lnTo>
                  <a:pt x="30303" y="3898"/>
                </a:lnTo>
                <a:lnTo>
                  <a:pt x="14531" y="14531"/>
                </a:lnTo>
                <a:lnTo>
                  <a:pt x="3898" y="30303"/>
                </a:lnTo>
                <a:lnTo>
                  <a:pt x="0" y="49618"/>
                </a:lnTo>
                <a:lnTo>
                  <a:pt x="0" y="248107"/>
                </a:lnTo>
                <a:lnTo>
                  <a:pt x="3898" y="267416"/>
                </a:lnTo>
                <a:lnTo>
                  <a:pt x="14531" y="283189"/>
                </a:lnTo>
                <a:lnTo>
                  <a:pt x="30303" y="293825"/>
                </a:lnTo>
                <a:lnTo>
                  <a:pt x="49618" y="297726"/>
                </a:lnTo>
                <a:lnTo>
                  <a:pt x="1946033" y="297726"/>
                </a:lnTo>
                <a:lnTo>
                  <a:pt x="1965348" y="293825"/>
                </a:lnTo>
                <a:lnTo>
                  <a:pt x="1981120" y="283189"/>
                </a:lnTo>
                <a:lnTo>
                  <a:pt x="1991753" y="267416"/>
                </a:lnTo>
                <a:lnTo>
                  <a:pt x="1995652" y="248107"/>
                </a:lnTo>
                <a:lnTo>
                  <a:pt x="1995652" y="4961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835222" y="4736767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Сет</a:t>
            </a:r>
            <a:r>
              <a:rPr sz="1400" dirty="0"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9021" y="5228954"/>
            <a:ext cx="1993264" cy="314325"/>
          </a:xfrm>
          <a:custGeom>
            <a:avLst/>
            <a:gdLst/>
            <a:ahLst/>
            <a:cxnLst/>
            <a:rect l="l" t="t" r="r" b="b"/>
            <a:pathLst>
              <a:path w="1993264" h="314325">
                <a:moveTo>
                  <a:pt x="1940699" y="0"/>
                </a:moveTo>
                <a:lnTo>
                  <a:pt x="52324" y="0"/>
                </a:lnTo>
                <a:lnTo>
                  <a:pt x="31953" y="4112"/>
                </a:lnTo>
                <a:lnTo>
                  <a:pt x="15322" y="15327"/>
                </a:lnTo>
                <a:lnTo>
                  <a:pt x="4110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0" y="281984"/>
                </a:lnTo>
                <a:lnTo>
                  <a:pt x="15322" y="298616"/>
                </a:lnTo>
                <a:lnTo>
                  <a:pt x="31953" y="309831"/>
                </a:lnTo>
                <a:lnTo>
                  <a:pt x="52324" y="313943"/>
                </a:lnTo>
                <a:lnTo>
                  <a:pt x="1940699" y="313943"/>
                </a:lnTo>
                <a:lnTo>
                  <a:pt x="1961064" y="309831"/>
                </a:lnTo>
                <a:lnTo>
                  <a:pt x="1977696" y="298616"/>
                </a:lnTo>
                <a:lnTo>
                  <a:pt x="1988911" y="281984"/>
                </a:lnTo>
                <a:lnTo>
                  <a:pt x="1993023" y="261619"/>
                </a:lnTo>
                <a:lnTo>
                  <a:pt x="1993023" y="52323"/>
                </a:lnTo>
                <a:lnTo>
                  <a:pt x="1988911" y="31959"/>
                </a:lnTo>
                <a:lnTo>
                  <a:pt x="1977696" y="15327"/>
                </a:lnTo>
                <a:lnTo>
                  <a:pt x="1961064" y="4112"/>
                </a:lnTo>
                <a:lnTo>
                  <a:pt x="194069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22261" y="5254352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59487" y="993732"/>
            <a:ext cx="171323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Segoe UI Light"/>
                <a:cs typeface="Segoe UI Light"/>
              </a:rPr>
              <a:t>Colocation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Размещение</a:t>
            </a:r>
            <a:r>
              <a:rPr sz="1100" spc="-7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оборудования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16401" y="1629067"/>
            <a:ext cx="1998345" cy="313055"/>
            <a:chOff x="1016401" y="1629067"/>
            <a:chExt cx="1998345" cy="313055"/>
          </a:xfrm>
        </p:grpSpPr>
        <p:sp>
          <p:nvSpPr>
            <p:cNvPr id="40" name="object 40"/>
            <p:cNvSpPr/>
            <p:nvPr/>
          </p:nvSpPr>
          <p:spPr>
            <a:xfrm>
              <a:off x="1021163" y="1633829"/>
              <a:ext cx="1988820" cy="303530"/>
            </a:xfrm>
            <a:custGeom>
              <a:avLst/>
              <a:gdLst/>
              <a:ahLst/>
              <a:cxnLst/>
              <a:rect l="l" t="t" r="r" b="b"/>
              <a:pathLst>
                <a:path w="1988820" h="303530">
                  <a:moveTo>
                    <a:pt x="1938223" y="0"/>
                  </a:moveTo>
                  <a:lnTo>
                    <a:pt x="50507" y="0"/>
                  </a:lnTo>
                  <a:lnTo>
                    <a:pt x="30850" y="3968"/>
                  </a:lnTo>
                  <a:lnTo>
                    <a:pt x="14795" y="14790"/>
                  </a:lnTo>
                  <a:lnTo>
                    <a:pt x="3969" y="30844"/>
                  </a:lnTo>
                  <a:lnTo>
                    <a:pt x="0" y="50507"/>
                  </a:lnTo>
                  <a:lnTo>
                    <a:pt x="0" y="252552"/>
                  </a:lnTo>
                  <a:lnTo>
                    <a:pt x="3969" y="272209"/>
                  </a:lnTo>
                  <a:lnTo>
                    <a:pt x="14795" y="288264"/>
                  </a:lnTo>
                  <a:lnTo>
                    <a:pt x="30850" y="299090"/>
                  </a:lnTo>
                  <a:lnTo>
                    <a:pt x="50507" y="303060"/>
                  </a:lnTo>
                  <a:lnTo>
                    <a:pt x="1938223" y="303060"/>
                  </a:lnTo>
                  <a:lnTo>
                    <a:pt x="1957880" y="299090"/>
                  </a:lnTo>
                  <a:lnTo>
                    <a:pt x="1973935" y="288264"/>
                  </a:lnTo>
                  <a:lnTo>
                    <a:pt x="1984761" y="272209"/>
                  </a:lnTo>
                  <a:lnTo>
                    <a:pt x="1988731" y="252552"/>
                  </a:lnTo>
                  <a:lnTo>
                    <a:pt x="1988731" y="50507"/>
                  </a:lnTo>
                  <a:lnTo>
                    <a:pt x="1984761" y="30844"/>
                  </a:lnTo>
                  <a:lnTo>
                    <a:pt x="1973935" y="14790"/>
                  </a:lnTo>
                  <a:lnTo>
                    <a:pt x="1957880" y="3968"/>
                  </a:lnTo>
                  <a:lnTo>
                    <a:pt x="193822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21163" y="1633829"/>
              <a:ext cx="1988820" cy="303530"/>
            </a:xfrm>
            <a:custGeom>
              <a:avLst/>
              <a:gdLst/>
              <a:ahLst/>
              <a:cxnLst/>
              <a:rect l="l" t="t" r="r" b="b"/>
              <a:pathLst>
                <a:path w="1988820" h="303530">
                  <a:moveTo>
                    <a:pt x="1988731" y="50507"/>
                  </a:moveTo>
                  <a:lnTo>
                    <a:pt x="1984761" y="30844"/>
                  </a:lnTo>
                  <a:lnTo>
                    <a:pt x="1973935" y="14790"/>
                  </a:lnTo>
                  <a:lnTo>
                    <a:pt x="1957880" y="3968"/>
                  </a:lnTo>
                  <a:lnTo>
                    <a:pt x="1938223" y="0"/>
                  </a:lnTo>
                  <a:lnTo>
                    <a:pt x="50507" y="0"/>
                  </a:lnTo>
                  <a:lnTo>
                    <a:pt x="30850" y="3968"/>
                  </a:lnTo>
                  <a:lnTo>
                    <a:pt x="14795" y="14790"/>
                  </a:lnTo>
                  <a:lnTo>
                    <a:pt x="3969" y="30844"/>
                  </a:lnTo>
                  <a:lnTo>
                    <a:pt x="0" y="50507"/>
                  </a:lnTo>
                  <a:lnTo>
                    <a:pt x="0" y="252552"/>
                  </a:lnTo>
                  <a:lnTo>
                    <a:pt x="3969" y="272209"/>
                  </a:lnTo>
                  <a:lnTo>
                    <a:pt x="14795" y="288264"/>
                  </a:lnTo>
                  <a:lnTo>
                    <a:pt x="30850" y="299090"/>
                  </a:lnTo>
                  <a:lnTo>
                    <a:pt x="50507" y="303060"/>
                  </a:lnTo>
                  <a:lnTo>
                    <a:pt x="1938223" y="303060"/>
                  </a:lnTo>
                  <a:lnTo>
                    <a:pt x="1957880" y="299090"/>
                  </a:lnTo>
                  <a:lnTo>
                    <a:pt x="1973935" y="288264"/>
                  </a:lnTo>
                  <a:lnTo>
                    <a:pt x="1984761" y="272209"/>
                  </a:lnTo>
                  <a:lnTo>
                    <a:pt x="1988731" y="252552"/>
                  </a:lnTo>
                  <a:lnTo>
                    <a:pt x="1988731" y="5050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33706" y="1653783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18013" y="2306752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4" h="280035">
                <a:moveTo>
                  <a:pt x="1965274" y="0"/>
                </a:move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18013" y="2306752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4" h="280035">
                <a:moveTo>
                  <a:pt x="2011908" y="46634"/>
                </a:move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411644" y="2315082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13695" y="2779850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1969147" y="0"/>
                </a:move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13695" y="2779850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2020544" y="51396"/>
                </a:move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007658" y="2802463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Среда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711503" y="3149028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4" h="272414">
                <a:moveTo>
                  <a:pt x="1979561" y="0"/>
                </a:moveTo>
                <a:lnTo>
                  <a:pt x="45377" y="0"/>
                </a:lnTo>
                <a:lnTo>
                  <a:pt x="27710" y="3566"/>
                </a:lnTo>
                <a:lnTo>
                  <a:pt x="13287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7" y="258962"/>
                </a:lnTo>
                <a:lnTo>
                  <a:pt x="27710" y="268685"/>
                </a:lnTo>
                <a:lnTo>
                  <a:pt x="45377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11503" y="3149028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4" h="272414">
                <a:moveTo>
                  <a:pt x="2024938" y="45377"/>
                </a:move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lnTo>
                  <a:pt x="45377" y="0"/>
                </a:lnTo>
                <a:lnTo>
                  <a:pt x="27710" y="3566"/>
                </a:lnTo>
                <a:lnTo>
                  <a:pt x="13287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7" y="258962"/>
                </a:lnTo>
                <a:lnTo>
                  <a:pt x="27710" y="268685"/>
                </a:lnTo>
                <a:lnTo>
                  <a:pt x="45377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605478" y="3153582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702940" y="3999485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60" h="314325">
                <a:moveTo>
                  <a:pt x="1989734" y="0"/>
                </a:moveTo>
                <a:lnTo>
                  <a:pt x="52323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3" y="313944"/>
                </a:lnTo>
                <a:lnTo>
                  <a:pt x="1989734" y="313944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20"/>
                </a:lnTo>
                <a:lnTo>
                  <a:pt x="2042058" y="52324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379705" y="4024882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04418" y="4365960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560458" y="4385557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707766" y="4719345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5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1" y="267533"/>
                </a:lnTo>
                <a:lnTo>
                  <a:pt x="14539" y="283313"/>
                </a:lnTo>
                <a:lnTo>
                  <a:pt x="30319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543852" y="4736702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709835" y="3489754"/>
            <a:ext cx="2028825" cy="314325"/>
          </a:xfrm>
          <a:custGeom>
            <a:avLst/>
            <a:gdLst/>
            <a:ahLst/>
            <a:cxnLst/>
            <a:rect l="l" t="t" r="r" b="b"/>
            <a:pathLst>
              <a:path w="2028825" h="314325">
                <a:moveTo>
                  <a:pt x="1975942" y="0"/>
                </a:moveTo>
                <a:lnTo>
                  <a:pt x="52323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3" y="313944"/>
                </a:lnTo>
                <a:lnTo>
                  <a:pt x="1975942" y="313944"/>
                </a:lnTo>
                <a:lnTo>
                  <a:pt x="1996306" y="309831"/>
                </a:lnTo>
                <a:lnTo>
                  <a:pt x="2012938" y="298616"/>
                </a:lnTo>
                <a:lnTo>
                  <a:pt x="2024153" y="281984"/>
                </a:lnTo>
                <a:lnTo>
                  <a:pt x="2028266" y="261620"/>
                </a:lnTo>
                <a:lnTo>
                  <a:pt x="2028266" y="52324"/>
                </a:lnTo>
                <a:lnTo>
                  <a:pt x="2024153" y="31959"/>
                </a:lnTo>
                <a:lnTo>
                  <a:pt x="2012938" y="15327"/>
                </a:lnTo>
                <a:lnTo>
                  <a:pt x="1996306" y="4112"/>
                </a:lnTo>
                <a:lnTo>
                  <a:pt x="197594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139166" y="3515152"/>
            <a:ext cx="11709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76085" y="993732"/>
            <a:ext cx="169418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Segoe UI Light"/>
                <a:cs typeface="Segoe UI Light"/>
              </a:rPr>
              <a:t>IaaS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Инф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10" dirty="0">
                <a:latin typeface="Segoe UI Light"/>
                <a:cs typeface="Segoe UI Light"/>
              </a:rPr>
              <a:t>а</a:t>
            </a:r>
            <a:r>
              <a:rPr sz="1100" dirty="0">
                <a:latin typeface="Segoe UI Light"/>
                <a:cs typeface="Segoe UI Light"/>
              </a:rPr>
              <a:t>ст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10" dirty="0">
                <a:latin typeface="Segoe UI Light"/>
                <a:cs typeface="Segoe UI Light"/>
              </a:rPr>
              <a:t>у</a:t>
            </a:r>
            <a:r>
              <a:rPr sz="1100" spc="-5" dirty="0">
                <a:latin typeface="Segoe UI Light"/>
                <a:cs typeface="Segoe UI Light"/>
              </a:rPr>
              <a:t>к</a:t>
            </a:r>
            <a:r>
              <a:rPr sz="1100" spc="-15" dirty="0">
                <a:latin typeface="Segoe UI Light"/>
                <a:cs typeface="Segoe UI Light"/>
              </a:rPr>
              <a:t>т</a:t>
            </a:r>
            <a:r>
              <a:rPr sz="1100" dirty="0">
                <a:latin typeface="Segoe UI Light"/>
                <a:cs typeface="Segoe UI Light"/>
              </a:rPr>
              <a:t>у</a:t>
            </a:r>
            <a:r>
              <a:rPr sz="1100" spc="-10" dirty="0">
                <a:latin typeface="Segoe UI Light"/>
                <a:cs typeface="Segoe UI Light"/>
              </a:rPr>
              <a:t>р</a:t>
            </a:r>
            <a:r>
              <a:rPr sz="1100" dirty="0">
                <a:latin typeface="Segoe UI Light"/>
                <a:cs typeface="Segoe UI Light"/>
              </a:rPr>
              <a:t>а</a:t>
            </a:r>
            <a:r>
              <a:rPr sz="1100" spc="-6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</a:t>
            </a:r>
            <a:r>
              <a:rPr sz="1100" spc="-10" dirty="0">
                <a:latin typeface="Segoe UI Light"/>
                <a:cs typeface="Segoe UI Light"/>
              </a:rPr>
              <a:t>а</a:t>
            </a:r>
            <a:r>
              <a:rPr sz="1100" dirty="0">
                <a:latin typeface="Segoe UI Light"/>
                <a:cs typeface="Segoe UI Light"/>
              </a:rPr>
              <a:t>к</a:t>
            </a:r>
            <a:r>
              <a:rPr sz="1100" spc="-15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</a:t>
            </a:r>
            <a:r>
              <a:rPr sz="1100" spc="-10" dirty="0">
                <a:latin typeface="Segoe UI Light"/>
                <a:cs typeface="Segoe UI Light"/>
              </a:rPr>
              <a:t>е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5" dirty="0">
                <a:latin typeface="Segoe UI Light"/>
                <a:cs typeface="Segoe UI Light"/>
              </a:rPr>
              <a:t>в</a:t>
            </a:r>
            <a:r>
              <a:rPr sz="1100" dirty="0">
                <a:latin typeface="Segoe UI Light"/>
                <a:cs typeface="Segoe UI Light"/>
              </a:rPr>
              <a:t>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714602" y="1626481"/>
            <a:ext cx="2019300" cy="318135"/>
            <a:chOff x="3714602" y="1626481"/>
            <a:chExt cx="2019300" cy="318135"/>
          </a:xfrm>
        </p:grpSpPr>
        <p:sp>
          <p:nvSpPr>
            <p:cNvPr id="62" name="object 62"/>
            <p:cNvSpPr/>
            <p:nvPr/>
          </p:nvSpPr>
          <p:spPr>
            <a:xfrm>
              <a:off x="3719365" y="1631243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19365" y="1631243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842336" y="1653785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709386" y="1977599"/>
            <a:ext cx="2029460" cy="287655"/>
            <a:chOff x="3709386" y="1977599"/>
            <a:chExt cx="2029460" cy="287655"/>
          </a:xfrm>
        </p:grpSpPr>
        <p:sp>
          <p:nvSpPr>
            <p:cNvPr id="66" name="object 66"/>
            <p:cNvSpPr/>
            <p:nvPr/>
          </p:nvSpPr>
          <p:spPr>
            <a:xfrm>
              <a:off x="3714149" y="1982362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5" h="278130">
                  <a:moveTo>
                    <a:pt x="1973338" y="0"/>
                  </a:move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14149" y="1982362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5" h="278130">
                  <a:moveTo>
                    <a:pt x="2019642" y="46304"/>
                  </a:move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226129" y="1989692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701163" y="5240557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4"/>
                </a:lnTo>
                <a:lnTo>
                  <a:pt x="1993290" y="313944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20"/>
                </a:lnTo>
                <a:lnTo>
                  <a:pt x="2045614" y="52324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229623" y="5265956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447772" y="2303420"/>
            <a:ext cx="2014220" cy="283210"/>
          </a:xfrm>
          <a:custGeom>
            <a:avLst/>
            <a:gdLst/>
            <a:ahLst/>
            <a:cxnLst/>
            <a:rect l="l" t="t" r="r" b="b"/>
            <a:pathLst>
              <a:path w="2014220" h="283210">
                <a:moveTo>
                  <a:pt x="1966988" y="0"/>
                </a:moveTo>
                <a:lnTo>
                  <a:pt x="47193" y="0"/>
                </a:lnTo>
                <a:lnTo>
                  <a:pt x="28825" y="3709"/>
                </a:lnTo>
                <a:lnTo>
                  <a:pt x="13823" y="13823"/>
                </a:lnTo>
                <a:lnTo>
                  <a:pt x="3709" y="28825"/>
                </a:lnTo>
                <a:lnTo>
                  <a:pt x="0" y="47193"/>
                </a:lnTo>
                <a:lnTo>
                  <a:pt x="0" y="235953"/>
                </a:lnTo>
                <a:lnTo>
                  <a:pt x="3709" y="254321"/>
                </a:lnTo>
                <a:lnTo>
                  <a:pt x="13823" y="269322"/>
                </a:lnTo>
                <a:lnTo>
                  <a:pt x="28825" y="279437"/>
                </a:lnTo>
                <a:lnTo>
                  <a:pt x="47193" y="283146"/>
                </a:lnTo>
                <a:lnTo>
                  <a:pt x="1966988" y="283146"/>
                </a:lnTo>
                <a:lnTo>
                  <a:pt x="1985356" y="279437"/>
                </a:lnTo>
                <a:lnTo>
                  <a:pt x="2000357" y="269322"/>
                </a:lnTo>
                <a:lnTo>
                  <a:pt x="2010472" y="254321"/>
                </a:lnTo>
                <a:lnTo>
                  <a:pt x="2014181" y="235953"/>
                </a:lnTo>
                <a:lnTo>
                  <a:pt x="2014181" y="47193"/>
                </a:lnTo>
                <a:lnTo>
                  <a:pt x="2010472" y="28825"/>
                </a:lnTo>
                <a:lnTo>
                  <a:pt x="2000357" y="13823"/>
                </a:lnTo>
                <a:lnTo>
                  <a:pt x="1985356" y="3709"/>
                </a:lnTo>
                <a:lnTo>
                  <a:pt x="1966988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47772" y="2303420"/>
            <a:ext cx="2014220" cy="283210"/>
          </a:xfrm>
          <a:custGeom>
            <a:avLst/>
            <a:gdLst/>
            <a:ahLst/>
            <a:cxnLst/>
            <a:rect l="l" t="t" r="r" b="b"/>
            <a:pathLst>
              <a:path w="2014220" h="283210">
                <a:moveTo>
                  <a:pt x="2014181" y="47193"/>
                </a:moveTo>
                <a:lnTo>
                  <a:pt x="2010472" y="28825"/>
                </a:lnTo>
                <a:lnTo>
                  <a:pt x="2000357" y="13823"/>
                </a:lnTo>
                <a:lnTo>
                  <a:pt x="1985356" y="3709"/>
                </a:lnTo>
                <a:lnTo>
                  <a:pt x="1966988" y="0"/>
                </a:lnTo>
                <a:lnTo>
                  <a:pt x="47193" y="0"/>
                </a:lnTo>
                <a:lnTo>
                  <a:pt x="28825" y="3709"/>
                </a:lnTo>
                <a:lnTo>
                  <a:pt x="13823" y="13823"/>
                </a:lnTo>
                <a:lnTo>
                  <a:pt x="3709" y="28825"/>
                </a:lnTo>
                <a:lnTo>
                  <a:pt x="0" y="47193"/>
                </a:lnTo>
                <a:lnTo>
                  <a:pt x="0" y="235953"/>
                </a:lnTo>
                <a:lnTo>
                  <a:pt x="3709" y="254321"/>
                </a:lnTo>
                <a:lnTo>
                  <a:pt x="13823" y="269322"/>
                </a:lnTo>
                <a:lnTo>
                  <a:pt x="28825" y="279437"/>
                </a:lnTo>
                <a:lnTo>
                  <a:pt x="47193" y="283146"/>
                </a:lnTo>
                <a:lnTo>
                  <a:pt x="1966988" y="283146"/>
                </a:lnTo>
                <a:lnTo>
                  <a:pt x="1985356" y="279437"/>
                </a:lnTo>
                <a:lnTo>
                  <a:pt x="2000357" y="269322"/>
                </a:lnTo>
                <a:lnTo>
                  <a:pt x="2010472" y="254321"/>
                </a:lnTo>
                <a:lnTo>
                  <a:pt x="2014181" y="235953"/>
                </a:lnTo>
                <a:lnTo>
                  <a:pt x="2014181" y="471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7142477" y="2313420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447772" y="2768895"/>
            <a:ext cx="2014220" cy="315595"/>
          </a:xfrm>
          <a:custGeom>
            <a:avLst/>
            <a:gdLst/>
            <a:ahLst/>
            <a:cxnLst/>
            <a:rect l="l" t="t" r="r" b="b"/>
            <a:pathLst>
              <a:path w="2014220" h="315594">
                <a:moveTo>
                  <a:pt x="1961616" y="0"/>
                </a:moveTo>
                <a:lnTo>
                  <a:pt x="52565" y="0"/>
                </a:lnTo>
                <a:lnTo>
                  <a:pt x="32104" y="4130"/>
                </a:lnTo>
                <a:lnTo>
                  <a:pt x="15395" y="15395"/>
                </a:lnTo>
                <a:lnTo>
                  <a:pt x="4130" y="32104"/>
                </a:lnTo>
                <a:lnTo>
                  <a:pt x="0" y="52565"/>
                </a:lnTo>
                <a:lnTo>
                  <a:pt x="0" y="262801"/>
                </a:lnTo>
                <a:lnTo>
                  <a:pt x="4130" y="283262"/>
                </a:lnTo>
                <a:lnTo>
                  <a:pt x="15395" y="299970"/>
                </a:lnTo>
                <a:lnTo>
                  <a:pt x="32104" y="311235"/>
                </a:lnTo>
                <a:lnTo>
                  <a:pt x="52565" y="315366"/>
                </a:lnTo>
                <a:lnTo>
                  <a:pt x="1961616" y="315366"/>
                </a:lnTo>
                <a:lnTo>
                  <a:pt x="1982077" y="311235"/>
                </a:lnTo>
                <a:lnTo>
                  <a:pt x="1998786" y="299970"/>
                </a:lnTo>
                <a:lnTo>
                  <a:pt x="2010051" y="283262"/>
                </a:lnTo>
                <a:lnTo>
                  <a:pt x="2014181" y="262801"/>
                </a:lnTo>
                <a:lnTo>
                  <a:pt x="2014181" y="52565"/>
                </a:lnTo>
                <a:lnTo>
                  <a:pt x="2010051" y="32104"/>
                </a:lnTo>
                <a:lnTo>
                  <a:pt x="1998786" y="15395"/>
                </a:lnTo>
                <a:lnTo>
                  <a:pt x="1982077" y="4130"/>
                </a:lnTo>
                <a:lnTo>
                  <a:pt x="1961616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738679" y="2795007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Среда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451690" y="3149034"/>
            <a:ext cx="2006600" cy="269875"/>
          </a:xfrm>
          <a:custGeom>
            <a:avLst/>
            <a:gdLst/>
            <a:ahLst/>
            <a:cxnLst/>
            <a:rect l="l" t="t" r="r" b="b"/>
            <a:pathLst>
              <a:path w="2006600" h="269875">
                <a:moveTo>
                  <a:pt x="1961426" y="0"/>
                </a:moveTo>
                <a:lnTo>
                  <a:pt x="44932" y="0"/>
                </a:lnTo>
                <a:lnTo>
                  <a:pt x="27442" y="3529"/>
                </a:lnTo>
                <a:lnTo>
                  <a:pt x="13160" y="13154"/>
                </a:lnTo>
                <a:lnTo>
                  <a:pt x="3530" y="27431"/>
                </a:lnTo>
                <a:lnTo>
                  <a:pt x="0" y="44919"/>
                </a:lnTo>
                <a:lnTo>
                  <a:pt x="0" y="224612"/>
                </a:lnTo>
                <a:lnTo>
                  <a:pt x="3530" y="242102"/>
                </a:lnTo>
                <a:lnTo>
                  <a:pt x="13160" y="256384"/>
                </a:lnTo>
                <a:lnTo>
                  <a:pt x="27442" y="266013"/>
                </a:lnTo>
                <a:lnTo>
                  <a:pt x="44932" y="269544"/>
                </a:lnTo>
                <a:lnTo>
                  <a:pt x="1961426" y="269544"/>
                </a:lnTo>
                <a:lnTo>
                  <a:pt x="1978908" y="266013"/>
                </a:lnTo>
                <a:lnTo>
                  <a:pt x="1993187" y="256384"/>
                </a:lnTo>
                <a:lnTo>
                  <a:pt x="2002815" y="242102"/>
                </a:lnTo>
                <a:lnTo>
                  <a:pt x="2006346" y="224612"/>
                </a:lnTo>
                <a:lnTo>
                  <a:pt x="2006346" y="44919"/>
                </a:lnTo>
                <a:lnTo>
                  <a:pt x="2002815" y="27431"/>
                </a:lnTo>
                <a:lnTo>
                  <a:pt x="1993187" y="13154"/>
                </a:lnTo>
                <a:lnTo>
                  <a:pt x="1978908" y="3529"/>
                </a:lnTo>
                <a:lnTo>
                  <a:pt x="1961426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336120" y="3152230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443378" y="3477035"/>
            <a:ext cx="2023110" cy="286385"/>
          </a:xfrm>
          <a:custGeom>
            <a:avLst/>
            <a:gdLst/>
            <a:ahLst/>
            <a:cxnLst/>
            <a:rect l="l" t="t" r="r" b="b"/>
            <a:pathLst>
              <a:path w="2023109" h="286385">
                <a:moveTo>
                  <a:pt x="1975269" y="0"/>
                </a:moveTo>
                <a:lnTo>
                  <a:pt x="47713" y="0"/>
                </a:lnTo>
                <a:lnTo>
                  <a:pt x="29141" y="3747"/>
                </a:lnTo>
                <a:lnTo>
                  <a:pt x="13974" y="13968"/>
                </a:lnTo>
                <a:lnTo>
                  <a:pt x="3749" y="29130"/>
                </a:lnTo>
                <a:lnTo>
                  <a:pt x="0" y="47701"/>
                </a:lnTo>
                <a:lnTo>
                  <a:pt x="0" y="238518"/>
                </a:lnTo>
                <a:lnTo>
                  <a:pt x="3749" y="257089"/>
                </a:lnTo>
                <a:lnTo>
                  <a:pt x="13974" y="272251"/>
                </a:lnTo>
                <a:lnTo>
                  <a:pt x="29141" y="282472"/>
                </a:lnTo>
                <a:lnTo>
                  <a:pt x="47713" y="286219"/>
                </a:lnTo>
                <a:lnTo>
                  <a:pt x="1975269" y="286219"/>
                </a:lnTo>
                <a:lnTo>
                  <a:pt x="1993834" y="282472"/>
                </a:lnTo>
                <a:lnTo>
                  <a:pt x="2008997" y="272251"/>
                </a:lnTo>
                <a:lnTo>
                  <a:pt x="2019221" y="257089"/>
                </a:lnTo>
                <a:lnTo>
                  <a:pt x="2022970" y="238518"/>
                </a:lnTo>
                <a:lnTo>
                  <a:pt x="2022970" y="47701"/>
                </a:lnTo>
                <a:lnTo>
                  <a:pt x="2019221" y="29130"/>
                </a:lnTo>
                <a:lnTo>
                  <a:pt x="2008997" y="13968"/>
                </a:lnTo>
                <a:lnTo>
                  <a:pt x="1993834" y="3747"/>
                </a:lnTo>
                <a:lnTo>
                  <a:pt x="197526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6870124" y="3488573"/>
            <a:ext cx="11709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756078" y="993732"/>
            <a:ext cx="139573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84"/>
              </a:spcBef>
            </a:pPr>
            <a:r>
              <a:rPr sz="1600" spc="-10" dirty="0">
                <a:latin typeface="Segoe UI Light"/>
                <a:cs typeface="Segoe UI Light"/>
              </a:rPr>
              <a:t>PaaS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Платформа</a:t>
            </a:r>
            <a:r>
              <a:rPr sz="1100" spc="-65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как</a:t>
            </a:r>
            <a:r>
              <a:rPr sz="1100" spc="-35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сервис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445497" y="1623896"/>
            <a:ext cx="2019300" cy="318135"/>
            <a:chOff x="6445497" y="1623896"/>
            <a:chExt cx="2019300" cy="318135"/>
          </a:xfrm>
        </p:grpSpPr>
        <p:sp>
          <p:nvSpPr>
            <p:cNvPr id="82" name="object 82"/>
            <p:cNvSpPr/>
            <p:nvPr/>
          </p:nvSpPr>
          <p:spPr>
            <a:xfrm>
              <a:off x="6450260" y="1628659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450260" y="1628659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573231" y="1651200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443009" y="1967389"/>
            <a:ext cx="2023745" cy="297815"/>
            <a:chOff x="6443009" y="1967389"/>
            <a:chExt cx="2023745" cy="297815"/>
          </a:xfrm>
        </p:grpSpPr>
        <p:sp>
          <p:nvSpPr>
            <p:cNvPr id="86" name="object 86"/>
            <p:cNvSpPr/>
            <p:nvPr/>
          </p:nvSpPr>
          <p:spPr>
            <a:xfrm>
              <a:off x="6447772" y="1972152"/>
              <a:ext cx="2014220" cy="288290"/>
            </a:xfrm>
            <a:custGeom>
              <a:avLst/>
              <a:gdLst/>
              <a:ahLst/>
              <a:cxnLst/>
              <a:rect l="l" t="t" r="r" b="b"/>
              <a:pathLst>
                <a:path w="2014220" h="288289">
                  <a:moveTo>
                    <a:pt x="1966175" y="0"/>
                  </a:moveTo>
                  <a:lnTo>
                    <a:pt x="48005" y="0"/>
                  </a:lnTo>
                  <a:lnTo>
                    <a:pt x="29323" y="3773"/>
                  </a:lnTo>
                  <a:lnTo>
                    <a:pt x="14063" y="14063"/>
                  </a:lnTo>
                  <a:lnTo>
                    <a:pt x="3773" y="29323"/>
                  </a:lnTo>
                  <a:lnTo>
                    <a:pt x="0" y="48005"/>
                  </a:lnTo>
                  <a:lnTo>
                    <a:pt x="0" y="240004"/>
                  </a:lnTo>
                  <a:lnTo>
                    <a:pt x="3773" y="258692"/>
                  </a:lnTo>
                  <a:lnTo>
                    <a:pt x="14063" y="273951"/>
                  </a:lnTo>
                  <a:lnTo>
                    <a:pt x="29323" y="284238"/>
                  </a:lnTo>
                  <a:lnTo>
                    <a:pt x="48005" y="288010"/>
                  </a:lnTo>
                  <a:lnTo>
                    <a:pt x="1966175" y="288010"/>
                  </a:lnTo>
                  <a:lnTo>
                    <a:pt x="1984863" y="284238"/>
                  </a:lnTo>
                  <a:lnTo>
                    <a:pt x="2000122" y="273951"/>
                  </a:lnTo>
                  <a:lnTo>
                    <a:pt x="2010409" y="258692"/>
                  </a:lnTo>
                  <a:lnTo>
                    <a:pt x="2014181" y="240004"/>
                  </a:lnTo>
                  <a:lnTo>
                    <a:pt x="2014181" y="48005"/>
                  </a:lnTo>
                  <a:lnTo>
                    <a:pt x="2010409" y="29323"/>
                  </a:lnTo>
                  <a:lnTo>
                    <a:pt x="2000122" y="14063"/>
                  </a:lnTo>
                  <a:lnTo>
                    <a:pt x="1984863" y="3773"/>
                  </a:lnTo>
                  <a:lnTo>
                    <a:pt x="196617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447772" y="1972152"/>
              <a:ext cx="2014220" cy="288290"/>
            </a:xfrm>
            <a:custGeom>
              <a:avLst/>
              <a:gdLst/>
              <a:ahLst/>
              <a:cxnLst/>
              <a:rect l="l" t="t" r="r" b="b"/>
              <a:pathLst>
                <a:path w="2014220" h="288289">
                  <a:moveTo>
                    <a:pt x="2014181" y="48005"/>
                  </a:moveTo>
                  <a:lnTo>
                    <a:pt x="2010409" y="29323"/>
                  </a:lnTo>
                  <a:lnTo>
                    <a:pt x="2000122" y="14063"/>
                  </a:lnTo>
                  <a:lnTo>
                    <a:pt x="1984863" y="3773"/>
                  </a:lnTo>
                  <a:lnTo>
                    <a:pt x="1966175" y="0"/>
                  </a:lnTo>
                  <a:lnTo>
                    <a:pt x="48005" y="0"/>
                  </a:lnTo>
                  <a:lnTo>
                    <a:pt x="29323" y="3773"/>
                  </a:lnTo>
                  <a:lnTo>
                    <a:pt x="14063" y="14063"/>
                  </a:lnTo>
                  <a:lnTo>
                    <a:pt x="3773" y="29323"/>
                  </a:lnTo>
                  <a:lnTo>
                    <a:pt x="0" y="48005"/>
                  </a:lnTo>
                  <a:lnTo>
                    <a:pt x="0" y="240004"/>
                  </a:lnTo>
                  <a:lnTo>
                    <a:pt x="3773" y="258692"/>
                  </a:lnTo>
                  <a:lnTo>
                    <a:pt x="14063" y="273951"/>
                  </a:lnTo>
                  <a:lnTo>
                    <a:pt x="29323" y="284238"/>
                  </a:lnTo>
                  <a:lnTo>
                    <a:pt x="48005" y="288010"/>
                  </a:lnTo>
                  <a:lnTo>
                    <a:pt x="1966175" y="288010"/>
                  </a:lnTo>
                  <a:lnTo>
                    <a:pt x="1984863" y="284238"/>
                  </a:lnTo>
                  <a:lnTo>
                    <a:pt x="2000122" y="273951"/>
                  </a:lnTo>
                  <a:lnTo>
                    <a:pt x="2010409" y="258692"/>
                  </a:lnTo>
                  <a:lnTo>
                    <a:pt x="2014181" y="240004"/>
                  </a:lnTo>
                  <a:lnTo>
                    <a:pt x="2014181" y="480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957152" y="1984587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433835" y="4010938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59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89734" y="313943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19"/>
                </a:lnTo>
                <a:lnTo>
                  <a:pt x="2042058" y="52323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110600" y="4036336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435313" y="4377413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291353" y="4397010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438660" y="4730798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4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1" y="267533"/>
                </a:lnTo>
                <a:lnTo>
                  <a:pt x="14539" y="283313"/>
                </a:lnTo>
                <a:lnTo>
                  <a:pt x="30319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7274748" y="4748155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432058" y="5252010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93290" y="313943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19"/>
                </a:lnTo>
                <a:lnTo>
                  <a:pt x="2045614" y="52323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960518" y="5277408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9181148" y="1978736"/>
            <a:ext cx="2009775" cy="604520"/>
          </a:xfrm>
          <a:custGeom>
            <a:avLst/>
            <a:gdLst/>
            <a:ahLst/>
            <a:cxnLst/>
            <a:rect l="l" t="t" r="r" b="b"/>
            <a:pathLst>
              <a:path w="2009775" h="604519">
                <a:moveTo>
                  <a:pt x="2008759" y="47434"/>
                </a:moveTo>
                <a:lnTo>
                  <a:pt x="2005025" y="28968"/>
                </a:lnTo>
                <a:lnTo>
                  <a:pt x="1994865" y="13893"/>
                </a:lnTo>
                <a:lnTo>
                  <a:pt x="1979790" y="3733"/>
                </a:lnTo>
                <a:lnTo>
                  <a:pt x="1961324" y="0"/>
                </a:lnTo>
                <a:lnTo>
                  <a:pt x="47891" y="0"/>
                </a:lnTo>
                <a:lnTo>
                  <a:pt x="29425" y="3733"/>
                </a:lnTo>
                <a:lnTo>
                  <a:pt x="14351" y="13893"/>
                </a:lnTo>
                <a:lnTo>
                  <a:pt x="4178" y="28968"/>
                </a:lnTo>
                <a:lnTo>
                  <a:pt x="457" y="47434"/>
                </a:lnTo>
                <a:lnTo>
                  <a:pt x="457" y="237172"/>
                </a:lnTo>
                <a:lnTo>
                  <a:pt x="4178" y="255638"/>
                </a:lnTo>
                <a:lnTo>
                  <a:pt x="14351" y="270713"/>
                </a:lnTo>
                <a:lnTo>
                  <a:pt x="29425" y="280885"/>
                </a:lnTo>
                <a:lnTo>
                  <a:pt x="47891" y="284607"/>
                </a:lnTo>
                <a:lnTo>
                  <a:pt x="1961324" y="284607"/>
                </a:lnTo>
                <a:lnTo>
                  <a:pt x="1979790" y="280885"/>
                </a:lnTo>
                <a:lnTo>
                  <a:pt x="1994865" y="270713"/>
                </a:lnTo>
                <a:lnTo>
                  <a:pt x="2005025" y="255638"/>
                </a:lnTo>
                <a:lnTo>
                  <a:pt x="2008759" y="237172"/>
                </a:lnTo>
                <a:lnTo>
                  <a:pt x="2008759" y="47434"/>
                </a:lnTo>
                <a:close/>
              </a:path>
              <a:path w="2009775" h="604519">
                <a:moveTo>
                  <a:pt x="2009216" y="368363"/>
                </a:moveTo>
                <a:lnTo>
                  <a:pt x="2005507" y="349999"/>
                </a:lnTo>
                <a:lnTo>
                  <a:pt x="1995398" y="335000"/>
                </a:lnTo>
                <a:lnTo>
                  <a:pt x="1980387" y="324878"/>
                </a:lnTo>
                <a:lnTo>
                  <a:pt x="1962023" y="321170"/>
                </a:lnTo>
                <a:lnTo>
                  <a:pt x="47193" y="321170"/>
                </a:lnTo>
                <a:lnTo>
                  <a:pt x="28816" y="324878"/>
                </a:lnTo>
                <a:lnTo>
                  <a:pt x="13817" y="335000"/>
                </a:lnTo>
                <a:lnTo>
                  <a:pt x="3708" y="349999"/>
                </a:lnTo>
                <a:lnTo>
                  <a:pt x="0" y="368363"/>
                </a:lnTo>
                <a:lnTo>
                  <a:pt x="0" y="557123"/>
                </a:lnTo>
                <a:lnTo>
                  <a:pt x="3708" y="575500"/>
                </a:lnTo>
                <a:lnTo>
                  <a:pt x="13817" y="590499"/>
                </a:lnTo>
                <a:lnTo>
                  <a:pt x="28816" y="600608"/>
                </a:lnTo>
                <a:lnTo>
                  <a:pt x="47193" y="604316"/>
                </a:lnTo>
                <a:lnTo>
                  <a:pt x="1962023" y="604316"/>
                </a:lnTo>
                <a:lnTo>
                  <a:pt x="1980387" y="600608"/>
                </a:lnTo>
                <a:lnTo>
                  <a:pt x="1995398" y="590499"/>
                </a:lnTo>
                <a:lnTo>
                  <a:pt x="2005507" y="575500"/>
                </a:lnTo>
                <a:lnTo>
                  <a:pt x="2009216" y="557123"/>
                </a:lnTo>
                <a:lnTo>
                  <a:pt x="2009216" y="368363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9687538" y="1882995"/>
            <a:ext cx="997585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7485" marR="5080" indent="-185420">
              <a:lnSpc>
                <a:spcPct val="1502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л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ож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н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я  Данные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9190256" y="2765379"/>
            <a:ext cx="1991360" cy="315595"/>
          </a:xfrm>
          <a:custGeom>
            <a:avLst/>
            <a:gdLst/>
            <a:ahLst/>
            <a:cxnLst/>
            <a:rect l="l" t="t" r="r" b="b"/>
            <a:pathLst>
              <a:path w="1991359" h="315594">
                <a:moveTo>
                  <a:pt x="1938451" y="0"/>
                </a:moveTo>
                <a:lnTo>
                  <a:pt x="52552" y="0"/>
                </a:lnTo>
                <a:lnTo>
                  <a:pt x="32093" y="4130"/>
                </a:lnTo>
                <a:lnTo>
                  <a:pt x="15389" y="15395"/>
                </a:lnTo>
                <a:lnTo>
                  <a:pt x="4128" y="32104"/>
                </a:lnTo>
                <a:lnTo>
                  <a:pt x="0" y="52565"/>
                </a:lnTo>
                <a:lnTo>
                  <a:pt x="0" y="262801"/>
                </a:lnTo>
                <a:lnTo>
                  <a:pt x="4128" y="283262"/>
                </a:lnTo>
                <a:lnTo>
                  <a:pt x="15389" y="299970"/>
                </a:lnTo>
                <a:lnTo>
                  <a:pt x="32093" y="311235"/>
                </a:lnTo>
                <a:lnTo>
                  <a:pt x="52552" y="315366"/>
                </a:lnTo>
                <a:lnTo>
                  <a:pt x="1938451" y="315366"/>
                </a:lnTo>
                <a:lnTo>
                  <a:pt x="1958913" y="311235"/>
                </a:lnTo>
                <a:lnTo>
                  <a:pt x="1975621" y="299970"/>
                </a:lnTo>
                <a:lnTo>
                  <a:pt x="1986886" y="283262"/>
                </a:lnTo>
                <a:lnTo>
                  <a:pt x="1991017" y="262801"/>
                </a:lnTo>
                <a:lnTo>
                  <a:pt x="1991017" y="52565"/>
                </a:lnTo>
                <a:lnTo>
                  <a:pt x="1986886" y="32104"/>
                </a:lnTo>
                <a:lnTo>
                  <a:pt x="1975621" y="15395"/>
                </a:lnTo>
                <a:lnTo>
                  <a:pt x="1958913" y="4130"/>
                </a:lnTo>
                <a:lnTo>
                  <a:pt x="1938451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9469131" y="2791490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Среда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9192648" y="3145518"/>
            <a:ext cx="1986280" cy="269875"/>
          </a:xfrm>
          <a:custGeom>
            <a:avLst/>
            <a:gdLst/>
            <a:ahLst/>
            <a:cxnLst/>
            <a:rect l="l" t="t" r="r" b="b"/>
            <a:pathLst>
              <a:path w="1986279" h="269875">
                <a:moveTo>
                  <a:pt x="1941309" y="0"/>
                </a:moveTo>
                <a:lnTo>
                  <a:pt x="44919" y="0"/>
                </a:lnTo>
                <a:lnTo>
                  <a:pt x="27431" y="3529"/>
                </a:lnTo>
                <a:lnTo>
                  <a:pt x="13154" y="13154"/>
                </a:lnTo>
                <a:lnTo>
                  <a:pt x="3529" y="27431"/>
                </a:lnTo>
                <a:lnTo>
                  <a:pt x="0" y="44919"/>
                </a:lnTo>
                <a:lnTo>
                  <a:pt x="0" y="224612"/>
                </a:lnTo>
                <a:lnTo>
                  <a:pt x="3529" y="242102"/>
                </a:lnTo>
                <a:lnTo>
                  <a:pt x="13154" y="256384"/>
                </a:lnTo>
                <a:lnTo>
                  <a:pt x="27431" y="266013"/>
                </a:lnTo>
                <a:lnTo>
                  <a:pt x="44919" y="269544"/>
                </a:lnTo>
                <a:lnTo>
                  <a:pt x="1941309" y="269544"/>
                </a:lnTo>
                <a:lnTo>
                  <a:pt x="1958791" y="266013"/>
                </a:lnTo>
                <a:lnTo>
                  <a:pt x="1973070" y="256384"/>
                </a:lnTo>
                <a:lnTo>
                  <a:pt x="1982698" y="242102"/>
                </a:lnTo>
                <a:lnTo>
                  <a:pt x="1986229" y="224612"/>
                </a:lnTo>
                <a:lnTo>
                  <a:pt x="1986229" y="44919"/>
                </a:lnTo>
                <a:lnTo>
                  <a:pt x="1982698" y="27431"/>
                </a:lnTo>
                <a:lnTo>
                  <a:pt x="1973070" y="13154"/>
                </a:lnTo>
                <a:lnTo>
                  <a:pt x="1958791" y="3529"/>
                </a:lnTo>
                <a:lnTo>
                  <a:pt x="194130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0066506" y="3148713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9185398" y="3479834"/>
            <a:ext cx="2000885" cy="280035"/>
          </a:xfrm>
          <a:custGeom>
            <a:avLst/>
            <a:gdLst/>
            <a:ahLst/>
            <a:cxnLst/>
            <a:rect l="l" t="t" r="r" b="b"/>
            <a:pathLst>
              <a:path w="2000884" h="280035">
                <a:moveTo>
                  <a:pt x="1954072" y="0"/>
                </a:moveTo>
                <a:lnTo>
                  <a:pt x="46659" y="0"/>
                </a:lnTo>
                <a:lnTo>
                  <a:pt x="28498" y="3664"/>
                </a:lnTo>
                <a:lnTo>
                  <a:pt x="13666" y="13660"/>
                </a:lnTo>
                <a:lnTo>
                  <a:pt x="3666" y="28487"/>
                </a:lnTo>
                <a:lnTo>
                  <a:pt x="0" y="46647"/>
                </a:lnTo>
                <a:lnTo>
                  <a:pt x="0" y="233260"/>
                </a:lnTo>
                <a:lnTo>
                  <a:pt x="3666" y="251415"/>
                </a:lnTo>
                <a:lnTo>
                  <a:pt x="13666" y="266242"/>
                </a:lnTo>
                <a:lnTo>
                  <a:pt x="28498" y="276241"/>
                </a:lnTo>
                <a:lnTo>
                  <a:pt x="46659" y="279908"/>
                </a:lnTo>
                <a:lnTo>
                  <a:pt x="1954072" y="279908"/>
                </a:lnTo>
                <a:lnTo>
                  <a:pt x="1972227" y="276241"/>
                </a:lnTo>
                <a:lnTo>
                  <a:pt x="1987054" y="266242"/>
                </a:lnTo>
                <a:lnTo>
                  <a:pt x="1997053" y="251415"/>
                </a:lnTo>
                <a:lnTo>
                  <a:pt x="2000719" y="233260"/>
                </a:lnTo>
                <a:lnTo>
                  <a:pt x="2000719" y="46647"/>
                </a:lnTo>
                <a:lnTo>
                  <a:pt x="1997053" y="28487"/>
                </a:lnTo>
                <a:lnTo>
                  <a:pt x="1987054" y="13660"/>
                </a:lnTo>
                <a:lnTo>
                  <a:pt x="1972227" y="3664"/>
                </a:lnTo>
                <a:lnTo>
                  <a:pt x="195407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9599941" y="3488213"/>
            <a:ext cx="11709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731068" y="1037917"/>
            <a:ext cx="909319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84"/>
              </a:spcBef>
            </a:pPr>
            <a:r>
              <a:rPr sz="1600" spc="10" dirty="0">
                <a:latin typeface="Segoe UI Light"/>
                <a:cs typeface="Segoe UI Light"/>
              </a:rPr>
              <a:t>SaaS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dirty="0">
                <a:latin typeface="Segoe UI Light"/>
                <a:cs typeface="Segoe UI Light"/>
              </a:rPr>
              <a:t>ПО</a:t>
            </a:r>
            <a:r>
              <a:rPr sz="1100" spc="-5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как</a:t>
            </a:r>
            <a:r>
              <a:rPr sz="1100" spc="-50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сервис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176392" y="1629176"/>
            <a:ext cx="2019300" cy="318135"/>
            <a:chOff x="9176392" y="1629176"/>
            <a:chExt cx="2019300" cy="318135"/>
          </a:xfrm>
        </p:grpSpPr>
        <p:sp>
          <p:nvSpPr>
            <p:cNvPr id="107" name="object 107"/>
            <p:cNvSpPr/>
            <p:nvPr/>
          </p:nvSpPr>
          <p:spPr>
            <a:xfrm>
              <a:off x="9181155" y="1633938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181155" y="1633938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9304126" y="1656480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9164730" y="3991396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59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4"/>
                </a:lnTo>
                <a:lnTo>
                  <a:pt x="1989734" y="313944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20"/>
                </a:lnTo>
                <a:lnTo>
                  <a:pt x="2042058" y="52324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9841493" y="4016795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9166208" y="4357872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10022247" y="4377468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9169555" y="4711256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4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2" y="267533"/>
                </a:lnTo>
                <a:lnTo>
                  <a:pt x="14544" y="283313"/>
                </a:lnTo>
                <a:lnTo>
                  <a:pt x="30325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10005641" y="4728613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9162952" y="5232468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93290" y="313943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19"/>
                </a:lnTo>
                <a:lnTo>
                  <a:pt x="2045614" y="52323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9691411" y="5257867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8" name="object 118"/>
          <p:cNvSpPr txBox="1">
            <a:spLocks noGrp="1"/>
          </p:cNvSpPr>
          <p:nvPr>
            <p:ph type="title"/>
          </p:nvPr>
        </p:nvSpPr>
        <p:spPr>
          <a:xfrm>
            <a:off x="375752" y="171451"/>
            <a:ext cx="11130447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0" dirty="0">
                <a:latin typeface="Segoe UI"/>
                <a:cs typeface="Segoe UI"/>
              </a:rPr>
              <a:t>Классическая</a:t>
            </a:r>
            <a:r>
              <a:rPr sz="3200" spc="-5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современная </a:t>
            </a:r>
            <a:r>
              <a:rPr sz="3200" spc="-10" dirty="0">
                <a:latin typeface="Segoe UI"/>
                <a:cs typeface="Segoe UI"/>
              </a:rPr>
              <a:t>модель аутсорсинга</a:t>
            </a:r>
            <a:r>
              <a:rPr sz="3200" dirty="0">
                <a:latin typeface="Segoe UI"/>
                <a:cs typeface="Segoe UI"/>
              </a:rPr>
              <a:t> в</a:t>
            </a:r>
            <a:r>
              <a:rPr sz="3200" spc="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ИТ</a:t>
            </a:r>
          </a:p>
        </p:txBody>
      </p:sp>
    </p:spTree>
    <p:extLst>
      <p:ext uri="{BB962C8B-B14F-4D97-AF65-F5344CB8AC3E}">
        <p14:creationId xmlns:p14="http://schemas.microsoft.com/office/powerpoint/2010/main" val="713685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45" y="6507391"/>
            <a:ext cx="7680168" cy="2124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4779" y="6475566"/>
            <a:ext cx="1268105" cy="2478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9874" y="1808270"/>
            <a:ext cx="314325" cy="3380740"/>
          </a:xfrm>
          <a:custGeom>
            <a:avLst/>
            <a:gdLst/>
            <a:ahLst/>
            <a:cxnLst/>
            <a:rect l="l" t="t" r="r" b="b"/>
            <a:pathLst>
              <a:path w="314325" h="3380740">
                <a:moveTo>
                  <a:pt x="26162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328035"/>
                </a:lnTo>
                <a:lnTo>
                  <a:pt x="4112" y="3348399"/>
                </a:lnTo>
                <a:lnTo>
                  <a:pt x="15327" y="3365031"/>
                </a:lnTo>
                <a:lnTo>
                  <a:pt x="31959" y="3376246"/>
                </a:lnTo>
                <a:lnTo>
                  <a:pt x="52324" y="3380359"/>
                </a:lnTo>
                <a:lnTo>
                  <a:pt x="261620" y="3380359"/>
                </a:lnTo>
                <a:lnTo>
                  <a:pt x="281984" y="3376246"/>
                </a:lnTo>
                <a:lnTo>
                  <a:pt x="298616" y="3365031"/>
                </a:lnTo>
                <a:lnTo>
                  <a:pt x="309831" y="3348399"/>
                </a:lnTo>
                <a:lnTo>
                  <a:pt x="313944" y="3328035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9874" y="1808270"/>
            <a:ext cx="314325" cy="3380740"/>
          </a:xfrm>
          <a:custGeom>
            <a:avLst/>
            <a:gdLst/>
            <a:ahLst/>
            <a:cxnLst/>
            <a:rect l="l" t="t" r="r" b="b"/>
            <a:pathLst>
              <a:path w="314325" h="3380740">
                <a:moveTo>
                  <a:pt x="52324" y="0"/>
                </a:move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328035"/>
                </a:lnTo>
                <a:lnTo>
                  <a:pt x="4112" y="3348399"/>
                </a:lnTo>
                <a:lnTo>
                  <a:pt x="15327" y="3365031"/>
                </a:lnTo>
                <a:lnTo>
                  <a:pt x="31959" y="3376246"/>
                </a:lnTo>
                <a:lnTo>
                  <a:pt x="52324" y="3380359"/>
                </a:lnTo>
                <a:lnTo>
                  <a:pt x="261620" y="3380359"/>
                </a:lnTo>
                <a:lnTo>
                  <a:pt x="281984" y="3376246"/>
                </a:lnTo>
                <a:lnTo>
                  <a:pt x="298616" y="3365031"/>
                </a:lnTo>
                <a:lnTo>
                  <a:pt x="309831" y="3348399"/>
                </a:lnTo>
                <a:lnTo>
                  <a:pt x="313944" y="3328035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lnTo>
                  <a:pt x="52324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9850" y="2486231"/>
            <a:ext cx="203835" cy="2024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5" dirty="0">
                <a:latin typeface="Calibri"/>
                <a:cs typeface="Calibri"/>
              </a:rPr>
              <a:t>Обеспечивается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клиентом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89762" y="2158240"/>
            <a:ext cx="314325" cy="3568065"/>
          </a:xfrm>
          <a:custGeom>
            <a:avLst/>
            <a:gdLst/>
            <a:ahLst/>
            <a:cxnLst/>
            <a:rect l="l" t="t" r="r" b="b"/>
            <a:pathLst>
              <a:path w="314325" h="3568065">
                <a:moveTo>
                  <a:pt x="26162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3515461"/>
                </a:lnTo>
                <a:lnTo>
                  <a:pt x="4112" y="3535826"/>
                </a:lnTo>
                <a:lnTo>
                  <a:pt x="15327" y="3552458"/>
                </a:lnTo>
                <a:lnTo>
                  <a:pt x="31959" y="3563672"/>
                </a:lnTo>
                <a:lnTo>
                  <a:pt x="52324" y="3567785"/>
                </a:lnTo>
                <a:lnTo>
                  <a:pt x="261620" y="3567785"/>
                </a:lnTo>
                <a:lnTo>
                  <a:pt x="281984" y="3563672"/>
                </a:lnTo>
                <a:lnTo>
                  <a:pt x="298616" y="3552458"/>
                </a:lnTo>
                <a:lnTo>
                  <a:pt x="309831" y="3535826"/>
                </a:lnTo>
                <a:lnTo>
                  <a:pt x="313944" y="3515461"/>
                </a:lnTo>
                <a:lnTo>
                  <a:pt x="313944" y="52324"/>
                </a:lnTo>
                <a:lnTo>
                  <a:pt x="309831" y="31959"/>
                </a:lnTo>
                <a:lnTo>
                  <a:pt x="298616" y="15327"/>
                </a:lnTo>
                <a:lnTo>
                  <a:pt x="281984" y="4112"/>
                </a:lnTo>
                <a:lnTo>
                  <a:pt x="26162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659737" y="2495246"/>
            <a:ext cx="203835" cy="28956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Обеспечивается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сервис-провайдером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6071" y="2488766"/>
            <a:ext cx="1991360" cy="256540"/>
          </a:xfrm>
          <a:custGeom>
            <a:avLst/>
            <a:gdLst/>
            <a:ahLst/>
            <a:cxnLst/>
            <a:rect l="l" t="t" r="r" b="b"/>
            <a:pathLst>
              <a:path w="1991360" h="256539">
                <a:moveTo>
                  <a:pt x="1948319" y="0"/>
                </a:moveTo>
                <a:lnTo>
                  <a:pt x="42722" y="0"/>
                </a:lnTo>
                <a:lnTo>
                  <a:pt x="26092" y="3356"/>
                </a:lnTo>
                <a:lnTo>
                  <a:pt x="12512" y="12511"/>
                </a:lnTo>
                <a:lnTo>
                  <a:pt x="3357" y="26087"/>
                </a:lnTo>
                <a:lnTo>
                  <a:pt x="0" y="42710"/>
                </a:lnTo>
                <a:lnTo>
                  <a:pt x="0" y="213563"/>
                </a:lnTo>
                <a:lnTo>
                  <a:pt x="3357" y="230186"/>
                </a:lnTo>
                <a:lnTo>
                  <a:pt x="12512" y="243762"/>
                </a:lnTo>
                <a:lnTo>
                  <a:pt x="26092" y="252916"/>
                </a:lnTo>
                <a:lnTo>
                  <a:pt x="42722" y="256273"/>
                </a:lnTo>
                <a:lnTo>
                  <a:pt x="1948319" y="256273"/>
                </a:lnTo>
                <a:lnTo>
                  <a:pt x="1964942" y="252916"/>
                </a:lnTo>
                <a:lnTo>
                  <a:pt x="1978518" y="243762"/>
                </a:lnTo>
                <a:lnTo>
                  <a:pt x="1987672" y="230186"/>
                </a:lnTo>
                <a:lnTo>
                  <a:pt x="1991029" y="213563"/>
                </a:lnTo>
                <a:lnTo>
                  <a:pt x="1991029" y="42710"/>
                </a:lnTo>
                <a:lnTo>
                  <a:pt x="1987672" y="26087"/>
                </a:lnTo>
                <a:lnTo>
                  <a:pt x="1978518" y="12511"/>
                </a:lnTo>
                <a:lnTo>
                  <a:pt x="1964942" y="3356"/>
                </a:lnTo>
                <a:lnTo>
                  <a:pt x="1948319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6071" y="2488766"/>
            <a:ext cx="1991360" cy="256540"/>
          </a:xfrm>
          <a:custGeom>
            <a:avLst/>
            <a:gdLst/>
            <a:ahLst/>
            <a:cxnLst/>
            <a:rect l="l" t="t" r="r" b="b"/>
            <a:pathLst>
              <a:path w="1991360" h="256539">
                <a:moveTo>
                  <a:pt x="1991029" y="42710"/>
                </a:moveTo>
                <a:lnTo>
                  <a:pt x="1987672" y="26087"/>
                </a:lnTo>
                <a:lnTo>
                  <a:pt x="1978518" y="12511"/>
                </a:lnTo>
                <a:lnTo>
                  <a:pt x="1964942" y="3356"/>
                </a:lnTo>
                <a:lnTo>
                  <a:pt x="1948319" y="0"/>
                </a:lnTo>
                <a:lnTo>
                  <a:pt x="42722" y="0"/>
                </a:lnTo>
                <a:lnTo>
                  <a:pt x="26092" y="3356"/>
                </a:lnTo>
                <a:lnTo>
                  <a:pt x="12512" y="12511"/>
                </a:lnTo>
                <a:lnTo>
                  <a:pt x="3357" y="26087"/>
                </a:lnTo>
                <a:lnTo>
                  <a:pt x="0" y="42710"/>
                </a:lnTo>
                <a:lnTo>
                  <a:pt x="0" y="213563"/>
                </a:lnTo>
                <a:lnTo>
                  <a:pt x="3357" y="230186"/>
                </a:lnTo>
                <a:lnTo>
                  <a:pt x="12512" y="243762"/>
                </a:lnTo>
                <a:lnTo>
                  <a:pt x="26092" y="252916"/>
                </a:lnTo>
                <a:lnTo>
                  <a:pt x="42722" y="256273"/>
                </a:lnTo>
                <a:lnTo>
                  <a:pt x="1948319" y="256273"/>
                </a:lnTo>
                <a:lnTo>
                  <a:pt x="1964942" y="252916"/>
                </a:lnTo>
                <a:lnTo>
                  <a:pt x="1978518" y="243762"/>
                </a:lnTo>
                <a:lnTo>
                  <a:pt x="1987672" y="230186"/>
                </a:lnTo>
                <a:lnTo>
                  <a:pt x="1991029" y="213563"/>
                </a:lnTo>
                <a:lnTo>
                  <a:pt x="1991029" y="427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18692" y="2485327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2459" y="2163123"/>
            <a:ext cx="1998345" cy="287655"/>
            <a:chOff x="732459" y="2163123"/>
            <a:chExt cx="1998345" cy="287655"/>
          </a:xfrm>
        </p:grpSpPr>
        <p:sp>
          <p:nvSpPr>
            <p:cNvPr id="13" name="object 13"/>
            <p:cNvSpPr/>
            <p:nvPr/>
          </p:nvSpPr>
          <p:spPr>
            <a:xfrm>
              <a:off x="737222" y="2167886"/>
              <a:ext cx="1988820" cy="278130"/>
            </a:xfrm>
            <a:custGeom>
              <a:avLst/>
              <a:gdLst/>
              <a:ahLst/>
              <a:cxnLst/>
              <a:rect l="l" t="t" r="r" b="b"/>
              <a:pathLst>
                <a:path w="1988820" h="278130">
                  <a:moveTo>
                    <a:pt x="1942464" y="0"/>
                  </a:moveTo>
                  <a:lnTo>
                    <a:pt x="46278" y="0"/>
                  </a:lnTo>
                  <a:lnTo>
                    <a:pt x="28262" y="3635"/>
                  </a:lnTo>
                  <a:lnTo>
                    <a:pt x="13552" y="13550"/>
                  </a:lnTo>
                  <a:lnTo>
                    <a:pt x="3635" y="28257"/>
                  </a:lnTo>
                  <a:lnTo>
                    <a:pt x="0" y="46266"/>
                  </a:lnTo>
                  <a:lnTo>
                    <a:pt x="0" y="231343"/>
                  </a:lnTo>
                  <a:lnTo>
                    <a:pt x="3635" y="249354"/>
                  </a:lnTo>
                  <a:lnTo>
                    <a:pt x="13552" y="264064"/>
                  </a:lnTo>
                  <a:lnTo>
                    <a:pt x="28262" y="273984"/>
                  </a:lnTo>
                  <a:lnTo>
                    <a:pt x="46278" y="277621"/>
                  </a:lnTo>
                  <a:lnTo>
                    <a:pt x="1942464" y="277621"/>
                  </a:lnTo>
                  <a:lnTo>
                    <a:pt x="1960473" y="273984"/>
                  </a:lnTo>
                  <a:lnTo>
                    <a:pt x="1975180" y="264064"/>
                  </a:lnTo>
                  <a:lnTo>
                    <a:pt x="1985095" y="249354"/>
                  </a:lnTo>
                  <a:lnTo>
                    <a:pt x="1988731" y="231343"/>
                  </a:lnTo>
                  <a:lnTo>
                    <a:pt x="1988731" y="46266"/>
                  </a:lnTo>
                  <a:lnTo>
                    <a:pt x="1985095" y="28257"/>
                  </a:lnTo>
                  <a:lnTo>
                    <a:pt x="1975180" y="13550"/>
                  </a:lnTo>
                  <a:lnTo>
                    <a:pt x="1960473" y="3635"/>
                  </a:lnTo>
                  <a:lnTo>
                    <a:pt x="194246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222" y="2167886"/>
              <a:ext cx="1988820" cy="278130"/>
            </a:xfrm>
            <a:custGeom>
              <a:avLst/>
              <a:gdLst/>
              <a:ahLst/>
              <a:cxnLst/>
              <a:rect l="l" t="t" r="r" b="b"/>
              <a:pathLst>
                <a:path w="1988820" h="278130">
                  <a:moveTo>
                    <a:pt x="1988731" y="46266"/>
                  </a:moveTo>
                  <a:lnTo>
                    <a:pt x="1985095" y="28257"/>
                  </a:lnTo>
                  <a:lnTo>
                    <a:pt x="1975180" y="13550"/>
                  </a:lnTo>
                  <a:lnTo>
                    <a:pt x="1960473" y="3635"/>
                  </a:lnTo>
                  <a:lnTo>
                    <a:pt x="1942464" y="0"/>
                  </a:lnTo>
                  <a:lnTo>
                    <a:pt x="46278" y="0"/>
                  </a:lnTo>
                  <a:lnTo>
                    <a:pt x="28262" y="3635"/>
                  </a:lnTo>
                  <a:lnTo>
                    <a:pt x="13552" y="13550"/>
                  </a:lnTo>
                  <a:lnTo>
                    <a:pt x="3635" y="28257"/>
                  </a:lnTo>
                  <a:lnTo>
                    <a:pt x="0" y="46266"/>
                  </a:lnTo>
                  <a:lnTo>
                    <a:pt x="0" y="231343"/>
                  </a:lnTo>
                  <a:lnTo>
                    <a:pt x="3635" y="249354"/>
                  </a:lnTo>
                  <a:lnTo>
                    <a:pt x="13552" y="264064"/>
                  </a:lnTo>
                  <a:lnTo>
                    <a:pt x="28262" y="273984"/>
                  </a:lnTo>
                  <a:lnTo>
                    <a:pt x="46278" y="277621"/>
                  </a:lnTo>
                  <a:lnTo>
                    <a:pt x="1942464" y="277621"/>
                  </a:lnTo>
                  <a:lnTo>
                    <a:pt x="1960473" y="273984"/>
                  </a:lnTo>
                  <a:lnTo>
                    <a:pt x="1975180" y="264064"/>
                  </a:lnTo>
                  <a:lnTo>
                    <a:pt x="1985095" y="249354"/>
                  </a:lnTo>
                  <a:lnTo>
                    <a:pt x="1988731" y="231343"/>
                  </a:lnTo>
                  <a:lnTo>
                    <a:pt x="1988731" y="462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33749" y="2175120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1309" y="2949473"/>
            <a:ext cx="2000885" cy="328930"/>
            <a:chOff x="731309" y="2949473"/>
            <a:chExt cx="2000885" cy="328930"/>
          </a:xfrm>
        </p:grpSpPr>
        <p:sp>
          <p:nvSpPr>
            <p:cNvPr id="17" name="object 17"/>
            <p:cNvSpPr/>
            <p:nvPr/>
          </p:nvSpPr>
          <p:spPr>
            <a:xfrm>
              <a:off x="736071" y="2954235"/>
              <a:ext cx="1991360" cy="319405"/>
            </a:xfrm>
            <a:custGeom>
              <a:avLst/>
              <a:gdLst/>
              <a:ahLst/>
              <a:cxnLst/>
              <a:rect l="l" t="t" r="r" b="b"/>
              <a:pathLst>
                <a:path w="1991360" h="319404">
                  <a:moveTo>
                    <a:pt x="1937804" y="0"/>
                  </a:moveTo>
                  <a:lnTo>
                    <a:pt x="53225" y="0"/>
                  </a:lnTo>
                  <a:lnTo>
                    <a:pt x="32511" y="4183"/>
                  </a:lnTo>
                  <a:lnTo>
                    <a:pt x="15592" y="15592"/>
                  </a:lnTo>
                  <a:lnTo>
                    <a:pt x="4183" y="32511"/>
                  </a:lnTo>
                  <a:lnTo>
                    <a:pt x="0" y="53225"/>
                  </a:lnTo>
                  <a:lnTo>
                    <a:pt x="0" y="266103"/>
                  </a:lnTo>
                  <a:lnTo>
                    <a:pt x="4183" y="286815"/>
                  </a:lnTo>
                  <a:lnTo>
                    <a:pt x="15592" y="303730"/>
                  </a:lnTo>
                  <a:lnTo>
                    <a:pt x="32511" y="315134"/>
                  </a:lnTo>
                  <a:lnTo>
                    <a:pt x="53225" y="319316"/>
                  </a:lnTo>
                  <a:lnTo>
                    <a:pt x="1937804" y="319316"/>
                  </a:lnTo>
                  <a:lnTo>
                    <a:pt x="1958523" y="315134"/>
                  </a:lnTo>
                  <a:lnTo>
                    <a:pt x="1975442" y="303730"/>
                  </a:lnTo>
                  <a:lnTo>
                    <a:pt x="1986847" y="286815"/>
                  </a:lnTo>
                  <a:lnTo>
                    <a:pt x="1991029" y="266103"/>
                  </a:lnTo>
                  <a:lnTo>
                    <a:pt x="1991029" y="53225"/>
                  </a:lnTo>
                  <a:lnTo>
                    <a:pt x="1986847" y="32511"/>
                  </a:lnTo>
                  <a:lnTo>
                    <a:pt x="1975442" y="15592"/>
                  </a:lnTo>
                  <a:lnTo>
                    <a:pt x="1958523" y="4183"/>
                  </a:lnTo>
                  <a:lnTo>
                    <a:pt x="193780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6071" y="2954235"/>
              <a:ext cx="1991360" cy="319405"/>
            </a:xfrm>
            <a:custGeom>
              <a:avLst/>
              <a:gdLst/>
              <a:ahLst/>
              <a:cxnLst/>
              <a:rect l="l" t="t" r="r" b="b"/>
              <a:pathLst>
                <a:path w="1991360" h="319404">
                  <a:moveTo>
                    <a:pt x="1991029" y="53225"/>
                  </a:moveTo>
                  <a:lnTo>
                    <a:pt x="1986847" y="32511"/>
                  </a:lnTo>
                  <a:lnTo>
                    <a:pt x="1975442" y="15592"/>
                  </a:lnTo>
                  <a:lnTo>
                    <a:pt x="1958523" y="4183"/>
                  </a:lnTo>
                  <a:lnTo>
                    <a:pt x="1937804" y="0"/>
                  </a:lnTo>
                  <a:lnTo>
                    <a:pt x="53225" y="0"/>
                  </a:lnTo>
                  <a:lnTo>
                    <a:pt x="32511" y="4183"/>
                  </a:lnTo>
                  <a:lnTo>
                    <a:pt x="15592" y="15592"/>
                  </a:lnTo>
                  <a:lnTo>
                    <a:pt x="4183" y="32511"/>
                  </a:lnTo>
                  <a:lnTo>
                    <a:pt x="0" y="53225"/>
                  </a:lnTo>
                  <a:lnTo>
                    <a:pt x="0" y="266103"/>
                  </a:lnTo>
                  <a:lnTo>
                    <a:pt x="4183" y="286815"/>
                  </a:lnTo>
                  <a:lnTo>
                    <a:pt x="15592" y="303730"/>
                  </a:lnTo>
                  <a:lnTo>
                    <a:pt x="32511" y="315134"/>
                  </a:lnTo>
                  <a:lnTo>
                    <a:pt x="53225" y="319316"/>
                  </a:lnTo>
                  <a:lnTo>
                    <a:pt x="1937804" y="319316"/>
                  </a:lnTo>
                  <a:lnTo>
                    <a:pt x="1958523" y="315134"/>
                  </a:lnTo>
                  <a:lnTo>
                    <a:pt x="1975442" y="303730"/>
                  </a:lnTo>
                  <a:lnTo>
                    <a:pt x="1986847" y="286815"/>
                  </a:lnTo>
                  <a:lnTo>
                    <a:pt x="1991029" y="266103"/>
                  </a:lnTo>
                  <a:lnTo>
                    <a:pt x="1991029" y="53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4959" y="2982325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Среда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5068" y="3325781"/>
            <a:ext cx="1993264" cy="281305"/>
          </a:xfrm>
          <a:custGeom>
            <a:avLst/>
            <a:gdLst/>
            <a:ahLst/>
            <a:cxnLst/>
            <a:rect l="l" t="t" r="r" b="b"/>
            <a:pathLst>
              <a:path w="1993264" h="281304">
                <a:moveTo>
                  <a:pt x="1946224" y="0"/>
                </a:moveTo>
                <a:lnTo>
                  <a:pt x="46812" y="0"/>
                </a:lnTo>
                <a:lnTo>
                  <a:pt x="28589" y="3680"/>
                </a:lnTo>
                <a:lnTo>
                  <a:pt x="13709" y="13714"/>
                </a:lnTo>
                <a:lnTo>
                  <a:pt x="3678" y="28594"/>
                </a:lnTo>
                <a:lnTo>
                  <a:pt x="0" y="46812"/>
                </a:lnTo>
                <a:lnTo>
                  <a:pt x="0" y="234035"/>
                </a:lnTo>
                <a:lnTo>
                  <a:pt x="3678" y="252251"/>
                </a:lnTo>
                <a:lnTo>
                  <a:pt x="13709" y="267127"/>
                </a:lnTo>
                <a:lnTo>
                  <a:pt x="28589" y="277157"/>
                </a:lnTo>
                <a:lnTo>
                  <a:pt x="46812" y="280835"/>
                </a:lnTo>
                <a:lnTo>
                  <a:pt x="1946224" y="280835"/>
                </a:lnTo>
                <a:lnTo>
                  <a:pt x="1964447" y="277157"/>
                </a:lnTo>
                <a:lnTo>
                  <a:pt x="1979326" y="267127"/>
                </a:lnTo>
                <a:lnTo>
                  <a:pt x="1989358" y="252251"/>
                </a:lnTo>
                <a:lnTo>
                  <a:pt x="1993036" y="234035"/>
                </a:lnTo>
                <a:lnTo>
                  <a:pt x="1993036" y="46812"/>
                </a:lnTo>
                <a:lnTo>
                  <a:pt x="1989358" y="28594"/>
                </a:lnTo>
                <a:lnTo>
                  <a:pt x="1979326" y="13714"/>
                </a:lnTo>
                <a:lnTo>
                  <a:pt x="1964447" y="3680"/>
                </a:lnTo>
                <a:lnTo>
                  <a:pt x="194622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5068" y="3325781"/>
            <a:ext cx="1993264" cy="281305"/>
          </a:xfrm>
          <a:custGeom>
            <a:avLst/>
            <a:gdLst/>
            <a:ahLst/>
            <a:cxnLst/>
            <a:rect l="l" t="t" r="r" b="b"/>
            <a:pathLst>
              <a:path w="1993264" h="281304">
                <a:moveTo>
                  <a:pt x="1993036" y="46812"/>
                </a:moveTo>
                <a:lnTo>
                  <a:pt x="1989358" y="28594"/>
                </a:lnTo>
                <a:lnTo>
                  <a:pt x="1979326" y="13714"/>
                </a:lnTo>
                <a:lnTo>
                  <a:pt x="1964447" y="3680"/>
                </a:lnTo>
                <a:lnTo>
                  <a:pt x="1946224" y="0"/>
                </a:lnTo>
                <a:lnTo>
                  <a:pt x="46812" y="0"/>
                </a:lnTo>
                <a:lnTo>
                  <a:pt x="28589" y="3680"/>
                </a:lnTo>
                <a:lnTo>
                  <a:pt x="13709" y="13714"/>
                </a:lnTo>
                <a:lnTo>
                  <a:pt x="3678" y="28594"/>
                </a:lnTo>
                <a:lnTo>
                  <a:pt x="0" y="46812"/>
                </a:lnTo>
                <a:lnTo>
                  <a:pt x="0" y="234035"/>
                </a:lnTo>
                <a:lnTo>
                  <a:pt x="3678" y="252251"/>
                </a:lnTo>
                <a:lnTo>
                  <a:pt x="13709" y="267127"/>
                </a:lnTo>
                <a:lnTo>
                  <a:pt x="28589" y="277157"/>
                </a:lnTo>
                <a:lnTo>
                  <a:pt x="46812" y="280835"/>
                </a:lnTo>
                <a:lnTo>
                  <a:pt x="1946224" y="280835"/>
                </a:lnTo>
                <a:lnTo>
                  <a:pt x="1964447" y="277157"/>
                </a:lnTo>
                <a:lnTo>
                  <a:pt x="1979326" y="267127"/>
                </a:lnTo>
                <a:lnTo>
                  <a:pt x="1989358" y="252251"/>
                </a:lnTo>
                <a:lnTo>
                  <a:pt x="1993036" y="234035"/>
                </a:lnTo>
                <a:lnTo>
                  <a:pt x="1993036" y="468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13161" y="3334631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5068" y="3650069"/>
            <a:ext cx="1993264" cy="299085"/>
          </a:xfrm>
          <a:custGeom>
            <a:avLst/>
            <a:gdLst/>
            <a:ahLst/>
            <a:cxnLst/>
            <a:rect l="l" t="t" r="r" b="b"/>
            <a:pathLst>
              <a:path w="1993264" h="299085">
                <a:moveTo>
                  <a:pt x="1943277" y="0"/>
                </a:moveTo>
                <a:lnTo>
                  <a:pt x="49758" y="0"/>
                </a:lnTo>
                <a:lnTo>
                  <a:pt x="30389" y="3910"/>
                </a:lnTo>
                <a:lnTo>
                  <a:pt x="14573" y="14573"/>
                </a:lnTo>
                <a:lnTo>
                  <a:pt x="3910" y="30389"/>
                </a:lnTo>
                <a:lnTo>
                  <a:pt x="0" y="49758"/>
                </a:lnTo>
                <a:lnTo>
                  <a:pt x="0" y="248767"/>
                </a:lnTo>
                <a:lnTo>
                  <a:pt x="3910" y="268136"/>
                </a:lnTo>
                <a:lnTo>
                  <a:pt x="14573" y="283952"/>
                </a:lnTo>
                <a:lnTo>
                  <a:pt x="30389" y="294616"/>
                </a:lnTo>
                <a:lnTo>
                  <a:pt x="49758" y="298526"/>
                </a:lnTo>
                <a:lnTo>
                  <a:pt x="1943277" y="298526"/>
                </a:lnTo>
                <a:lnTo>
                  <a:pt x="1962646" y="294616"/>
                </a:lnTo>
                <a:lnTo>
                  <a:pt x="1978463" y="283952"/>
                </a:lnTo>
                <a:lnTo>
                  <a:pt x="1989126" y="268136"/>
                </a:lnTo>
                <a:lnTo>
                  <a:pt x="1993036" y="248767"/>
                </a:lnTo>
                <a:lnTo>
                  <a:pt x="1993036" y="49758"/>
                </a:lnTo>
                <a:lnTo>
                  <a:pt x="1989126" y="30389"/>
                </a:lnTo>
                <a:lnTo>
                  <a:pt x="1978463" y="14573"/>
                </a:lnTo>
                <a:lnTo>
                  <a:pt x="1962646" y="3910"/>
                </a:lnTo>
                <a:lnTo>
                  <a:pt x="1943277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5068" y="3650069"/>
            <a:ext cx="1993264" cy="299085"/>
          </a:xfrm>
          <a:custGeom>
            <a:avLst/>
            <a:gdLst/>
            <a:ahLst/>
            <a:cxnLst/>
            <a:rect l="l" t="t" r="r" b="b"/>
            <a:pathLst>
              <a:path w="1993264" h="299085">
                <a:moveTo>
                  <a:pt x="1993036" y="49758"/>
                </a:moveTo>
                <a:lnTo>
                  <a:pt x="1989126" y="30389"/>
                </a:lnTo>
                <a:lnTo>
                  <a:pt x="1978463" y="14573"/>
                </a:lnTo>
                <a:lnTo>
                  <a:pt x="1962646" y="3910"/>
                </a:lnTo>
                <a:lnTo>
                  <a:pt x="1943277" y="0"/>
                </a:lnTo>
                <a:lnTo>
                  <a:pt x="49758" y="0"/>
                </a:lnTo>
                <a:lnTo>
                  <a:pt x="30389" y="3910"/>
                </a:lnTo>
                <a:lnTo>
                  <a:pt x="14573" y="14573"/>
                </a:lnTo>
                <a:lnTo>
                  <a:pt x="3910" y="30389"/>
                </a:lnTo>
                <a:lnTo>
                  <a:pt x="0" y="49758"/>
                </a:lnTo>
                <a:lnTo>
                  <a:pt x="0" y="248767"/>
                </a:lnTo>
                <a:lnTo>
                  <a:pt x="3910" y="268136"/>
                </a:lnTo>
                <a:lnTo>
                  <a:pt x="14573" y="283952"/>
                </a:lnTo>
                <a:lnTo>
                  <a:pt x="30389" y="294616"/>
                </a:lnTo>
                <a:lnTo>
                  <a:pt x="49758" y="298526"/>
                </a:lnTo>
                <a:lnTo>
                  <a:pt x="1943277" y="298526"/>
                </a:lnTo>
                <a:lnTo>
                  <a:pt x="1962646" y="294616"/>
                </a:lnTo>
                <a:lnTo>
                  <a:pt x="1978463" y="283952"/>
                </a:lnTo>
                <a:lnTo>
                  <a:pt x="1989126" y="268136"/>
                </a:lnTo>
                <a:lnTo>
                  <a:pt x="1993036" y="248767"/>
                </a:lnTo>
                <a:lnTo>
                  <a:pt x="1993036" y="4975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45960" y="3667763"/>
            <a:ext cx="1170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6471" y="4180062"/>
            <a:ext cx="2010410" cy="323850"/>
            <a:chOff x="726471" y="4180062"/>
            <a:chExt cx="2010410" cy="323850"/>
          </a:xfrm>
        </p:grpSpPr>
        <p:sp>
          <p:nvSpPr>
            <p:cNvPr id="27" name="object 27"/>
            <p:cNvSpPr/>
            <p:nvPr/>
          </p:nvSpPr>
          <p:spPr>
            <a:xfrm>
              <a:off x="731234" y="4184825"/>
              <a:ext cx="2000885" cy="314325"/>
            </a:xfrm>
            <a:custGeom>
              <a:avLst/>
              <a:gdLst/>
              <a:ahLst/>
              <a:cxnLst/>
              <a:rect l="l" t="t" r="r" b="b"/>
              <a:pathLst>
                <a:path w="2000885" h="314325">
                  <a:moveTo>
                    <a:pt x="1948383" y="0"/>
                  </a:moveTo>
                  <a:lnTo>
                    <a:pt x="52324" y="0"/>
                  </a:lnTo>
                  <a:lnTo>
                    <a:pt x="31959" y="4112"/>
                  </a:lnTo>
                  <a:lnTo>
                    <a:pt x="15327" y="15327"/>
                  </a:lnTo>
                  <a:lnTo>
                    <a:pt x="4112" y="31959"/>
                  </a:lnTo>
                  <a:lnTo>
                    <a:pt x="0" y="52324"/>
                  </a:lnTo>
                  <a:lnTo>
                    <a:pt x="0" y="261620"/>
                  </a:lnTo>
                  <a:lnTo>
                    <a:pt x="4112" y="281984"/>
                  </a:lnTo>
                  <a:lnTo>
                    <a:pt x="15327" y="298616"/>
                  </a:lnTo>
                  <a:lnTo>
                    <a:pt x="31959" y="309831"/>
                  </a:lnTo>
                  <a:lnTo>
                    <a:pt x="52324" y="313944"/>
                  </a:lnTo>
                  <a:lnTo>
                    <a:pt x="1948383" y="313944"/>
                  </a:lnTo>
                  <a:lnTo>
                    <a:pt x="1968747" y="309831"/>
                  </a:lnTo>
                  <a:lnTo>
                    <a:pt x="1985379" y="298616"/>
                  </a:lnTo>
                  <a:lnTo>
                    <a:pt x="1996594" y="281984"/>
                  </a:lnTo>
                  <a:lnTo>
                    <a:pt x="2000707" y="261620"/>
                  </a:lnTo>
                  <a:lnTo>
                    <a:pt x="2000707" y="52324"/>
                  </a:lnTo>
                  <a:lnTo>
                    <a:pt x="1996594" y="31959"/>
                  </a:lnTo>
                  <a:lnTo>
                    <a:pt x="1985379" y="15327"/>
                  </a:lnTo>
                  <a:lnTo>
                    <a:pt x="1968747" y="4112"/>
                  </a:lnTo>
                  <a:lnTo>
                    <a:pt x="194838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234" y="4184825"/>
              <a:ext cx="2000885" cy="314325"/>
            </a:xfrm>
            <a:custGeom>
              <a:avLst/>
              <a:gdLst/>
              <a:ahLst/>
              <a:cxnLst/>
              <a:rect l="l" t="t" r="r" b="b"/>
              <a:pathLst>
                <a:path w="2000885" h="314325">
                  <a:moveTo>
                    <a:pt x="2000707" y="52324"/>
                  </a:moveTo>
                  <a:lnTo>
                    <a:pt x="1996594" y="31959"/>
                  </a:lnTo>
                  <a:lnTo>
                    <a:pt x="1985379" y="15327"/>
                  </a:lnTo>
                  <a:lnTo>
                    <a:pt x="1968747" y="4112"/>
                  </a:lnTo>
                  <a:lnTo>
                    <a:pt x="1948383" y="0"/>
                  </a:lnTo>
                  <a:lnTo>
                    <a:pt x="52324" y="0"/>
                  </a:lnTo>
                  <a:lnTo>
                    <a:pt x="31959" y="4112"/>
                  </a:lnTo>
                  <a:lnTo>
                    <a:pt x="15327" y="15327"/>
                  </a:lnTo>
                  <a:lnTo>
                    <a:pt x="4112" y="31959"/>
                  </a:lnTo>
                  <a:lnTo>
                    <a:pt x="0" y="52324"/>
                  </a:lnTo>
                  <a:lnTo>
                    <a:pt x="0" y="261620"/>
                  </a:lnTo>
                  <a:lnTo>
                    <a:pt x="4112" y="281984"/>
                  </a:lnTo>
                  <a:lnTo>
                    <a:pt x="15327" y="298616"/>
                  </a:lnTo>
                  <a:lnTo>
                    <a:pt x="31959" y="309831"/>
                  </a:lnTo>
                  <a:lnTo>
                    <a:pt x="52324" y="313944"/>
                  </a:lnTo>
                  <a:lnTo>
                    <a:pt x="1948383" y="313944"/>
                  </a:lnTo>
                  <a:lnTo>
                    <a:pt x="1968747" y="309831"/>
                  </a:lnTo>
                  <a:lnTo>
                    <a:pt x="1985379" y="298616"/>
                  </a:lnTo>
                  <a:lnTo>
                    <a:pt x="1996594" y="281984"/>
                  </a:lnTo>
                  <a:lnTo>
                    <a:pt x="2000707" y="261620"/>
                  </a:lnTo>
                  <a:lnTo>
                    <a:pt x="2000707" y="523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88149" y="4210224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Се</a:t>
            </a:r>
            <a:r>
              <a:rPr sz="1400" spc="-10" dirty="0">
                <a:latin typeface="Calibri"/>
                <a:cs typeface="Calibri"/>
              </a:rPr>
              <a:t>р</a:t>
            </a:r>
            <a:r>
              <a:rPr sz="1400" spc="-5" dirty="0">
                <a:latin typeface="Calibri"/>
                <a:cs typeface="Calibri"/>
              </a:rPr>
              <a:t>ве</a:t>
            </a:r>
            <a:r>
              <a:rPr sz="1400" spc="-10" dirty="0"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1234" y="4553343"/>
            <a:ext cx="2000885" cy="300355"/>
          </a:xfrm>
          <a:custGeom>
            <a:avLst/>
            <a:gdLst/>
            <a:ahLst/>
            <a:cxnLst/>
            <a:rect l="l" t="t" r="r" b="b"/>
            <a:pathLst>
              <a:path w="2000885" h="300354">
                <a:moveTo>
                  <a:pt x="1950656" y="0"/>
                </a:moveTo>
                <a:lnTo>
                  <a:pt x="50050" y="0"/>
                </a:lnTo>
                <a:lnTo>
                  <a:pt x="30566" y="3932"/>
                </a:lnTo>
                <a:lnTo>
                  <a:pt x="14657" y="14657"/>
                </a:lnTo>
                <a:lnTo>
                  <a:pt x="3932" y="30566"/>
                </a:lnTo>
                <a:lnTo>
                  <a:pt x="0" y="50050"/>
                </a:lnTo>
                <a:lnTo>
                  <a:pt x="0" y="250240"/>
                </a:lnTo>
                <a:lnTo>
                  <a:pt x="3932" y="269725"/>
                </a:lnTo>
                <a:lnTo>
                  <a:pt x="14657" y="285634"/>
                </a:lnTo>
                <a:lnTo>
                  <a:pt x="30566" y="296359"/>
                </a:lnTo>
                <a:lnTo>
                  <a:pt x="50050" y="300291"/>
                </a:lnTo>
                <a:lnTo>
                  <a:pt x="1950656" y="300291"/>
                </a:lnTo>
                <a:lnTo>
                  <a:pt x="1970140" y="296359"/>
                </a:lnTo>
                <a:lnTo>
                  <a:pt x="1986049" y="285634"/>
                </a:lnTo>
                <a:lnTo>
                  <a:pt x="1996774" y="269725"/>
                </a:lnTo>
                <a:lnTo>
                  <a:pt x="2000707" y="250240"/>
                </a:lnTo>
                <a:lnTo>
                  <a:pt x="2000707" y="50050"/>
                </a:lnTo>
                <a:lnTo>
                  <a:pt x="1996774" y="30566"/>
                </a:lnTo>
                <a:lnTo>
                  <a:pt x="1986049" y="14657"/>
                </a:lnTo>
                <a:lnTo>
                  <a:pt x="1970140" y="3932"/>
                </a:lnTo>
                <a:lnTo>
                  <a:pt x="1950656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1234" y="4553343"/>
            <a:ext cx="2000885" cy="300355"/>
          </a:xfrm>
          <a:custGeom>
            <a:avLst/>
            <a:gdLst/>
            <a:ahLst/>
            <a:cxnLst/>
            <a:rect l="l" t="t" r="r" b="b"/>
            <a:pathLst>
              <a:path w="2000885" h="300354">
                <a:moveTo>
                  <a:pt x="2000707" y="50050"/>
                </a:moveTo>
                <a:lnTo>
                  <a:pt x="1996774" y="30566"/>
                </a:lnTo>
                <a:lnTo>
                  <a:pt x="1986049" y="14657"/>
                </a:lnTo>
                <a:lnTo>
                  <a:pt x="1970140" y="3932"/>
                </a:lnTo>
                <a:lnTo>
                  <a:pt x="1950656" y="0"/>
                </a:lnTo>
                <a:lnTo>
                  <a:pt x="50050" y="0"/>
                </a:lnTo>
                <a:lnTo>
                  <a:pt x="30566" y="3932"/>
                </a:lnTo>
                <a:lnTo>
                  <a:pt x="14657" y="14657"/>
                </a:lnTo>
                <a:lnTo>
                  <a:pt x="3932" y="30566"/>
                </a:lnTo>
                <a:lnTo>
                  <a:pt x="0" y="50050"/>
                </a:lnTo>
                <a:lnTo>
                  <a:pt x="0" y="250240"/>
                </a:lnTo>
                <a:lnTo>
                  <a:pt x="3932" y="269725"/>
                </a:lnTo>
                <a:lnTo>
                  <a:pt x="14657" y="285634"/>
                </a:lnTo>
                <a:lnTo>
                  <a:pt x="30566" y="296359"/>
                </a:lnTo>
                <a:lnTo>
                  <a:pt x="50050" y="300291"/>
                </a:lnTo>
                <a:lnTo>
                  <a:pt x="1950656" y="300291"/>
                </a:lnTo>
                <a:lnTo>
                  <a:pt x="1970140" y="296359"/>
                </a:lnTo>
                <a:lnTo>
                  <a:pt x="1986049" y="285634"/>
                </a:lnTo>
                <a:lnTo>
                  <a:pt x="1996774" y="269725"/>
                </a:lnTo>
                <a:lnTo>
                  <a:pt x="2000707" y="250240"/>
                </a:lnTo>
                <a:lnTo>
                  <a:pt x="2000707" y="50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567314" y="4571917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</a:t>
            </a:r>
            <a:r>
              <a:rPr sz="1400" dirty="0"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3764" y="4904818"/>
            <a:ext cx="1995805" cy="297815"/>
          </a:xfrm>
          <a:custGeom>
            <a:avLst/>
            <a:gdLst/>
            <a:ahLst/>
            <a:cxnLst/>
            <a:rect l="l" t="t" r="r" b="b"/>
            <a:pathLst>
              <a:path w="1995805" h="297814">
                <a:moveTo>
                  <a:pt x="1946033" y="0"/>
                </a:moveTo>
                <a:lnTo>
                  <a:pt x="49618" y="0"/>
                </a:lnTo>
                <a:lnTo>
                  <a:pt x="30303" y="3898"/>
                </a:lnTo>
                <a:lnTo>
                  <a:pt x="14531" y="14531"/>
                </a:lnTo>
                <a:lnTo>
                  <a:pt x="3898" y="30303"/>
                </a:lnTo>
                <a:lnTo>
                  <a:pt x="0" y="49618"/>
                </a:lnTo>
                <a:lnTo>
                  <a:pt x="0" y="248107"/>
                </a:lnTo>
                <a:lnTo>
                  <a:pt x="3898" y="267416"/>
                </a:lnTo>
                <a:lnTo>
                  <a:pt x="14531" y="283189"/>
                </a:lnTo>
                <a:lnTo>
                  <a:pt x="30303" y="293825"/>
                </a:lnTo>
                <a:lnTo>
                  <a:pt x="49618" y="297726"/>
                </a:lnTo>
                <a:lnTo>
                  <a:pt x="1946033" y="297726"/>
                </a:lnTo>
                <a:lnTo>
                  <a:pt x="1965348" y="293825"/>
                </a:lnTo>
                <a:lnTo>
                  <a:pt x="1981120" y="283189"/>
                </a:lnTo>
                <a:lnTo>
                  <a:pt x="1991753" y="267416"/>
                </a:lnTo>
                <a:lnTo>
                  <a:pt x="1995652" y="248107"/>
                </a:lnTo>
                <a:lnTo>
                  <a:pt x="1995652" y="49618"/>
                </a:lnTo>
                <a:lnTo>
                  <a:pt x="1991753" y="30303"/>
                </a:lnTo>
                <a:lnTo>
                  <a:pt x="1981120" y="14531"/>
                </a:lnTo>
                <a:lnTo>
                  <a:pt x="1965348" y="3898"/>
                </a:lnTo>
                <a:lnTo>
                  <a:pt x="1946033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3764" y="4904818"/>
            <a:ext cx="1995805" cy="297815"/>
          </a:xfrm>
          <a:custGeom>
            <a:avLst/>
            <a:gdLst/>
            <a:ahLst/>
            <a:cxnLst/>
            <a:rect l="l" t="t" r="r" b="b"/>
            <a:pathLst>
              <a:path w="1995805" h="297814">
                <a:moveTo>
                  <a:pt x="1995652" y="49618"/>
                </a:moveTo>
                <a:lnTo>
                  <a:pt x="1991753" y="30303"/>
                </a:lnTo>
                <a:lnTo>
                  <a:pt x="1981120" y="14531"/>
                </a:lnTo>
                <a:lnTo>
                  <a:pt x="1965348" y="3898"/>
                </a:lnTo>
                <a:lnTo>
                  <a:pt x="1946033" y="0"/>
                </a:lnTo>
                <a:lnTo>
                  <a:pt x="49618" y="0"/>
                </a:lnTo>
                <a:lnTo>
                  <a:pt x="30303" y="3898"/>
                </a:lnTo>
                <a:lnTo>
                  <a:pt x="14531" y="14531"/>
                </a:lnTo>
                <a:lnTo>
                  <a:pt x="3898" y="30303"/>
                </a:lnTo>
                <a:lnTo>
                  <a:pt x="0" y="49618"/>
                </a:lnTo>
                <a:lnTo>
                  <a:pt x="0" y="248107"/>
                </a:lnTo>
                <a:lnTo>
                  <a:pt x="3898" y="267416"/>
                </a:lnTo>
                <a:lnTo>
                  <a:pt x="14531" y="283189"/>
                </a:lnTo>
                <a:lnTo>
                  <a:pt x="30303" y="293825"/>
                </a:lnTo>
                <a:lnTo>
                  <a:pt x="49618" y="297726"/>
                </a:lnTo>
                <a:lnTo>
                  <a:pt x="1946033" y="297726"/>
                </a:lnTo>
                <a:lnTo>
                  <a:pt x="1965348" y="293825"/>
                </a:lnTo>
                <a:lnTo>
                  <a:pt x="1981120" y="283189"/>
                </a:lnTo>
                <a:lnTo>
                  <a:pt x="1991753" y="267416"/>
                </a:lnTo>
                <a:lnTo>
                  <a:pt x="1995652" y="248107"/>
                </a:lnTo>
                <a:lnTo>
                  <a:pt x="1995652" y="4961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551280" y="4922107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Сет</a:t>
            </a:r>
            <a:r>
              <a:rPr sz="1400" dirty="0"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5079" y="5414294"/>
            <a:ext cx="1993264" cy="314325"/>
          </a:xfrm>
          <a:custGeom>
            <a:avLst/>
            <a:gdLst/>
            <a:ahLst/>
            <a:cxnLst/>
            <a:rect l="l" t="t" r="r" b="b"/>
            <a:pathLst>
              <a:path w="1993264" h="314325">
                <a:moveTo>
                  <a:pt x="1940699" y="0"/>
                </a:moveTo>
                <a:lnTo>
                  <a:pt x="52324" y="0"/>
                </a:lnTo>
                <a:lnTo>
                  <a:pt x="31953" y="4112"/>
                </a:lnTo>
                <a:lnTo>
                  <a:pt x="15322" y="15327"/>
                </a:lnTo>
                <a:lnTo>
                  <a:pt x="4110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0" y="281984"/>
                </a:lnTo>
                <a:lnTo>
                  <a:pt x="15322" y="298616"/>
                </a:lnTo>
                <a:lnTo>
                  <a:pt x="31953" y="309831"/>
                </a:lnTo>
                <a:lnTo>
                  <a:pt x="52324" y="313943"/>
                </a:lnTo>
                <a:lnTo>
                  <a:pt x="1940699" y="313943"/>
                </a:lnTo>
                <a:lnTo>
                  <a:pt x="1961064" y="309831"/>
                </a:lnTo>
                <a:lnTo>
                  <a:pt x="1977696" y="298616"/>
                </a:lnTo>
                <a:lnTo>
                  <a:pt x="1988911" y="281984"/>
                </a:lnTo>
                <a:lnTo>
                  <a:pt x="1993023" y="261619"/>
                </a:lnTo>
                <a:lnTo>
                  <a:pt x="1993023" y="52323"/>
                </a:lnTo>
                <a:lnTo>
                  <a:pt x="1988911" y="31959"/>
                </a:lnTo>
                <a:lnTo>
                  <a:pt x="1977696" y="15327"/>
                </a:lnTo>
                <a:lnTo>
                  <a:pt x="1961064" y="4112"/>
                </a:lnTo>
                <a:lnTo>
                  <a:pt x="194069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238319" y="5439691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5545" y="1179073"/>
            <a:ext cx="171323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Segoe UI Light"/>
                <a:cs typeface="Segoe UI Light"/>
              </a:rPr>
              <a:t>Colocation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Размещение</a:t>
            </a:r>
            <a:r>
              <a:rPr sz="1100" spc="-7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оборудования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32459" y="1814407"/>
            <a:ext cx="1998345" cy="313055"/>
            <a:chOff x="732459" y="1814407"/>
            <a:chExt cx="1998345" cy="313055"/>
          </a:xfrm>
        </p:grpSpPr>
        <p:sp>
          <p:nvSpPr>
            <p:cNvPr id="40" name="object 40"/>
            <p:cNvSpPr/>
            <p:nvPr/>
          </p:nvSpPr>
          <p:spPr>
            <a:xfrm>
              <a:off x="737222" y="1819169"/>
              <a:ext cx="1988820" cy="303530"/>
            </a:xfrm>
            <a:custGeom>
              <a:avLst/>
              <a:gdLst/>
              <a:ahLst/>
              <a:cxnLst/>
              <a:rect l="l" t="t" r="r" b="b"/>
              <a:pathLst>
                <a:path w="1988820" h="303530">
                  <a:moveTo>
                    <a:pt x="1938223" y="0"/>
                  </a:moveTo>
                  <a:lnTo>
                    <a:pt x="50507" y="0"/>
                  </a:lnTo>
                  <a:lnTo>
                    <a:pt x="30850" y="3968"/>
                  </a:lnTo>
                  <a:lnTo>
                    <a:pt x="14795" y="14790"/>
                  </a:lnTo>
                  <a:lnTo>
                    <a:pt x="3969" y="30844"/>
                  </a:lnTo>
                  <a:lnTo>
                    <a:pt x="0" y="50507"/>
                  </a:lnTo>
                  <a:lnTo>
                    <a:pt x="0" y="252552"/>
                  </a:lnTo>
                  <a:lnTo>
                    <a:pt x="3969" y="272209"/>
                  </a:lnTo>
                  <a:lnTo>
                    <a:pt x="14795" y="288264"/>
                  </a:lnTo>
                  <a:lnTo>
                    <a:pt x="30850" y="299090"/>
                  </a:lnTo>
                  <a:lnTo>
                    <a:pt x="50507" y="303060"/>
                  </a:lnTo>
                  <a:lnTo>
                    <a:pt x="1938223" y="303060"/>
                  </a:lnTo>
                  <a:lnTo>
                    <a:pt x="1957880" y="299090"/>
                  </a:lnTo>
                  <a:lnTo>
                    <a:pt x="1973935" y="288264"/>
                  </a:lnTo>
                  <a:lnTo>
                    <a:pt x="1984761" y="272209"/>
                  </a:lnTo>
                  <a:lnTo>
                    <a:pt x="1988731" y="252552"/>
                  </a:lnTo>
                  <a:lnTo>
                    <a:pt x="1988731" y="50507"/>
                  </a:lnTo>
                  <a:lnTo>
                    <a:pt x="1984761" y="30844"/>
                  </a:lnTo>
                  <a:lnTo>
                    <a:pt x="1973935" y="14790"/>
                  </a:lnTo>
                  <a:lnTo>
                    <a:pt x="1957880" y="3968"/>
                  </a:lnTo>
                  <a:lnTo>
                    <a:pt x="193822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7222" y="1819169"/>
              <a:ext cx="1988820" cy="303530"/>
            </a:xfrm>
            <a:custGeom>
              <a:avLst/>
              <a:gdLst/>
              <a:ahLst/>
              <a:cxnLst/>
              <a:rect l="l" t="t" r="r" b="b"/>
              <a:pathLst>
                <a:path w="1988820" h="303530">
                  <a:moveTo>
                    <a:pt x="1988731" y="50507"/>
                  </a:moveTo>
                  <a:lnTo>
                    <a:pt x="1984761" y="30844"/>
                  </a:lnTo>
                  <a:lnTo>
                    <a:pt x="1973935" y="14790"/>
                  </a:lnTo>
                  <a:lnTo>
                    <a:pt x="1957880" y="3968"/>
                  </a:lnTo>
                  <a:lnTo>
                    <a:pt x="1938223" y="0"/>
                  </a:lnTo>
                  <a:lnTo>
                    <a:pt x="50507" y="0"/>
                  </a:lnTo>
                  <a:lnTo>
                    <a:pt x="30850" y="3968"/>
                  </a:lnTo>
                  <a:lnTo>
                    <a:pt x="14795" y="14790"/>
                  </a:lnTo>
                  <a:lnTo>
                    <a:pt x="3969" y="30844"/>
                  </a:lnTo>
                  <a:lnTo>
                    <a:pt x="0" y="50507"/>
                  </a:lnTo>
                  <a:lnTo>
                    <a:pt x="0" y="252552"/>
                  </a:lnTo>
                  <a:lnTo>
                    <a:pt x="3969" y="272209"/>
                  </a:lnTo>
                  <a:lnTo>
                    <a:pt x="14795" y="288264"/>
                  </a:lnTo>
                  <a:lnTo>
                    <a:pt x="30850" y="299090"/>
                  </a:lnTo>
                  <a:lnTo>
                    <a:pt x="50507" y="303060"/>
                  </a:lnTo>
                  <a:lnTo>
                    <a:pt x="1938223" y="303060"/>
                  </a:lnTo>
                  <a:lnTo>
                    <a:pt x="1957880" y="299090"/>
                  </a:lnTo>
                  <a:lnTo>
                    <a:pt x="1973935" y="288264"/>
                  </a:lnTo>
                  <a:lnTo>
                    <a:pt x="1984761" y="272209"/>
                  </a:lnTo>
                  <a:lnTo>
                    <a:pt x="1988731" y="252552"/>
                  </a:lnTo>
                  <a:lnTo>
                    <a:pt x="1988731" y="5050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49764" y="1839123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090921" y="2486291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5" h="280035">
                <a:moveTo>
                  <a:pt x="1965274" y="0"/>
                </a:move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90921" y="2486291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5" h="280035">
                <a:moveTo>
                  <a:pt x="2011908" y="46634"/>
                </a:move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784552" y="2494623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086603" y="2959389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1969147" y="0"/>
                </a:move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86603" y="2959389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2020544" y="51396"/>
                </a:move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380565" y="2982001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Среда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84410" y="3328566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5" h="272414">
                <a:moveTo>
                  <a:pt x="1979561" y="0"/>
                </a:moveTo>
                <a:lnTo>
                  <a:pt x="45377" y="0"/>
                </a:lnTo>
                <a:lnTo>
                  <a:pt x="27710" y="3566"/>
                </a:lnTo>
                <a:lnTo>
                  <a:pt x="13287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7" y="258962"/>
                </a:lnTo>
                <a:lnTo>
                  <a:pt x="27710" y="268685"/>
                </a:lnTo>
                <a:lnTo>
                  <a:pt x="45377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84410" y="3328566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5" h="272414">
                <a:moveTo>
                  <a:pt x="2024938" y="45377"/>
                </a:move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lnTo>
                  <a:pt x="45377" y="0"/>
                </a:lnTo>
                <a:lnTo>
                  <a:pt x="27710" y="3566"/>
                </a:lnTo>
                <a:lnTo>
                  <a:pt x="13287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7" y="258962"/>
                </a:lnTo>
                <a:lnTo>
                  <a:pt x="27710" y="268685"/>
                </a:lnTo>
                <a:lnTo>
                  <a:pt x="45377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978386" y="3333121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075848" y="4179023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59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89734" y="313943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19"/>
                </a:lnTo>
                <a:lnTo>
                  <a:pt x="2042058" y="52323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752613" y="4204422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77325" y="4545498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933366" y="4565096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080673" y="4898883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4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1" y="267533"/>
                </a:lnTo>
                <a:lnTo>
                  <a:pt x="14539" y="283313"/>
                </a:lnTo>
                <a:lnTo>
                  <a:pt x="30319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916760" y="4916241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082743" y="3669292"/>
            <a:ext cx="2028825" cy="314325"/>
          </a:xfrm>
          <a:custGeom>
            <a:avLst/>
            <a:gdLst/>
            <a:ahLst/>
            <a:cxnLst/>
            <a:rect l="l" t="t" r="r" b="b"/>
            <a:pathLst>
              <a:path w="2028825" h="314325">
                <a:moveTo>
                  <a:pt x="1975942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75942" y="313943"/>
                </a:lnTo>
                <a:lnTo>
                  <a:pt x="1996306" y="309831"/>
                </a:lnTo>
                <a:lnTo>
                  <a:pt x="2012938" y="298616"/>
                </a:lnTo>
                <a:lnTo>
                  <a:pt x="2024153" y="281984"/>
                </a:lnTo>
                <a:lnTo>
                  <a:pt x="2028266" y="261619"/>
                </a:lnTo>
                <a:lnTo>
                  <a:pt x="2028266" y="52323"/>
                </a:lnTo>
                <a:lnTo>
                  <a:pt x="2024153" y="31959"/>
                </a:lnTo>
                <a:lnTo>
                  <a:pt x="2012938" y="15327"/>
                </a:lnTo>
                <a:lnTo>
                  <a:pt x="1996306" y="4112"/>
                </a:lnTo>
                <a:lnTo>
                  <a:pt x="197594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512074" y="3694691"/>
            <a:ext cx="1170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248993" y="1173271"/>
            <a:ext cx="169418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Segoe UI Light"/>
                <a:cs typeface="Segoe UI Light"/>
              </a:rPr>
              <a:t>IaaS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Инф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10" dirty="0">
                <a:latin typeface="Segoe UI Light"/>
                <a:cs typeface="Segoe UI Light"/>
              </a:rPr>
              <a:t>а</a:t>
            </a:r>
            <a:r>
              <a:rPr sz="1100" dirty="0">
                <a:latin typeface="Segoe UI Light"/>
                <a:cs typeface="Segoe UI Light"/>
              </a:rPr>
              <a:t>ст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10" dirty="0">
                <a:latin typeface="Segoe UI Light"/>
                <a:cs typeface="Segoe UI Light"/>
              </a:rPr>
              <a:t>у</a:t>
            </a:r>
            <a:r>
              <a:rPr sz="1100" spc="-5" dirty="0">
                <a:latin typeface="Segoe UI Light"/>
                <a:cs typeface="Segoe UI Light"/>
              </a:rPr>
              <a:t>к</a:t>
            </a:r>
            <a:r>
              <a:rPr sz="1100" spc="-15" dirty="0">
                <a:latin typeface="Segoe UI Light"/>
                <a:cs typeface="Segoe UI Light"/>
              </a:rPr>
              <a:t>т</a:t>
            </a:r>
            <a:r>
              <a:rPr sz="1100" dirty="0">
                <a:latin typeface="Segoe UI Light"/>
                <a:cs typeface="Segoe UI Light"/>
              </a:rPr>
              <a:t>у</a:t>
            </a:r>
            <a:r>
              <a:rPr sz="1100" spc="-10" dirty="0">
                <a:latin typeface="Segoe UI Light"/>
                <a:cs typeface="Segoe UI Light"/>
              </a:rPr>
              <a:t>р</a:t>
            </a:r>
            <a:r>
              <a:rPr sz="1100" dirty="0">
                <a:latin typeface="Segoe UI Light"/>
                <a:cs typeface="Segoe UI Light"/>
              </a:rPr>
              <a:t>а</a:t>
            </a:r>
            <a:r>
              <a:rPr sz="1100" spc="-6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</a:t>
            </a:r>
            <a:r>
              <a:rPr sz="1100" spc="-10" dirty="0">
                <a:latin typeface="Segoe UI Light"/>
                <a:cs typeface="Segoe UI Light"/>
              </a:rPr>
              <a:t>а</a:t>
            </a:r>
            <a:r>
              <a:rPr sz="1100" dirty="0">
                <a:latin typeface="Segoe UI Light"/>
                <a:cs typeface="Segoe UI Light"/>
              </a:rPr>
              <a:t>к</a:t>
            </a:r>
            <a:r>
              <a:rPr sz="1100" spc="-15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</a:t>
            </a:r>
            <a:r>
              <a:rPr sz="1100" spc="-10" dirty="0">
                <a:latin typeface="Segoe UI Light"/>
                <a:cs typeface="Segoe UI Light"/>
              </a:rPr>
              <a:t>е</a:t>
            </a:r>
            <a:r>
              <a:rPr sz="1100" spc="5" dirty="0">
                <a:latin typeface="Segoe UI Light"/>
                <a:cs typeface="Segoe UI Light"/>
              </a:rPr>
              <a:t>р</a:t>
            </a:r>
            <a:r>
              <a:rPr sz="1100" spc="-5" dirty="0">
                <a:latin typeface="Segoe UI Light"/>
                <a:cs typeface="Segoe UI Light"/>
              </a:rPr>
              <a:t>в</a:t>
            </a:r>
            <a:r>
              <a:rPr sz="1100" dirty="0">
                <a:latin typeface="Segoe UI Light"/>
                <a:cs typeface="Segoe UI Light"/>
              </a:rPr>
              <a:t>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087510" y="1806019"/>
            <a:ext cx="2019300" cy="318135"/>
            <a:chOff x="5087510" y="1806019"/>
            <a:chExt cx="2019300" cy="318135"/>
          </a:xfrm>
        </p:grpSpPr>
        <p:sp>
          <p:nvSpPr>
            <p:cNvPr id="62" name="object 62"/>
            <p:cNvSpPr/>
            <p:nvPr/>
          </p:nvSpPr>
          <p:spPr>
            <a:xfrm>
              <a:off x="5092273" y="1810782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92273" y="1810782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215243" y="1833323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082294" y="2157139"/>
            <a:ext cx="2029460" cy="287655"/>
            <a:chOff x="5082294" y="2157139"/>
            <a:chExt cx="2029460" cy="287655"/>
          </a:xfrm>
        </p:grpSpPr>
        <p:sp>
          <p:nvSpPr>
            <p:cNvPr id="66" name="object 66"/>
            <p:cNvSpPr/>
            <p:nvPr/>
          </p:nvSpPr>
          <p:spPr>
            <a:xfrm>
              <a:off x="5087057" y="2161901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4" h="278130">
                  <a:moveTo>
                    <a:pt x="1973338" y="0"/>
                  </a:move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87057" y="2161901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4" h="278130">
                  <a:moveTo>
                    <a:pt x="2019642" y="46304"/>
                  </a:move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599037" y="2169231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074071" y="5420095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93290" y="313943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19"/>
                </a:lnTo>
                <a:lnTo>
                  <a:pt x="2045614" y="52323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602531" y="5445494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283658" y="2477232"/>
            <a:ext cx="2014220" cy="283210"/>
          </a:xfrm>
          <a:custGeom>
            <a:avLst/>
            <a:gdLst/>
            <a:ahLst/>
            <a:cxnLst/>
            <a:rect l="l" t="t" r="r" b="b"/>
            <a:pathLst>
              <a:path w="2014220" h="283210">
                <a:moveTo>
                  <a:pt x="1966988" y="0"/>
                </a:moveTo>
                <a:lnTo>
                  <a:pt x="47193" y="0"/>
                </a:lnTo>
                <a:lnTo>
                  <a:pt x="28825" y="3709"/>
                </a:lnTo>
                <a:lnTo>
                  <a:pt x="13823" y="13823"/>
                </a:lnTo>
                <a:lnTo>
                  <a:pt x="3709" y="28825"/>
                </a:lnTo>
                <a:lnTo>
                  <a:pt x="0" y="47193"/>
                </a:lnTo>
                <a:lnTo>
                  <a:pt x="0" y="235953"/>
                </a:lnTo>
                <a:lnTo>
                  <a:pt x="3709" y="254321"/>
                </a:lnTo>
                <a:lnTo>
                  <a:pt x="13823" y="269322"/>
                </a:lnTo>
                <a:lnTo>
                  <a:pt x="28825" y="279437"/>
                </a:lnTo>
                <a:lnTo>
                  <a:pt x="47193" y="283146"/>
                </a:lnTo>
                <a:lnTo>
                  <a:pt x="1966988" y="283146"/>
                </a:lnTo>
                <a:lnTo>
                  <a:pt x="1985356" y="279437"/>
                </a:lnTo>
                <a:lnTo>
                  <a:pt x="2000357" y="269322"/>
                </a:lnTo>
                <a:lnTo>
                  <a:pt x="2010472" y="254321"/>
                </a:lnTo>
                <a:lnTo>
                  <a:pt x="2014181" y="235953"/>
                </a:lnTo>
                <a:lnTo>
                  <a:pt x="2014181" y="47193"/>
                </a:lnTo>
                <a:lnTo>
                  <a:pt x="2010472" y="28825"/>
                </a:lnTo>
                <a:lnTo>
                  <a:pt x="2000357" y="13823"/>
                </a:lnTo>
                <a:lnTo>
                  <a:pt x="1985356" y="3709"/>
                </a:lnTo>
                <a:lnTo>
                  <a:pt x="1966988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83658" y="2477232"/>
            <a:ext cx="2014220" cy="283210"/>
          </a:xfrm>
          <a:custGeom>
            <a:avLst/>
            <a:gdLst/>
            <a:ahLst/>
            <a:cxnLst/>
            <a:rect l="l" t="t" r="r" b="b"/>
            <a:pathLst>
              <a:path w="2014220" h="283210">
                <a:moveTo>
                  <a:pt x="2014181" y="47193"/>
                </a:moveTo>
                <a:lnTo>
                  <a:pt x="2010472" y="28825"/>
                </a:lnTo>
                <a:lnTo>
                  <a:pt x="2000357" y="13823"/>
                </a:lnTo>
                <a:lnTo>
                  <a:pt x="1985356" y="3709"/>
                </a:lnTo>
                <a:lnTo>
                  <a:pt x="1966988" y="0"/>
                </a:lnTo>
                <a:lnTo>
                  <a:pt x="47193" y="0"/>
                </a:lnTo>
                <a:lnTo>
                  <a:pt x="28825" y="3709"/>
                </a:lnTo>
                <a:lnTo>
                  <a:pt x="13823" y="13823"/>
                </a:lnTo>
                <a:lnTo>
                  <a:pt x="3709" y="28825"/>
                </a:lnTo>
                <a:lnTo>
                  <a:pt x="0" y="47193"/>
                </a:lnTo>
                <a:lnTo>
                  <a:pt x="0" y="235953"/>
                </a:lnTo>
                <a:lnTo>
                  <a:pt x="3709" y="254321"/>
                </a:lnTo>
                <a:lnTo>
                  <a:pt x="13823" y="269322"/>
                </a:lnTo>
                <a:lnTo>
                  <a:pt x="28825" y="279437"/>
                </a:lnTo>
                <a:lnTo>
                  <a:pt x="47193" y="283146"/>
                </a:lnTo>
                <a:lnTo>
                  <a:pt x="1966988" y="283146"/>
                </a:lnTo>
                <a:lnTo>
                  <a:pt x="1985356" y="279437"/>
                </a:lnTo>
                <a:lnTo>
                  <a:pt x="2000357" y="269322"/>
                </a:lnTo>
                <a:lnTo>
                  <a:pt x="2010472" y="254321"/>
                </a:lnTo>
                <a:lnTo>
                  <a:pt x="2014181" y="235953"/>
                </a:lnTo>
                <a:lnTo>
                  <a:pt x="2014181" y="471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7978362" y="2487231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283658" y="2942708"/>
            <a:ext cx="2014220" cy="315595"/>
          </a:xfrm>
          <a:custGeom>
            <a:avLst/>
            <a:gdLst/>
            <a:ahLst/>
            <a:cxnLst/>
            <a:rect l="l" t="t" r="r" b="b"/>
            <a:pathLst>
              <a:path w="2014220" h="315595">
                <a:moveTo>
                  <a:pt x="1961616" y="0"/>
                </a:moveTo>
                <a:lnTo>
                  <a:pt x="52565" y="0"/>
                </a:lnTo>
                <a:lnTo>
                  <a:pt x="32104" y="4130"/>
                </a:lnTo>
                <a:lnTo>
                  <a:pt x="15395" y="15395"/>
                </a:lnTo>
                <a:lnTo>
                  <a:pt x="4130" y="32104"/>
                </a:lnTo>
                <a:lnTo>
                  <a:pt x="0" y="52565"/>
                </a:lnTo>
                <a:lnTo>
                  <a:pt x="0" y="262801"/>
                </a:lnTo>
                <a:lnTo>
                  <a:pt x="4130" y="283262"/>
                </a:lnTo>
                <a:lnTo>
                  <a:pt x="15395" y="299970"/>
                </a:lnTo>
                <a:lnTo>
                  <a:pt x="32104" y="311235"/>
                </a:lnTo>
                <a:lnTo>
                  <a:pt x="52565" y="315366"/>
                </a:lnTo>
                <a:lnTo>
                  <a:pt x="1961616" y="315366"/>
                </a:lnTo>
                <a:lnTo>
                  <a:pt x="1982077" y="311235"/>
                </a:lnTo>
                <a:lnTo>
                  <a:pt x="1998786" y="299970"/>
                </a:lnTo>
                <a:lnTo>
                  <a:pt x="2010051" y="283262"/>
                </a:lnTo>
                <a:lnTo>
                  <a:pt x="2014181" y="262801"/>
                </a:lnTo>
                <a:lnTo>
                  <a:pt x="2014181" y="52565"/>
                </a:lnTo>
                <a:lnTo>
                  <a:pt x="2010051" y="32104"/>
                </a:lnTo>
                <a:lnTo>
                  <a:pt x="1998786" y="15395"/>
                </a:lnTo>
                <a:lnTo>
                  <a:pt x="1982077" y="4130"/>
                </a:lnTo>
                <a:lnTo>
                  <a:pt x="1961616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574565" y="2968819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Среда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287576" y="3322847"/>
            <a:ext cx="2006600" cy="269875"/>
          </a:xfrm>
          <a:custGeom>
            <a:avLst/>
            <a:gdLst/>
            <a:ahLst/>
            <a:cxnLst/>
            <a:rect l="l" t="t" r="r" b="b"/>
            <a:pathLst>
              <a:path w="2006600" h="269875">
                <a:moveTo>
                  <a:pt x="1961426" y="0"/>
                </a:moveTo>
                <a:lnTo>
                  <a:pt x="44932" y="0"/>
                </a:lnTo>
                <a:lnTo>
                  <a:pt x="27442" y="3529"/>
                </a:lnTo>
                <a:lnTo>
                  <a:pt x="13160" y="13154"/>
                </a:lnTo>
                <a:lnTo>
                  <a:pt x="3530" y="27431"/>
                </a:lnTo>
                <a:lnTo>
                  <a:pt x="0" y="44919"/>
                </a:lnTo>
                <a:lnTo>
                  <a:pt x="0" y="224612"/>
                </a:lnTo>
                <a:lnTo>
                  <a:pt x="3530" y="242102"/>
                </a:lnTo>
                <a:lnTo>
                  <a:pt x="13160" y="256384"/>
                </a:lnTo>
                <a:lnTo>
                  <a:pt x="27442" y="266013"/>
                </a:lnTo>
                <a:lnTo>
                  <a:pt x="44932" y="269544"/>
                </a:lnTo>
                <a:lnTo>
                  <a:pt x="1961426" y="269544"/>
                </a:lnTo>
                <a:lnTo>
                  <a:pt x="1978908" y="266013"/>
                </a:lnTo>
                <a:lnTo>
                  <a:pt x="1993187" y="256384"/>
                </a:lnTo>
                <a:lnTo>
                  <a:pt x="2002815" y="242102"/>
                </a:lnTo>
                <a:lnTo>
                  <a:pt x="2006346" y="224612"/>
                </a:lnTo>
                <a:lnTo>
                  <a:pt x="2006346" y="44919"/>
                </a:lnTo>
                <a:lnTo>
                  <a:pt x="2002815" y="27431"/>
                </a:lnTo>
                <a:lnTo>
                  <a:pt x="1993187" y="13154"/>
                </a:lnTo>
                <a:lnTo>
                  <a:pt x="1978908" y="3529"/>
                </a:lnTo>
                <a:lnTo>
                  <a:pt x="1961426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8172005" y="3326041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279264" y="3650846"/>
            <a:ext cx="2023110" cy="286385"/>
          </a:xfrm>
          <a:custGeom>
            <a:avLst/>
            <a:gdLst/>
            <a:ahLst/>
            <a:cxnLst/>
            <a:rect l="l" t="t" r="r" b="b"/>
            <a:pathLst>
              <a:path w="2023109" h="286385">
                <a:moveTo>
                  <a:pt x="1975269" y="0"/>
                </a:moveTo>
                <a:lnTo>
                  <a:pt x="47713" y="0"/>
                </a:lnTo>
                <a:lnTo>
                  <a:pt x="29141" y="3747"/>
                </a:lnTo>
                <a:lnTo>
                  <a:pt x="13974" y="13968"/>
                </a:lnTo>
                <a:lnTo>
                  <a:pt x="3749" y="29130"/>
                </a:lnTo>
                <a:lnTo>
                  <a:pt x="0" y="47701"/>
                </a:lnTo>
                <a:lnTo>
                  <a:pt x="0" y="238518"/>
                </a:lnTo>
                <a:lnTo>
                  <a:pt x="3749" y="257089"/>
                </a:lnTo>
                <a:lnTo>
                  <a:pt x="13974" y="272251"/>
                </a:lnTo>
                <a:lnTo>
                  <a:pt x="29141" y="282472"/>
                </a:lnTo>
                <a:lnTo>
                  <a:pt x="47713" y="286219"/>
                </a:lnTo>
                <a:lnTo>
                  <a:pt x="1975269" y="286219"/>
                </a:lnTo>
                <a:lnTo>
                  <a:pt x="1993834" y="282472"/>
                </a:lnTo>
                <a:lnTo>
                  <a:pt x="2008997" y="272251"/>
                </a:lnTo>
                <a:lnTo>
                  <a:pt x="2019221" y="257089"/>
                </a:lnTo>
                <a:lnTo>
                  <a:pt x="2022970" y="238518"/>
                </a:lnTo>
                <a:lnTo>
                  <a:pt x="2022970" y="47701"/>
                </a:lnTo>
                <a:lnTo>
                  <a:pt x="2019221" y="29130"/>
                </a:lnTo>
                <a:lnTo>
                  <a:pt x="2008997" y="13968"/>
                </a:lnTo>
                <a:lnTo>
                  <a:pt x="1993834" y="3747"/>
                </a:lnTo>
                <a:lnTo>
                  <a:pt x="197526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706011" y="3662385"/>
            <a:ext cx="1170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591964" y="1167544"/>
            <a:ext cx="1395730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84"/>
              </a:spcBef>
            </a:pPr>
            <a:r>
              <a:rPr sz="1600" spc="-10" dirty="0">
                <a:latin typeface="Segoe UI Light"/>
                <a:cs typeface="Segoe UI Light"/>
              </a:rPr>
              <a:t>PaaS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-5" dirty="0">
                <a:latin typeface="Segoe UI Light"/>
                <a:cs typeface="Segoe UI Light"/>
              </a:rPr>
              <a:t>Платформа</a:t>
            </a:r>
            <a:r>
              <a:rPr sz="1100" spc="-65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как</a:t>
            </a:r>
            <a:r>
              <a:rPr sz="1100" spc="-35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сервис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281383" y="1797709"/>
            <a:ext cx="2019300" cy="318135"/>
            <a:chOff x="7281383" y="1797709"/>
            <a:chExt cx="2019300" cy="318135"/>
          </a:xfrm>
        </p:grpSpPr>
        <p:sp>
          <p:nvSpPr>
            <p:cNvPr id="82" name="object 82"/>
            <p:cNvSpPr/>
            <p:nvPr/>
          </p:nvSpPr>
          <p:spPr>
            <a:xfrm>
              <a:off x="7286145" y="1802471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286145" y="1802471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409117" y="1825012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278896" y="2141202"/>
            <a:ext cx="2023745" cy="297815"/>
            <a:chOff x="7278896" y="2141202"/>
            <a:chExt cx="2023745" cy="297815"/>
          </a:xfrm>
        </p:grpSpPr>
        <p:sp>
          <p:nvSpPr>
            <p:cNvPr id="86" name="object 86"/>
            <p:cNvSpPr/>
            <p:nvPr/>
          </p:nvSpPr>
          <p:spPr>
            <a:xfrm>
              <a:off x="7283658" y="2145964"/>
              <a:ext cx="2014220" cy="288290"/>
            </a:xfrm>
            <a:custGeom>
              <a:avLst/>
              <a:gdLst/>
              <a:ahLst/>
              <a:cxnLst/>
              <a:rect l="l" t="t" r="r" b="b"/>
              <a:pathLst>
                <a:path w="2014220" h="288289">
                  <a:moveTo>
                    <a:pt x="1966175" y="0"/>
                  </a:moveTo>
                  <a:lnTo>
                    <a:pt x="48005" y="0"/>
                  </a:lnTo>
                  <a:lnTo>
                    <a:pt x="29323" y="3773"/>
                  </a:lnTo>
                  <a:lnTo>
                    <a:pt x="14063" y="14063"/>
                  </a:lnTo>
                  <a:lnTo>
                    <a:pt x="3773" y="29323"/>
                  </a:lnTo>
                  <a:lnTo>
                    <a:pt x="0" y="48005"/>
                  </a:lnTo>
                  <a:lnTo>
                    <a:pt x="0" y="240004"/>
                  </a:lnTo>
                  <a:lnTo>
                    <a:pt x="3773" y="258692"/>
                  </a:lnTo>
                  <a:lnTo>
                    <a:pt x="14063" y="273951"/>
                  </a:lnTo>
                  <a:lnTo>
                    <a:pt x="29323" y="284238"/>
                  </a:lnTo>
                  <a:lnTo>
                    <a:pt x="48005" y="288010"/>
                  </a:lnTo>
                  <a:lnTo>
                    <a:pt x="1966175" y="288010"/>
                  </a:lnTo>
                  <a:lnTo>
                    <a:pt x="1984863" y="284238"/>
                  </a:lnTo>
                  <a:lnTo>
                    <a:pt x="2000122" y="273951"/>
                  </a:lnTo>
                  <a:lnTo>
                    <a:pt x="2010409" y="258692"/>
                  </a:lnTo>
                  <a:lnTo>
                    <a:pt x="2014181" y="240004"/>
                  </a:lnTo>
                  <a:lnTo>
                    <a:pt x="2014181" y="48005"/>
                  </a:lnTo>
                  <a:lnTo>
                    <a:pt x="2010409" y="29323"/>
                  </a:lnTo>
                  <a:lnTo>
                    <a:pt x="2000122" y="14063"/>
                  </a:lnTo>
                  <a:lnTo>
                    <a:pt x="1984863" y="3773"/>
                  </a:lnTo>
                  <a:lnTo>
                    <a:pt x="196617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83658" y="2145964"/>
              <a:ext cx="2014220" cy="288290"/>
            </a:xfrm>
            <a:custGeom>
              <a:avLst/>
              <a:gdLst/>
              <a:ahLst/>
              <a:cxnLst/>
              <a:rect l="l" t="t" r="r" b="b"/>
              <a:pathLst>
                <a:path w="2014220" h="288289">
                  <a:moveTo>
                    <a:pt x="2014181" y="48005"/>
                  </a:moveTo>
                  <a:lnTo>
                    <a:pt x="2010409" y="29323"/>
                  </a:lnTo>
                  <a:lnTo>
                    <a:pt x="2000122" y="14063"/>
                  </a:lnTo>
                  <a:lnTo>
                    <a:pt x="1984863" y="3773"/>
                  </a:lnTo>
                  <a:lnTo>
                    <a:pt x="1966175" y="0"/>
                  </a:lnTo>
                  <a:lnTo>
                    <a:pt x="48005" y="0"/>
                  </a:lnTo>
                  <a:lnTo>
                    <a:pt x="29323" y="3773"/>
                  </a:lnTo>
                  <a:lnTo>
                    <a:pt x="14063" y="14063"/>
                  </a:lnTo>
                  <a:lnTo>
                    <a:pt x="3773" y="29323"/>
                  </a:lnTo>
                  <a:lnTo>
                    <a:pt x="0" y="48005"/>
                  </a:lnTo>
                  <a:lnTo>
                    <a:pt x="0" y="240004"/>
                  </a:lnTo>
                  <a:lnTo>
                    <a:pt x="3773" y="258692"/>
                  </a:lnTo>
                  <a:lnTo>
                    <a:pt x="14063" y="273951"/>
                  </a:lnTo>
                  <a:lnTo>
                    <a:pt x="29323" y="284238"/>
                  </a:lnTo>
                  <a:lnTo>
                    <a:pt x="48005" y="288010"/>
                  </a:lnTo>
                  <a:lnTo>
                    <a:pt x="1966175" y="288010"/>
                  </a:lnTo>
                  <a:lnTo>
                    <a:pt x="1984863" y="284238"/>
                  </a:lnTo>
                  <a:lnTo>
                    <a:pt x="2000122" y="273951"/>
                  </a:lnTo>
                  <a:lnTo>
                    <a:pt x="2010409" y="258692"/>
                  </a:lnTo>
                  <a:lnTo>
                    <a:pt x="2014181" y="240004"/>
                  </a:lnTo>
                  <a:lnTo>
                    <a:pt x="2014181" y="480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793039" y="2158399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269719" y="4184750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59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4"/>
                </a:lnTo>
                <a:lnTo>
                  <a:pt x="1989734" y="313944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20"/>
                </a:lnTo>
                <a:lnTo>
                  <a:pt x="2042058" y="52324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946485" y="4210147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7271199" y="4551225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127239" y="4570822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274545" y="4904610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4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1" y="267533"/>
                </a:lnTo>
                <a:lnTo>
                  <a:pt x="14539" y="283313"/>
                </a:lnTo>
                <a:lnTo>
                  <a:pt x="30319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8110632" y="4921967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267943" y="5425822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4"/>
                </a:lnTo>
                <a:lnTo>
                  <a:pt x="0" y="261620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4"/>
                </a:lnTo>
                <a:lnTo>
                  <a:pt x="1993290" y="313944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20"/>
                </a:lnTo>
                <a:lnTo>
                  <a:pt x="2045614" y="52324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796403" y="5451221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9480016" y="2140229"/>
            <a:ext cx="2009775" cy="604520"/>
          </a:xfrm>
          <a:custGeom>
            <a:avLst/>
            <a:gdLst/>
            <a:ahLst/>
            <a:cxnLst/>
            <a:rect l="l" t="t" r="r" b="b"/>
            <a:pathLst>
              <a:path w="2009775" h="604519">
                <a:moveTo>
                  <a:pt x="2008746" y="47434"/>
                </a:moveTo>
                <a:lnTo>
                  <a:pt x="2005025" y="28968"/>
                </a:lnTo>
                <a:lnTo>
                  <a:pt x="1994865" y="13893"/>
                </a:lnTo>
                <a:lnTo>
                  <a:pt x="1979777" y="3721"/>
                </a:lnTo>
                <a:lnTo>
                  <a:pt x="1961311" y="0"/>
                </a:lnTo>
                <a:lnTo>
                  <a:pt x="47879" y="0"/>
                </a:lnTo>
                <a:lnTo>
                  <a:pt x="29425" y="3721"/>
                </a:lnTo>
                <a:lnTo>
                  <a:pt x="14351" y="13893"/>
                </a:lnTo>
                <a:lnTo>
                  <a:pt x="4178" y="28968"/>
                </a:lnTo>
                <a:lnTo>
                  <a:pt x="444" y="47434"/>
                </a:lnTo>
                <a:lnTo>
                  <a:pt x="444" y="237172"/>
                </a:lnTo>
                <a:lnTo>
                  <a:pt x="4178" y="255638"/>
                </a:lnTo>
                <a:lnTo>
                  <a:pt x="14351" y="270713"/>
                </a:lnTo>
                <a:lnTo>
                  <a:pt x="29425" y="280885"/>
                </a:lnTo>
                <a:lnTo>
                  <a:pt x="47879" y="284607"/>
                </a:lnTo>
                <a:lnTo>
                  <a:pt x="1961311" y="284607"/>
                </a:lnTo>
                <a:lnTo>
                  <a:pt x="1979777" y="280885"/>
                </a:lnTo>
                <a:lnTo>
                  <a:pt x="1994865" y="270713"/>
                </a:lnTo>
                <a:lnTo>
                  <a:pt x="2005025" y="255638"/>
                </a:lnTo>
                <a:lnTo>
                  <a:pt x="2008746" y="237172"/>
                </a:lnTo>
                <a:lnTo>
                  <a:pt x="2008746" y="47434"/>
                </a:lnTo>
                <a:close/>
              </a:path>
              <a:path w="2009775" h="604519">
                <a:moveTo>
                  <a:pt x="2009216" y="368363"/>
                </a:moveTo>
                <a:lnTo>
                  <a:pt x="2005507" y="349999"/>
                </a:lnTo>
                <a:lnTo>
                  <a:pt x="1995385" y="335000"/>
                </a:lnTo>
                <a:lnTo>
                  <a:pt x="1980387" y="324878"/>
                </a:lnTo>
                <a:lnTo>
                  <a:pt x="1962023" y="321170"/>
                </a:lnTo>
                <a:lnTo>
                  <a:pt x="47193" y="321170"/>
                </a:lnTo>
                <a:lnTo>
                  <a:pt x="28816" y="324878"/>
                </a:lnTo>
                <a:lnTo>
                  <a:pt x="13817" y="335000"/>
                </a:lnTo>
                <a:lnTo>
                  <a:pt x="3708" y="349999"/>
                </a:lnTo>
                <a:lnTo>
                  <a:pt x="0" y="368363"/>
                </a:lnTo>
                <a:lnTo>
                  <a:pt x="0" y="557123"/>
                </a:lnTo>
                <a:lnTo>
                  <a:pt x="3708" y="575487"/>
                </a:lnTo>
                <a:lnTo>
                  <a:pt x="13817" y="590499"/>
                </a:lnTo>
                <a:lnTo>
                  <a:pt x="28816" y="600608"/>
                </a:lnTo>
                <a:lnTo>
                  <a:pt x="47193" y="604316"/>
                </a:lnTo>
                <a:lnTo>
                  <a:pt x="1962023" y="604316"/>
                </a:lnTo>
                <a:lnTo>
                  <a:pt x="1980387" y="600608"/>
                </a:lnTo>
                <a:lnTo>
                  <a:pt x="1995385" y="590499"/>
                </a:lnTo>
                <a:lnTo>
                  <a:pt x="2005507" y="575487"/>
                </a:lnTo>
                <a:lnTo>
                  <a:pt x="2009216" y="557123"/>
                </a:lnTo>
                <a:lnTo>
                  <a:pt x="2009216" y="368363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9986402" y="2044483"/>
            <a:ext cx="997585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7485" marR="5080" indent="-185420">
              <a:lnSpc>
                <a:spcPct val="1502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л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ож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н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я  Данные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9489120" y="2926869"/>
            <a:ext cx="1991360" cy="315595"/>
          </a:xfrm>
          <a:custGeom>
            <a:avLst/>
            <a:gdLst/>
            <a:ahLst/>
            <a:cxnLst/>
            <a:rect l="l" t="t" r="r" b="b"/>
            <a:pathLst>
              <a:path w="1991359" h="315594">
                <a:moveTo>
                  <a:pt x="1938451" y="0"/>
                </a:moveTo>
                <a:lnTo>
                  <a:pt x="52552" y="0"/>
                </a:lnTo>
                <a:lnTo>
                  <a:pt x="32093" y="4130"/>
                </a:lnTo>
                <a:lnTo>
                  <a:pt x="15389" y="15395"/>
                </a:lnTo>
                <a:lnTo>
                  <a:pt x="4128" y="32104"/>
                </a:lnTo>
                <a:lnTo>
                  <a:pt x="0" y="52565"/>
                </a:lnTo>
                <a:lnTo>
                  <a:pt x="0" y="262801"/>
                </a:lnTo>
                <a:lnTo>
                  <a:pt x="4128" y="283262"/>
                </a:lnTo>
                <a:lnTo>
                  <a:pt x="15389" y="299970"/>
                </a:lnTo>
                <a:lnTo>
                  <a:pt x="32093" y="311235"/>
                </a:lnTo>
                <a:lnTo>
                  <a:pt x="52552" y="315366"/>
                </a:lnTo>
                <a:lnTo>
                  <a:pt x="1938451" y="315366"/>
                </a:lnTo>
                <a:lnTo>
                  <a:pt x="1958913" y="311235"/>
                </a:lnTo>
                <a:lnTo>
                  <a:pt x="1975621" y="299970"/>
                </a:lnTo>
                <a:lnTo>
                  <a:pt x="1986886" y="283262"/>
                </a:lnTo>
                <a:lnTo>
                  <a:pt x="1991017" y="262801"/>
                </a:lnTo>
                <a:lnTo>
                  <a:pt x="1991017" y="52565"/>
                </a:lnTo>
                <a:lnTo>
                  <a:pt x="1986886" y="32104"/>
                </a:lnTo>
                <a:lnTo>
                  <a:pt x="1975621" y="15395"/>
                </a:lnTo>
                <a:lnTo>
                  <a:pt x="1958913" y="4130"/>
                </a:lnTo>
                <a:lnTo>
                  <a:pt x="1938451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9767995" y="2952981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Среда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9491512" y="3307007"/>
            <a:ext cx="1986280" cy="269875"/>
          </a:xfrm>
          <a:custGeom>
            <a:avLst/>
            <a:gdLst/>
            <a:ahLst/>
            <a:cxnLst/>
            <a:rect l="l" t="t" r="r" b="b"/>
            <a:pathLst>
              <a:path w="1986279" h="269875">
                <a:moveTo>
                  <a:pt x="1941309" y="0"/>
                </a:moveTo>
                <a:lnTo>
                  <a:pt x="44919" y="0"/>
                </a:lnTo>
                <a:lnTo>
                  <a:pt x="27437" y="3529"/>
                </a:lnTo>
                <a:lnTo>
                  <a:pt x="13158" y="13154"/>
                </a:lnTo>
                <a:lnTo>
                  <a:pt x="3530" y="27431"/>
                </a:lnTo>
                <a:lnTo>
                  <a:pt x="0" y="44919"/>
                </a:lnTo>
                <a:lnTo>
                  <a:pt x="0" y="224612"/>
                </a:lnTo>
                <a:lnTo>
                  <a:pt x="3530" y="242102"/>
                </a:lnTo>
                <a:lnTo>
                  <a:pt x="13158" y="256384"/>
                </a:lnTo>
                <a:lnTo>
                  <a:pt x="27437" y="266013"/>
                </a:lnTo>
                <a:lnTo>
                  <a:pt x="44919" y="269544"/>
                </a:lnTo>
                <a:lnTo>
                  <a:pt x="1941309" y="269544"/>
                </a:lnTo>
                <a:lnTo>
                  <a:pt x="1958791" y="266013"/>
                </a:lnTo>
                <a:lnTo>
                  <a:pt x="1973070" y="256384"/>
                </a:lnTo>
                <a:lnTo>
                  <a:pt x="1982698" y="242102"/>
                </a:lnTo>
                <a:lnTo>
                  <a:pt x="1986229" y="224612"/>
                </a:lnTo>
                <a:lnTo>
                  <a:pt x="1986229" y="44919"/>
                </a:lnTo>
                <a:lnTo>
                  <a:pt x="1982698" y="27431"/>
                </a:lnTo>
                <a:lnTo>
                  <a:pt x="1973070" y="13154"/>
                </a:lnTo>
                <a:lnTo>
                  <a:pt x="1958791" y="3529"/>
                </a:lnTo>
                <a:lnTo>
                  <a:pt x="1941309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0365370" y="3310202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9484262" y="3641323"/>
            <a:ext cx="2000885" cy="280035"/>
          </a:xfrm>
          <a:custGeom>
            <a:avLst/>
            <a:gdLst/>
            <a:ahLst/>
            <a:cxnLst/>
            <a:rect l="l" t="t" r="r" b="b"/>
            <a:pathLst>
              <a:path w="2000884" h="280035">
                <a:moveTo>
                  <a:pt x="1954072" y="0"/>
                </a:moveTo>
                <a:lnTo>
                  <a:pt x="46659" y="0"/>
                </a:lnTo>
                <a:lnTo>
                  <a:pt x="28498" y="3664"/>
                </a:lnTo>
                <a:lnTo>
                  <a:pt x="13666" y="13660"/>
                </a:lnTo>
                <a:lnTo>
                  <a:pt x="3666" y="28487"/>
                </a:lnTo>
                <a:lnTo>
                  <a:pt x="0" y="46647"/>
                </a:lnTo>
                <a:lnTo>
                  <a:pt x="0" y="233260"/>
                </a:lnTo>
                <a:lnTo>
                  <a:pt x="3666" y="251415"/>
                </a:lnTo>
                <a:lnTo>
                  <a:pt x="13666" y="266242"/>
                </a:lnTo>
                <a:lnTo>
                  <a:pt x="28498" y="276241"/>
                </a:lnTo>
                <a:lnTo>
                  <a:pt x="46659" y="279908"/>
                </a:lnTo>
                <a:lnTo>
                  <a:pt x="1954072" y="279908"/>
                </a:lnTo>
                <a:lnTo>
                  <a:pt x="1972227" y="276241"/>
                </a:lnTo>
                <a:lnTo>
                  <a:pt x="1987054" y="266242"/>
                </a:lnTo>
                <a:lnTo>
                  <a:pt x="1997053" y="251415"/>
                </a:lnTo>
                <a:lnTo>
                  <a:pt x="2000719" y="233260"/>
                </a:lnTo>
                <a:lnTo>
                  <a:pt x="2000719" y="46647"/>
                </a:lnTo>
                <a:lnTo>
                  <a:pt x="1997053" y="28487"/>
                </a:lnTo>
                <a:lnTo>
                  <a:pt x="1987054" y="13660"/>
                </a:lnTo>
                <a:lnTo>
                  <a:pt x="1972227" y="3664"/>
                </a:lnTo>
                <a:lnTo>
                  <a:pt x="195407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9898805" y="3649703"/>
            <a:ext cx="1170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029931" y="1199408"/>
            <a:ext cx="909319" cy="5207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84"/>
              </a:spcBef>
            </a:pPr>
            <a:r>
              <a:rPr sz="1600" spc="10" dirty="0">
                <a:latin typeface="Segoe UI Light"/>
                <a:cs typeface="Segoe UI Light"/>
              </a:rPr>
              <a:t>SaaS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dirty="0">
                <a:latin typeface="Segoe UI Light"/>
                <a:cs typeface="Segoe UI Light"/>
              </a:rPr>
              <a:t>ПО</a:t>
            </a:r>
            <a:r>
              <a:rPr sz="1100" spc="-50" dirty="0">
                <a:latin typeface="Segoe UI Light"/>
                <a:cs typeface="Segoe UI Light"/>
              </a:rPr>
              <a:t> </a:t>
            </a:r>
            <a:r>
              <a:rPr sz="1100" spc="-5" dirty="0">
                <a:latin typeface="Segoe UI Light"/>
                <a:cs typeface="Segoe UI Light"/>
              </a:rPr>
              <a:t>как</a:t>
            </a:r>
            <a:r>
              <a:rPr sz="1100" spc="-50" dirty="0">
                <a:latin typeface="Segoe UI Light"/>
                <a:cs typeface="Segoe UI Light"/>
              </a:rPr>
              <a:t> </a:t>
            </a:r>
            <a:r>
              <a:rPr sz="1100" dirty="0">
                <a:latin typeface="Segoe UI Light"/>
                <a:cs typeface="Segoe UI Light"/>
              </a:rPr>
              <a:t>сервис</a:t>
            </a:r>
            <a:endParaRPr sz="1100">
              <a:latin typeface="Segoe UI Light"/>
              <a:cs typeface="Segoe UI Ligh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475256" y="1790665"/>
            <a:ext cx="2019300" cy="318135"/>
            <a:chOff x="9475256" y="1790665"/>
            <a:chExt cx="2019300" cy="318135"/>
          </a:xfrm>
        </p:grpSpPr>
        <p:sp>
          <p:nvSpPr>
            <p:cNvPr id="107" name="object 107"/>
            <p:cNvSpPr/>
            <p:nvPr/>
          </p:nvSpPr>
          <p:spPr>
            <a:xfrm>
              <a:off x="9480019" y="1795428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480019" y="1795428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9602990" y="1817969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9463592" y="4152887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59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89734" y="313943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19"/>
                </a:lnTo>
                <a:lnTo>
                  <a:pt x="2042058" y="52323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10140358" y="4178286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9465072" y="4519362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10321111" y="4538959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9468418" y="4872745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4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2" y="267533"/>
                </a:lnTo>
                <a:lnTo>
                  <a:pt x="14544" y="283313"/>
                </a:lnTo>
                <a:lnTo>
                  <a:pt x="30325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10304505" y="4890103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9461816" y="5393959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93290" y="313943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19"/>
                </a:lnTo>
                <a:lnTo>
                  <a:pt x="2045614" y="52323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9990276" y="5419357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2897050" y="2486291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4" h="280035">
                <a:moveTo>
                  <a:pt x="1965274" y="0"/>
                </a:move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897050" y="2486291"/>
            <a:ext cx="2012314" cy="280035"/>
          </a:xfrm>
          <a:custGeom>
            <a:avLst/>
            <a:gdLst/>
            <a:ahLst/>
            <a:cxnLst/>
            <a:rect l="l" t="t" r="r" b="b"/>
            <a:pathLst>
              <a:path w="2012314" h="280035">
                <a:moveTo>
                  <a:pt x="2011908" y="46634"/>
                </a:moveTo>
                <a:lnTo>
                  <a:pt x="2008243" y="28482"/>
                </a:lnTo>
                <a:lnTo>
                  <a:pt x="1998249" y="13658"/>
                </a:lnTo>
                <a:lnTo>
                  <a:pt x="1983426" y="3664"/>
                </a:lnTo>
                <a:lnTo>
                  <a:pt x="1965274" y="0"/>
                </a:lnTo>
                <a:lnTo>
                  <a:pt x="46634" y="0"/>
                </a:lnTo>
                <a:lnTo>
                  <a:pt x="28482" y="3664"/>
                </a:lnTo>
                <a:lnTo>
                  <a:pt x="13658" y="13658"/>
                </a:lnTo>
                <a:lnTo>
                  <a:pt x="3664" y="28482"/>
                </a:lnTo>
                <a:lnTo>
                  <a:pt x="0" y="46634"/>
                </a:lnTo>
                <a:lnTo>
                  <a:pt x="0" y="233172"/>
                </a:lnTo>
                <a:lnTo>
                  <a:pt x="3664" y="251324"/>
                </a:lnTo>
                <a:lnTo>
                  <a:pt x="13658" y="266147"/>
                </a:lnTo>
                <a:lnTo>
                  <a:pt x="28482" y="276141"/>
                </a:lnTo>
                <a:lnTo>
                  <a:pt x="46634" y="279806"/>
                </a:lnTo>
                <a:lnTo>
                  <a:pt x="1965274" y="279806"/>
                </a:lnTo>
                <a:lnTo>
                  <a:pt x="1983426" y="276141"/>
                </a:lnTo>
                <a:lnTo>
                  <a:pt x="1998249" y="266147"/>
                </a:lnTo>
                <a:lnTo>
                  <a:pt x="2008243" y="251324"/>
                </a:lnTo>
                <a:lnTo>
                  <a:pt x="2011908" y="233172"/>
                </a:lnTo>
                <a:lnTo>
                  <a:pt x="2011908" y="4663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3590681" y="2494623"/>
            <a:ext cx="624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Да</a:t>
            </a:r>
            <a:r>
              <a:rPr sz="1400" spc="5" dirty="0">
                <a:latin typeface="Calibri"/>
                <a:cs typeface="Calibri"/>
              </a:rPr>
              <a:t>нн</a:t>
            </a:r>
            <a:r>
              <a:rPr sz="1400" dirty="0">
                <a:latin typeface="Calibri"/>
                <a:cs typeface="Calibri"/>
              </a:rPr>
              <a:t>ые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2892732" y="2959389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1969147" y="0"/>
                </a:move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892732" y="2959389"/>
            <a:ext cx="2020570" cy="308610"/>
          </a:xfrm>
          <a:custGeom>
            <a:avLst/>
            <a:gdLst/>
            <a:ahLst/>
            <a:cxnLst/>
            <a:rect l="l" t="t" r="r" b="b"/>
            <a:pathLst>
              <a:path w="2020570" h="308610">
                <a:moveTo>
                  <a:pt x="2020544" y="51396"/>
                </a:moveTo>
                <a:lnTo>
                  <a:pt x="2016505" y="31391"/>
                </a:lnTo>
                <a:lnTo>
                  <a:pt x="2005490" y="15054"/>
                </a:lnTo>
                <a:lnTo>
                  <a:pt x="1989153" y="4039"/>
                </a:lnTo>
                <a:lnTo>
                  <a:pt x="1969147" y="0"/>
                </a:lnTo>
                <a:lnTo>
                  <a:pt x="51396" y="0"/>
                </a:lnTo>
                <a:lnTo>
                  <a:pt x="31391" y="4039"/>
                </a:lnTo>
                <a:lnTo>
                  <a:pt x="15054" y="15054"/>
                </a:lnTo>
                <a:lnTo>
                  <a:pt x="4039" y="31391"/>
                </a:lnTo>
                <a:lnTo>
                  <a:pt x="0" y="51396"/>
                </a:lnTo>
                <a:lnTo>
                  <a:pt x="0" y="256971"/>
                </a:lnTo>
                <a:lnTo>
                  <a:pt x="4039" y="276977"/>
                </a:lnTo>
                <a:lnTo>
                  <a:pt x="15054" y="293314"/>
                </a:lnTo>
                <a:lnTo>
                  <a:pt x="31391" y="304329"/>
                </a:lnTo>
                <a:lnTo>
                  <a:pt x="51396" y="308368"/>
                </a:lnTo>
                <a:lnTo>
                  <a:pt x="1969147" y="308368"/>
                </a:lnTo>
                <a:lnTo>
                  <a:pt x="1989153" y="304329"/>
                </a:lnTo>
                <a:lnTo>
                  <a:pt x="2005490" y="293314"/>
                </a:lnTo>
                <a:lnTo>
                  <a:pt x="2016505" y="276977"/>
                </a:lnTo>
                <a:lnTo>
                  <a:pt x="2020544" y="256971"/>
                </a:lnTo>
                <a:lnTo>
                  <a:pt x="2020544" y="5139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3186694" y="2982001"/>
            <a:ext cx="1433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Среда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исполнения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90539" y="3328566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4" h="272414">
                <a:moveTo>
                  <a:pt x="1979561" y="0"/>
                </a:moveTo>
                <a:lnTo>
                  <a:pt x="45364" y="0"/>
                </a:lnTo>
                <a:lnTo>
                  <a:pt x="27705" y="3566"/>
                </a:lnTo>
                <a:lnTo>
                  <a:pt x="13285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5" y="258962"/>
                </a:lnTo>
                <a:lnTo>
                  <a:pt x="27705" y="268685"/>
                </a:lnTo>
                <a:lnTo>
                  <a:pt x="45364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890539" y="3328566"/>
            <a:ext cx="2025014" cy="272415"/>
          </a:xfrm>
          <a:custGeom>
            <a:avLst/>
            <a:gdLst/>
            <a:ahLst/>
            <a:cxnLst/>
            <a:rect l="l" t="t" r="r" b="b"/>
            <a:pathLst>
              <a:path w="2025014" h="272414">
                <a:moveTo>
                  <a:pt x="2024938" y="45377"/>
                </a:moveTo>
                <a:lnTo>
                  <a:pt x="2021372" y="27715"/>
                </a:lnTo>
                <a:lnTo>
                  <a:pt x="2011646" y="13292"/>
                </a:lnTo>
                <a:lnTo>
                  <a:pt x="1997222" y="3566"/>
                </a:lnTo>
                <a:lnTo>
                  <a:pt x="1979561" y="0"/>
                </a:lnTo>
                <a:lnTo>
                  <a:pt x="45364" y="0"/>
                </a:lnTo>
                <a:lnTo>
                  <a:pt x="27705" y="3566"/>
                </a:lnTo>
                <a:lnTo>
                  <a:pt x="13285" y="13292"/>
                </a:lnTo>
                <a:lnTo>
                  <a:pt x="3564" y="27715"/>
                </a:lnTo>
                <a:lnTo>
                  <a:pt x="0" y="45377"/>
                </a:lnTo>
                <a:lnTo>
                  <a:pt x="0" y="226872"/>
                </a:lnTo>
                <a:lnTo>
                  <a:pt x="3564" y="244539"/>
                </a:lnTo>
                <a:lnTo>
                  <a:pt x="13285" y="258962"/>
                </a:lnTo>
                <a:lnTo>
                  <a:pt x="27705" y="268685"/>
                </a:lnTo>
                <a:lnTo>
                  <a:pt x="45364" y="272249"/>
                </a:lnTo>
                <a:lnTo>
                  <a:pt x="1979561" y="272249"/>
                </a:lnTo>
                <a:lnTo>
                  <a:pt x="1997222" y="268685"/>
                </a:lnTo>
                <a:lnTo>
                  <a:pt x="2011646" y="258962"/>
                </a:lnTo>
                <a:lnTo>
                  <a:pt x="2021372" y="244539"/>
                </a:lnTo>
                <a:lnTo>
                  <a:pt x="2024938" y="226872"/>
                </a:lnTo>
                <a:lnTo>
                  <a:pt x="2024938" y="4537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3784514" y="3333121"/>
            <a:ext cx="237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ОС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2881976" y="4179023"/>
            <a:ext cx="2042160" cy="314325"/>
          </a:xfrm>
          <a:custGeom>
            <a:avLst/>
            <a:gdLst/>
            <a:ahLst/>
            <a:cxnLst/>
            <a:rect l="l" t="t" r="r" b="b"/>
            <a:pathLst>
              <a:path w="2042160" h="314325">
                <a:moveTo>
                  <a:pt x="1989734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89734" y="313943"/>
                </a:lnTo>
                <a:lnTo>
                  <a:pt x="2010099" y="309831"/>
                </a:lnTo>
                <a:lnTo>
                  <a:pt x="2026731" y="298616"/>
                </a:lnTo>
                <a:lnTo>
                  <a:pt x="2037945" y="281984"/>
                </a:lnTo>
                <a:lnTo>
                  <a:pt x="2042058" y="261619"/>
                </a:lnTo>
                <a:lnTo>
                  <a:pt x="2042058" y="52323"/>
                </a:lnTo>
                <a:lnTo>
                  <a:pt x="2037945" y="31959"/>
                </a:lnTo>
                <a:lnTo>
                  <a:pt x="2026731" y="15327"/>
                </a:lnTo>
                <a:lnTo>
                  <a:pt x="2010099" y="4112"/>
                </a:lnTo>
                <a:lnTo>
                  <a:pt x="1989734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3558742" y="4204422"/>
            <a:ext cx="685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ве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2883453" y="4545498"/>
            <a:ext cx="2039620" cy="302895"/>
          </a:xfrm>
          <a:custGeom>
            <a:avLst/>
            <a:gdLst/>
            <a:ahLst/>
            <a:cxnLst/>
            <a:rect l="l" t="t" r="r" b="b"/>
            <a:pathLst>
              <a:path w="2039620" h="302895">
                <a:moveTo>
                  <a:pt x="1988705" y="0"/>
                </a:moveTo>
                <a:lnTo>
                  <a:pt x="50393" y="0"/>
                </a:lnTo>
                <a:lnTo>
                  <a:pt x="30780" y="3961"/>
                </a:lnTo>
                <a:lnTo>
                  <a:pt x="14762" y="14762"/>
                </a:lnTo>
                <a:lnTo>
                  <a:pt x="3961" y="30780"/>
                </a:lnTo>
                <a:lnTo>
                  <a:pt x="0" y="50393"/>
                </a:lnTo>
                <a:lnTo>
                  <a:pt x="0" y="251942"/>
                </a:lnTo>
                <a:lnTo>
                  <a:pt x="3961" y="271555"/>
                </a:lnTo>
                <a:lnTo>
                  <a:pt x="14762" y="287574"/>
                </a:lnTo>
                <a:lnTo>
                  <a:pt x="30780" y="298375"/>
                </a:lnTo>
                <a:lnTo>
                  <a:pt x="50393" y="302336"/>
                </a:lnTo>
                <a:lnTo>
                  <a:pt x="1988705" y="302336"/>
                </a:lnTo>
                <a:lnTo>
                  <a:pt x="2008324" y="298375"/>
                </a:lnTo>
                <a:lnTo>
                  <a:pt x="2024341" y="287574"/>
                </a:lnTo>
                <a:lnTo>
                  <a:pt x="2035140" y="271555"/>
                </a:lnTo>
                <a:lnTo>
                  <a:pt x="2039099" y="251942"/>
                </a:lnTo>
                <a:lnTo>
                  <a:pt x="2039099" y="50393"/>
                </a:lnTo>
                <a:lnTo>
                  <a:pt x="2035140" y="30780"/>
                </a:lnTo>
                <a:lnTo>
                  <a:pt x="2024341" y="14762"/>
                </a:lnTo>
                <a:lnTo>
                  <a:pt x="2008324" y="3961"/>
                </a:lnTo>
                <a:lnTo>
                  <a:pt x="198870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3739494" y="4565096"/>
            <a:ext cx="328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ХД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2886801" y="4898883"/>
            <a:ext cx="2032635" cy="298450"/>
          </a:xfrm>
          <a:custGeom>
            <a:avLst/>
            <a:gdLst/>
            <a:ahLst/>
            <a:cxnLst/>
            <a:rect l="l" t="t" r="r" b="b"/>
            <a:pathLst>
              <a:path w="2032635" h="298450">
                <a:moveTo>
                  <a:pt x="1982762" y="0"/>
                </a:moveTo>
                <a:lnTo>
                  <a:pt x="49644" y="0"/>
                </a:lnTo>
                <a:lnTo>
                  <a:pt x="30319" y="3901"/>
                </a:lnTo>
                <a:lnTo>
                  <a:pt x="14539" y="14539"/>
                </a:lnTo>
                <a:lnTo>
                  <a:pt x="3901" y="30319"/>
                </a:lnTo>
                <a:lnTo>
                  <a:pt x="0" y="49644"/>
                </a:lnTo>
                <a:lnTo>
                  <a:pt x="0" y="248208"/>
                </a:lnTo>
                <a:lnTo>
                  <a:pt x="3901" y="267533"/>
                </a:lnTo>
                <a:lnTo>
                  <a:pt x="14539" y="283313"/>
                </a:lnTo>
                <a:lnTo>
                  <a:pt x="30319" y="293952"/>
                </a:lnTo>
                <a:lnTo>
                  <a:pt x="49644" y="297853"/>
                </a:lnTo>
                <a:lnTo>
                  <a:pt x="1982762" y="297853"/>
                </a:lnTo>
                <a:lnTo>
                  <a:pt x="2002086" y="293952"/>
                </a:lnTo>
                <a:lnTo>
                  <a:pt x="2017866" y="283313"/>
                </a:lnTo>
                <a:lnTo>
                  <a:pt x="2028505" y="267533"/>
                </a:lnTo>
                <a:lnTo>
                  <a:pt x="2032406" y="248208"/>
                </a:lnTo>
                <a:lnTo>
                  <a:pt x="2032406" y="49644"/>
                </a:lnTo>
                <a:lnTo>
                  <a:pt x="2028505" y="30319"/>
                </a:lnTo>
                <a:lnTo>
                  <a:pt x="2017866" y="14539"/>
                </a:lnTo>
                <a:lnTo>
                  <a:pt x="2002086" y="3901"/>
                </a:lnTo>
                <a:lnTo>
                  <a:pt x="1982762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3722888" y="4916241"/>
            <a:ext cx="36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Сет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2888870" y="3669292"/>
            <a:ext cx="2028825" cy="314325"/>
          </a:xfrm>
          <a:custGeom>
            <a:avLst/>
            <a:gdLst/>
            <a:ahLst/>
            <a:cxnLst/>
            <a:rect l="l" t="t" r="r" b="b"/>
            <a:pathLst>
              <a:path w="2028825" h="314325">
                <a:moveTo>
                  <a:pt x="1975942" y="0"/>
                </a:moveTo>
                <a:lnTo>
                  <a:pt x="52323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3" y="313943"/>
                </a:lnTo>
                <a:lnTo>
                  <a:pt x="1975942" y="313943"/>
                </a:lnTo>
                <a:lnTo>
                  <a:pt x="1996306" y="309831"/>
                </a:lnTo>
                <a:lnTo>
                  <a:pt x="2012938" y="298616"/>
                </a:lnTo>
                <a:lnTo>
                  <a:pt x="2024153" y="281984"/>
                </a:lnTo>
                <a:lnTo>
                  <a:pt x="2028266" y="261619"/>
                </a:lnTo>
                <a:lnTo>
                  <a:pt x="2028266" y="52323"/>
                </a:lnTo>
                <a:lnTo>
                  <a:pt x="2024153" y="31959"/>
                </a:lnTo>
                <a:lnTo>
                  <a:pt x="2012938" y="15327"/>
                </a:lnTo>
                <a:lnTo>
                  <a:pt x="1996306" y="4112"/>
                </a:lnTo>
                <a:lnTo>
                  <a:pt x="1975942" y="0"/>
                </a:lnTo>
                <a:close/>
              </a:path>
            </a:pathLst>
          </a:custGeom>
          <a:solidFill>
            <a:srgbClr val="A7A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888870" y="3669292"/>
            <a:ext cx="2028825" cy="314325"/>
          </a:xfrm>
          <a:custGeom>
            <a:avLst/>
            <a:gdLst/>
            <a:ahLst/>
            <a:cxnLst/>
            <a:rect l="l" t="t" r="r" b="b"/>
            <a:pathLst>
              <a:path w="2028825" h="314325">
                <a:moveTo>
                  <a:pt x="2028266" y="52323"/>
                </a:moveTo>
                <a:lnTo>
                  <a:pt x="2024153" y="31959"/>
                </a:lnTo>
                <a:lnTo>
                  <a:pt x="2012938" y="15327"/>
                </a:lnTo>
                <a:lnTo>
                  <a:pt x="1996306" y="4112"/>
                </a:lnTo>
                <a:lnTo>
                  <a:pt x="1975942" y="0"/>
                </a:lnTo>
                <a:lnTo>
                  <a:pt x="52323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3" y="313943"/>
                </a:lnTo>
                <a:lnTo>
                  <a:pt x="1975942" y="313943"/>
                </a:lnTo>
                <a:lnTo>
                  <a:pt x="1996306" y="309831"/>
                </a:lnTo>
                <a:lnTo>
                  <a:pt x="2012938" y="298616"/>
                </a:lnTo>
                <a:lnTo>
                  <a:pt x="2024153" y="281984"/>
                </a:lnTo>
                <a:lnTo>
                  <a:pt x="2028266" y="261619"/>
                </a:lnTo>
                <a:lnTo>
                  <a:pt x="2028266" y="523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3318202" y="3694691"/>
            <a:ext cx="1170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Виртуализация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163326" y="1170362"/>
            <a:ext cx="1478280" cy="50545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05"/>
              </a:spcBef>
            </a:pPr>
            <a:r>
              <a:rPr sz="1600" spc="10" dirty="0">
                <a:latin typeface="Segoe UI Light"/>
                <a:cs typeface="Segoe UI Light"/>
              </a:rPr>
              <a:t>HaaS</a:t>
            </a:r>
            <a:endParaRPr sz="16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000" spc="-5" dirty="0">
                <a:latin typeface="Segoe UI Light"/>
                <a:cs typeface="Segoe UI Light"/>
              </a:rPr>
              <a:t>Оборудование</a:t>
            </a:r>
            <a:r>
              <a:rPr sz="1000" spc="-20" dirty="0">
                <a:latin typeface="Segoe UI Light"/>
                <a:cs typeface="Segoe UI Light"/>
              </a:rPr>
              <a:t> </a:t>
            </a:r>
            <a:r>
              <a:rPr sz="1000" spc="-10" dirty="0">
                <a:latin typeface="Segoe UI Light"/>
                <a:cs typeface="Segoe UI Light"/>
              </a:rPr>
              <a:t>как</a:t>
            </a:r>
            <a:r>
              <a:rPr sz="1000" spc="-5" dirty="0">
                <a:latin typeface="Segoe UI Light"/>
                <a:cs typeface="Segoe UI Light"/>
              </a:rPr>
              <a:t> сервис</a:t>
            </a:r>
            <a:endParaRPr sz="1000">
              <a:latin typeface="Segoe UI Light"/>
              <a:cs typeface="Segoe UI Light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2893637" y="1806019"/>
            <a:ext cx="2019300" cy="318135"/>
            <a:chOff x="2893637" y="1806019"/>
            <a:chExt cx="2019300" cy="318135"/>
          </a:xfrm>
        </p:grpSpPr>
        <p:sp>
          <p:nvSpPr>
            <p:cNvPr id="138" name="object 138"/>
            <p:cNvSpPr/>
            <p:nvPr/>
          </p:nvSpPr>
          <p:spPr>
            <a:xfrm>
              <a:off x="2898400" y="1810782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1957844" y="0"/>
                  </a:move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898400" y="1810782"/>
              <a:ext cx="2009775" cy="308610"/>
            </a:xfrm>
            <a:custGeom>
              <a:avLst/>
              <a:gdLst/>
              <a:ahLst/>
              <a:cxnLst/>
              <a:rect l="l" t="t" r="r" b="b"/>
              <a:pathLst>
                <a:path w="2009775" h="308610">
                  <a:moveTo>
                    <a:pt x="2009216" y="51371"/>
                  </a:moveTo>
                  <a:lnTo>
                    <a:pt x="2005179" y="31375"/>
                  </a:lnTo>
                  <a:lnTo>
                    <a:pt x="1994169" y="15046"/>
                  </a:lnTo>
                  <a:lnTo>
                    <a:pt x="1977840" y="4037"/>
                  </a:lnTo>
                  <a:lnTo>
                    <a:pt x="1957844" y="0"/>
                  </a:lnTo>
                  <a:lnTo>
                    <a:pt x="51371" y="0"/>
                  </a:lnTo>
                  <a:lnTo>
                    <a:pt x="31375" y="4037"/>
                  </a:lnTo>
                  <a:lnTo>
                    <a:pt x="15046" y="15046"/>
                  </a:lnTo>
                  <a:lnTo>
                    <a:pt x="4037" y="31375"/>
                  </a:lnTo>
                  <a:lnTo>
                    <a:pt x="0" y="51371"/>
                  </a:lnTo>
                  <a:lnTo>
                    <a:pt x="0" y="256857"/>
                  </a:lnTo>
                  <a:lnTo>
                    <a:pt x="4037" y="276853"/>
                  </a:lnTo>
                  <a:lnTo>
                    <a:pt x="15046" y="293182"/>
                  </a:lnTo>
                  <a:lnTo>
                    <a:pt x="31375" y="304191"/>
                  </a:lnTo>
                  <a:lnTo>
                    <a:pt x="51371" y="308229"/>
                  </a:lnTo>
                  <a:lnTo>
                    <a:pt x="1957844" y="308229"/>
                  </a:lnTo>
                  <a:lnTo>
                    <a:pt x="1977840" y="304191"/>
                  </a:lnTo>
                  <a:lnTo>
                    <a:pt x="1994169" y="293182"/>
                  </a:lnTo>
                  <a:lnTo>
                    <a:pt x="2005179" y="276853"/>
                  </a:lnTo>
                  <a:lnTo>
                    <a:pt x="2009216" y="256857"/>
                  </a:lnTo>
                  <a:lnTo>
                    <a:pt x="2009216" y="513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3021371" y="1833323"/>
            <a:ext cx="1763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Клиентские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устройства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2888423" y="2157139"/>
            <a:ext cx="2029460" cy="287655"/>
            <a:chOff x="2888423" y="2157139"/>
            <a:chExt cx="2029460" cy="287655"/>
          </a:xfrm>
        </p:grpSpPr>
        <p:sp>
          <p:nvSpPr>
            <p:cNvPr id="142" name="object 142"/>
            <p:cNvSpPr/>
            <p:nvPr/>
          </p:nvSpPr>
          <p:spPr>
            <a:xfrm>
              <a:off x="2893185" y="2161901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5" h="278130">
                  <a:moveTo>
                    <a:pt x="1973338" y="0"/>
                  </a:move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893185" y="2161901"/>
              <a:ext cx="2019935" cy="278130"/>
            </a:xfrm>
            <a:custGeom>
              <a:avLst/>
              <a:gdLst/>
              <a:ahLst/>
              <a:cxnLst/>
              <a:rect l="l" t="t" r="r" b="b"/>
              <a:pathLst>
                <a:path w="2019935" h="278130">
                  <a:moveTo>
                    <a:pt x="2019642" y="46304"/>
                  </a:moveTo>
                  <a:lnTo>
                    <a:pt x="2016004" y="28283"/>
                  </a:lnTo>
                  <a:lnTo>
                    <a:pt x="2006082" y="13565"/>
                  </a:lnTo>
                  <a:lnTo>
                    <a:pt x="1991364" y="3639"/>
                  </a:lnTo>
                  <a:lnTo>
                    <a:pt x="1973338" y="0"/>
                  </a:lnTo>
                  <a:lnTo>
                    <a:pt x="46304" y="0"/>
                  </a:lnTo>
                  <a:lnTo>
                    <a:pt x="28278" y="3639"/>
                  </a:lnTo>
                  <a:lnTo>
                    <a:pt x="13560" y="13565"/>
                  </a:lnTo>
                  <a:lnTo>
                    <a:pt x="3638" y="28283"/>
                  </a:lnTo>
                  <a:lnTo>
                    <a:pt x="0" y="46304"/>
                  </a:lnTo>
                  <a:lnTo>
                    <a:pt x="0" y="231495"/>
                  </a:lnTo>
                  <a:lnTo>
                    <a:pt x="3638" y="249521"/>
                  </a:lnTo>
                  <a:lnTo>
                    <a:pt x="13560" y="264239"/>
                  </a:lnTo>
                  <a:lnTo>
                    <a:pt x="28278" y="274161"/>
                  </a:lnTo>
                  <a:lnTo>
                    <a:pt x="46304" y="277799"/>
                  </a:lnTo>
                  <a:lnTo>
                    <a:pt x="1973338" y="277799"/>
                  </a:lnTo>
                  <a:lnTo>
                    <a:pt x="1991364" y="274161"/>
                  </a:lnTo>
                  <a:lnTo>
                    <a:pt x="2006082" y="264239"/>
                  </a:lnTo>
                  <a:lnTo>
                    <a:pt x="2016004" y="249521"/>
                  </a:lnTo>
                  <a:lnTo>
                    <a:pt x="2019642" y="231495"/>
                  </a:lnTo>
                  <a:lnTo>
                    <a:pt x="2019642" y="463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3405165" y="2169231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Приложения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2880199" y="5420095"/>
            <a:ext cx="2045970" cy="314325"/>
          </a:xfrm>
          <a:custGeom>
            <a:avLst/>
            <a:gdLst/>
            <a:ahLst/>
            <a:cxnLst/>
            <a:rect l="l" t="t" r="r" b="b"/>
            <a:pathLst>
              <a:path w="2045970" h="314325">
                <a:moveTo>
                  <a:pt x="1993290" y="0"/>
                </a:moveTo>
                <a:lnTo>
                  <a:pt x="52324" y="0"/>
                </a:lnTo>
                <a:lnTo>
                  <a:pt x="31959" y="4112"/>
                </a:lnTo>
                <a:lnTo>
                  <a:pt x="15327" y="15327"/>
                </a:lnTo>
                <a:lnTo>
                  <a:pt x="4112" y="31959"/>
                </a:lnTo>
                <a:lnTo>
                  <a:pt x="0" y="52323"/>
                </a:lnTo>
                <a:lnTo>
                  <a:pt x="0" y="261619"/>
                </a:lnTo>
                <a:lnTo>
                  <a:pt x="4112" y="281984"/>
                </a:lnTo>
                <a:lnTo>
                  <a:pt x="15327" y="298616"/>
                </a:lnTo>
                <a:lnTo>
                  <a:pt x="31959" y="309831"/>
                </a:lnTo>
                <a:lnTo>
                  <a:pt x="52324" y="313943"/>
                </a:lnTo>
                <a:lnTo>
                  <a:pt x="1993290" y="313943"/>
                </a:lnTo>
                <a:lnTo>
                  <a:pt x="2013655" y="309831"/>
                </a:lnTo>
                <a:lnTo>
                  <a:pt x="2030287" y="298616"/>
                </a:lnTo>
                <a:lnTo>
                  <a:pt x="2041501" y="281984"/>
                </a:lnTo>
                <a:lnTo>
                  <a:pt x="2045614" y="261619"/>
                </a:lnTo>
                <a:lnTo>
                  <a:pt x="2045614" y="52323"/>
                </a:lnTo>
                <a:lnTo>
                  <a:pt x="2041501" y="31959"/>
                </a:lnTo>
                <a:lnTo>
                  <a:pt x="2030287" y="15327"/>
                </a:lnTo>
                <a:lnTo>
                  <a:pt x="2013655" y="4112"/>
                </a:lnTo>
                <a:lnTo>
                  <a:pt x="199329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3408659" y="5445494"/>
            <a:ext cx="988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Размещение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2815657" y="1220312"/>
            <a:ext cx="2200275" cy="4641215"/>
          </a:xfrm>
          <a:custGeom>
            <a:avLst/>
            <a:gdLst/>
            <a:ahLst/>
            <a:cxnLst/>
            <a:rect l="l" t="t" r="r" b="b"/>
            <a:pathLst>
              <a:path w="2200275" h="4641215">
                <a:moveTo>
                  <a:pt x="0" y="149377"/>
                </a:moveTo>
                <a:lnTo>
                  <a:pt x="7615" y="102162"/>
                </a:lnTo>
                <a:lnTo>
                  <a:pt x="28821" y="61156"/>
                </a:lnTo>
                <a:lnTo>
                  <a:pt x="61156" y="28821"/>
                </a:lnTo>
                <a:lnTo>
                  <a:pt x="102162" y="7615"/>
                </a:lnTo>
                <a:lnTo>
                  <a:pt x="149377" y="0"/>
                </a:lnTo>
                <a:lnTo>
                  <a:pt x="2050618" y="0"/>
                </a:lnTo>
                <a:lnTo>
                  <a:pt x="2097833" y="7615"/>
                </a:lnTo>
                <a:lnTo>
                  <a:pt x="2138838" y="28821"/>
                </a:lnTo>
                <a:lnTo>
                  <a:pt x="2171174" y="61156"/>
                </a:lnTo>
                <a:lnTo>
                  <a:pt x="2192380" y="102162"/>
                </a:lnTo>
                <a:lnTo>
                  <a:pt x="2199995" y="149377"/>
                </a:lnTo>
                <a:lnTo>
                  <a:pt x="2199995" y="4491532"/>
                </a:lnTo>
                <a:lnTo>
                  <a:pt x="2192380" y="4538747"/>
                </a:lnTo>
                <a:lnTo>
                  <a:pt x="2171174" y="4579753"/>
                </a:lnTo>
                <a:lnTo>
                  <a:pt x="2138838" y="4612089"/>
                </a:lnTo>
                <a:lnTo>
                  <a:pt x="2097833" y="4633294"/>
                </a:lnTo>
                <a:lnTo>
                  <a:pt x="2050618" y="4640910"/>
                </a:lnTo>
                <a:lnTo>
                  <a:pt x="149377" y="4640910"/>
                </a:lnTo>
                <a:lnTo>
                  <a:pt x="102162" y="4633294"/>
                </a:lnTo>
                <a:lnTo>
                  <a:pt x="61156" y="4612089"/>
                </a:lnTo>
                <a:lnTo>
                  <a:pt x="28821" y="4579753"/>
                </a:lnTo>
                <a:lnTo>
                  <a:pt x="7615" y="4538747"/>
                </a:lnTo>
                <a:lnTo>
                  <a:pt x="0" y="4491532"/>
                </a:lnTo>
                <a:lnTo>
                  <a:pt x="0" y="149377"/>
                </a:lnTo>
                <a:close/>
              </a:path>
            </a:pathLst>
          </a:custGeom>
          <a:ln w="28575">
            <a:solidFill>
              <a:srgbClr val="99003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>
            <a:spLocks noGrp="1"/>
          </p:cNvSpPr>
          <p:nvPr>
            <p:ph type="title"/>
          </p:nvPr>
        </p:nvSpPr>
        <p:spPr>
          <a:xfrm>
            <a:off x="375753" y="171451"/>
            <a:ext cx="10139847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Segoe UI"/>
                <a:cs typeface="Segoe UI"/>
              </a:rPr>
              <a:t>Современные</a:t>
            </a:r>
            <a:r>
              <a:rPr sz="320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модели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аутсорсинга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v2.0</a:t>
            </a:r>
          </a:p>
        </p:txBody>
      </p:sp>
    </p:spTree>
    <p:extLst>
      <p:ext uri="{BB962C8B-B14F-4D97-AF65-F5344CB8AC3E}">
        <p14:creationId xmlns:p14="http://schemas.microsoft.com/office/powerpoint/2010/main" val="3028282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193" y="4293100"/>
            <a:ext cx="3169285" cy="1971675"/>
          </a:xfrm>
          <a:custGeom>
            <a:avLst/>
            <a:gdLst/>
            <a:ahLst/>
            <a:cxnLst/>
            <a:rect l="l" t="t" r="r" b="b"/>
            <a:pathLst>
              <a:path w="3169285" h="1971675">
                <a:moveTo>
                  <a:pt x="1776387" y="0"/>
                </a:moveTo>
                <a:lnTo>
                  <a:pt x="1723384" y="1570"/>
                </a:lnTo>
                <a:lnTo>
                  <a:pt x="1671293" y="6202"/>
                </a:lnTo>
                <a:lnTo>
                  <a:pt x="1620189" y="13779"/>
                </a:lnTo>
                <a:lnTo>
                  <a:pt x="1570145" y="24185"/>
                </a:lnTo>
                <a:lnTo>
                  <a:pt x="1521234" y="37302"/>
                </a:lnTo>
                <a:lnTo>
                  <a:pt x="1473532" y="53015"/>
                </a:lnTo>
                <a:lnTo>
                  <a:pt x="1427112" y="71204"/>
                </a:lnTo>
                <a:lnTo>
                  <a:pt x="1382048" y="91755"/>
                </a:lnTo>
                <a:lnTo>
                  <a:pt x="1338413" y="114550"/>
                </a:lnTo>
                <a:lnTo>
                  <a:pt x="1296283" y="139471"/>
                </a:lnTo>
                <a:lnTo>
                  <a:pt x="1255731" y="166403"/>
                </a:lnTo>
                <a:lnTo>
                  <a:pt x="1216830" y="195228"/>
                </a:lnTo>
                <a:lnTo>
                  <a:pt x="1179655" y="225830"/>
                </a:lnTo>
                <a:lnTo>
                  <a:pt x="1144280" y="258091"/>
                </a:lnTo>
                <a:lnTo>
                  <a:pt x="1110778" y="291895"/>
                </a:lnTo>
                <a:lnTo>
                  <a:pt x="1079225" y="327125"/>
                </a:lnTo>
                <a:lnTo>
                  <a:pt x="1049693" y="363664"/>
                </a:lnTo>
                <a:lnTo>
                  <a:pt x="1011093" y="342994"/>
                </a:lnTo>
                <a:lnTo>
                  <a:pt x="968619" y="326917"/>
                </a:lnTo>
                <a:lnTo>
                  <a:pt x="923240" y="315434"/>
                </a:lnTo>
                <a:lnTo>
                  <a:pt x="875926" y="308544"/>
                </a:lnTo>
                <a:lnTo>
                  <a:pt x="827646" y="306247"/>
                </a:lnTo>
                <a:lnTo>
                  <a:pt x="770263" y="309260"/>
                </a:lnTo>
                <a:lnTo>
                  <a:pt x="718488" y="317589"/>
                </a:lnTo>
                <a:lnTo>
                  <a:pt x="671199" y="330173"/>
                </a:lnTo>
                <a:lnTo>
                  <a:pt x="627275" y="345947"/>
                </a:lnTo>
                <a:lnTo>
                  <a:pt x="585593" y="363849"/>
                </a:lnTo>
                <a:lnTo>
                  <a:pt x="545033" y="382816"/>
                </a:lnTo>
                <a:lnTo>
                  <a:pt x="500175" y="416106"/>
                </a:lnTo>
                <a:lnTo>
                  <a:pt x="459803" y="452074"/>
                </a:lnTo>
                <a:lnTo>
                  <a:pt x="423917" y="490564"/>
                </a:lnTo>
                <a:lnTo>
                  <a:pt x="392516" y="531418"/>
                </a:lnTo>
                <a:lnTo>
                  <a:pt x="365601" y="574477"/>
                </a:lnTo>
                <a:lnTo>
                  <a:pt x="343170" y="619584"/>
                </a:lnTo>
                <a:lnTo>
                  <a:pt x="325226" y="666582"/>
                </a:lnTo>
                <a:lnTo>
                  <a:pt x="311767" y="715313"/>
                </a:lnTo>
                <a:lnTo>
                  <a:pt x="302793" y="765619"/>
                </a:lnTo>
                <a:lnTo>
                  <a:pt x="264812" y="791666"/>
                </a:lnTo>
                <a:lnTo>
                  <a:pt x="228817" y="820475"/>
                </a:lnTo>
                <a:lnTo>
                  <a:pt x="194940" y="851879"/>
                </a:lnTo>
                <a:lnTo>
                  <a:pt x="163315" y="885711"/>
                </a:lnTo>
                <a:lnTo>
                  <a:pt x="134073" y="921802"/>
                </a:lnTo>
                <a:lnTo>
                  <a:pt x="107347" y="959987"/>
                </a:lnTo>
                <a:lnTo>
                  <a:pt x="83269" y="1000096"/>
                </a:lnTo>
                <a:lnTo>
                  <a:pt x="61971" y="1041963"/>
                </a:lnTo>
                <a:lnTo>
                  <a:pt x="43587" y="1085420"/>
                </a:lnTo>
                <a:lnTo>
                  <a:pt x="28249" y="1130300"/>
                </a:lnTo>
                <a:lnTo>
                  <a:pt x="16088" y="1176435"/>
                </a:lnTo>
                <a:lnTo>
                  <a:pt x="7238" y="1223658"/>
                </a:lnTo>
                <a:lnTo>
                  <a:pt x="1831" y="1271802"/>
                </a:lnTo>
                <a:lnTo>
                  <a:pt x="0" y="1320698"/>
                </a:lnTo>
                <a:lnTo>
                  <a:pt x="1765" y="1369380"/>
                </a:lnTo>
                <a:lnTo>
                  <a:pt x="6984" y="1416922"/>
                </a:lnTo>
                <a:lnTo>
                  <a:pt x="15537" y="1463223"/>
                </a:lnTo>
                <a:lnTo>
                  <a:pt x="27308" y="1508185"/>
                </a:lnTo>
                <a:lnTo>
                  <a:pt x="42178" y="1551708"/>
                </a:lnTo>
                <a:lnTo>
                  <a:pt x="60031" y="1593694"/>
                </a:lnTo>
                <a:lnTo>
                  <a:pt x="80747" y="1634042"/>
                </a:lnTo>
                <a:lnTo>
                  <a:pt x="104210" y="1672655"/>
                </a:lnTo>
                <a:lnTo>
                  <a:pt x="130302" y="1709432"/>
                </a:lnTo>
                <a:lnTo>
                  <a:pt x="158904" y="1744274"/>
                </a:lnTo>
                <a:lnTo>
                  <a:pt x="189900" y="1777083"/>
                </a:lnTo>
                <a:lnTo>
                  <a:pt x="223171" y="1807758"/>
                </a:lnTo>
                <a:lnTo>
                  <a:pt x="258600" y="1836201"/>
                </a:lnTo>
                <a:lnTo>
                  <a:pt x="296069" y="1862313"/>
                </a:lnTo>
                <a:lnTo>
                  <a:pt x="335461" y="1885995"/>
                </a:lnTo>
                <a:lnTo>
                  <a:pt x="376657" y="1907146"/>
                </a:lnTo>
                <a:lnTo>
                  <a:pt x="419540" y="1925669"/>
                </a:lnTo>
                <a:lnTo>
                  <a:pt x="463992" y="1941463"/>
                </a:lnTo>
                <a:lnTo>
                  <a:pt x="509896" y="1954430"/>
                </a:lnTo>
                <a:lnTo>
                  <a:pt x="557133" y="1964470"/>
                </a:lnTo>
                <a:lnTo>
                  <a:pt x="605586" y="1971484"/>
                </a:lnTo>
                <a:lnTo>
                  <a:pt x="2583840" y="1971484"/>
                </a:lnTo>
                <a:lnTo>
                  <a:pt x="2631808" y="1969642"/>
                </a:lnTo>
                <a:lnTo>
                  <a:pt x="2678717" y="1964210"/>
                </a:lnTo>
                <a:lnTo>
                  <a:pt x="2724414" y="1955334"/>
                </a:lnTo>
                <a:lnTo>
                  <a:pt x="2768749" y="1943156"/>
                </a:lnTo>
                <a:lnTo>
                  <a:pt x="2811570" y="1927819"/>
                </a:lnTo>
                <a:lnTo>
                  <a:pt x="2852725" y="1909468"/>
                </a:lnTo>
                <a:lnTo>
                  <a:pt x="2892063" y="1888245"/>
                </a:lnTo>
                <a:lnTo>
                  <a:pt x="2929433" y="1864296"/>
                </a:lnTo>
                <a:lnTo>
                  <a:pt x="2964684" y="1837762"/>
                </a:lnTo>
                <a:lnTo>
                  <a:pt x="2997663" y="1808787"/>
                </a:lnTo>
                <a:lnTo>
                  <a:pt x="3028220" y="1777516"/>
                </a:lnTo>
                <a:lnTo>
                  <a:pt x="3056203" y="1744092"/>
                </a:lnTo>
                <a:lnTo>
                  <a:pt x="3081461" y="1708658"/>
                </a:lnTo>
                <a:lnTo>
                  <a:pt x="3103843" y="1671357"/>
                </a:lnTo>
                <a:lnTo>
                  <a:pt x="3123197" y="1632334"/>
                </a:lnTo>
                <a:lnTo>
                  <a:pt x="3139371" y="1591732"/>
                </a:lnTo>
                <a:lnTo>
                  <a:pt x="3152214" y="1549695"/>
                </a:lnTo>
                <a:lnTo>
                  <a:pt x="3161576" y="1506366"/>
                </a:lnTo>
                <a:lnTo>
                  <a:pt x="3167303" y="1461888"/>
                </a:lnTo>
                <a:lnTo>
                  <a:pt x="3169246" y="1416405"/>
                </a:lnTo>
                <a:lnTo>
                  <a:pt x="3167218" y="1369108"/>
                </a:lnTo>
                <a:lnTo>
                  <a:pt x="3161244" y="1323012"/>
                </a:lnTo>
                <a:lnTo>
                  <a:pt x="3151490" y="1278256"/>
                </a:lnTo>
                <a:lnTo>
                  <a:pt x="3138123" y="1234976"/>
                </a:lnTo>
                <a:lnTo>
                  <a:pt x="3121308" y="1193311"/>
                </a:lnTo>
                <a:lnTo>
                  <a:pt x="3101212" y="1153398"/>
                </a:lnTo>
                <a:lnTo>
                  <a:pt x="3078000" y="1115376"/>
                </a:lnTo>
                <a:lnTo>
                  <a:pt x="3051840" y="1079382"/>
                </a:lnTo>
                <a:lnTo>
                  <a:pt x="3022896" y="1045554"/>
                </a:lnTo>
                <a:lnTo>
                  <a:pt x="2991336" y="1014030"/>
                </a:lnTo>
                <a:lnTo>
                  <a:pt x="2957325" y="984948"/>
                </a:lnTo>
                <a:lnTo>
                  <a:pt x="2921030" y="958446"/>
                </a:lnTo>
                <a:lnTo>
                  <a:pt x="2882616" y="934661"/>
                </a:lnTo>
                <a:lnTo>
                  <a:pt x="2842250" y="913732"/>
                </a:lnTo>
                <a:lnTo>
                  <a:pt x="2800098" y="895796"/>
                </a:lnTo>
                <a:lnTo>
                  <a:pt x="2756326" y="880991"/>
                </a:lnTo>
                <a:lnTo>
                  <a:pt x="2711100" y="869455"/>
                </a:lnTo>
                <a:lnTo>
                  <a:pt x="2664587" y="861326"/>
                </a:lnTo>
                <a:lnTo>
                  <a:pt x="2664587" y="823048"/>
                </a:lnTo>
                <a:lnTo>
                  <a:pt x="2663160" y="775878"/>
                </a:lnTo>
                <a:lnTo>
                  <a:pt x="2658932" y="729457"/>
                </a:lnTo>
                <a:lnTo>
                  <a:pt x="2651983" y="683851"/>
                </a:lnTo>
                <a:lnTo>
                  <a:pt x="2642392" y="639125"/>
                </a:lnTo>
                <a:lnTo>
                  <a:pt x="2630238" y="595345"/>
                </a:lnTo>
                <a:lnTo>
                  <a:pt x="2615602" y="552579"/>
                </a:lnTo>
                <a:lnTo>
                  <a:pt x="2598561" y="510890"/>
                </a:lnTo>
                <a:lnTo>
                  <a:pt x="2579197" y="470346"/>
                </a:lnTo>
                <a:lnTo>
                  <a:pt x="2557588" y="431012"/>
                </a:lnTo>
                <a:lnTo>
                  <a:pt x="2533814" y="392954"/>
                </a:lnTo>
                <a:lnTo>
                  <a:pt x="2507954" y="356239"/>
                </a:lnTo>
                <a:lnTo>
                  <a:pt x="2480088" y="320931"/>
                </a:lnTo>
                <a:lnTo>
                  <a:pt x="2450295" y="287098"/>
                </a:lnTo>
                <a:lnTo>
                  <a:pt x="2418655" y="254804"/>
                </a:lnTo>
                <a:lnTo>
                  <a:pt x="2385246" y="224116"/>
                </a:lnTo>
                <a:lnTo>
                  <a:pt x="2350149" y="195099"/>
                </a:lnTo>
                <a:lnTo>
                  <a:pt x="2313443" y="167820"/>
                </a:lnTo>
                <a:lnTo>
                  <a:pt x="2275208" y="142345"/>
                </a:lnTo>
                <a:lnTo>
                  <a:pt x="2235522" y="118739"/>
                </a:lnTo>
                <a:lnTo>
                  <a:pt x="2194466" y="97068"/>
                </a:lnTo>
                <a:lnTo>
                  <a:pt x="2152118" y="77399"/>
                </a:lnTo>
                <a:lnTo>
                  <a:pt x="2108559" y="59797"/>
                </a:lnTo>
                <a:lnTo>
                  <a:pt x="2063867" y="44328"/>
                </a:lnTo>
                <a:lnTo>
                  <a:pt x="2018122" y="31058"/>
                </a:lnTo>
                <a:lnTo>
                  <a:pt x="1971404" y="20052"/>
                </a:lnTo>
                <a:lnTo>
                  <a:pt x="1923792" y="11378"/>
                </a:lnTo>
                <a:lnTo>
                  <a:pt x="1875365" y="5101"/>
                </a:lnTo>
                <a:lnTo>
                  <a:pt x="1826204" y="1286"/>
                </a:lnTo>
                <a:lnTo>
                  <a:pt x="177638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1588" y="353396"/>
            <a:ext cx="3785235" cy="2354580"/>
          </a:xfrm>
          <a:custGeom>
            <a:avLst/>
            <a:gdLst/>
            <a:ahLst/>
            <a:cxnLst/>
            <a:rect l="l" t="t" r="r" b="b"/>
            <a:pathLst>
              <a:path w="3785235" h="2354580">
                <a:moveTo>
                  <a:pt x="2121471" y="0"/>
                </a:moveTo>
                <a:lnTo>
                  <a:pt x="2067599" y="1357"/>
                </a:lnTo>
                <a:lnTo>
                  <a:pt x="2014504" y="5371"/>
                </a:lnTo>
                <a:lnTo>
                  <a:pt x="1962241" y="11957"/>
                </a:lnTo>
                <a:lnTo>
                  <a:pt x="1910864" y="21029"/>
                </a:lnTo>
                <a:lnTo>
                  <a:pt x="1860428" y="32501"/>
                </a:lnTo>
                <a:lnTo>
                  <a:pt x="1810986" y="46288"/>
                </a:lnTo>
                <a:lnTo>
                  <a:pt x="1762592" y="62303"/>
                </a:lnTo>
                <a:lnTo>
                  <a:pt x="1715302" y="80461"/>
                </a:lnTo>
                <a:lnTo>
                  <a:pt x="1669169" y="100677"/>
                </a:lnTo>
                <a:lnTo>
                  <a:pt x="1624247" y="122864"/>
                </a:lnTo>
                <a:lnTo>
                  <a:pt x="1580591" y="146937"/>
                </a:lnTo>
                <a:lnTo>
                  <a:pt x="1538255" y="172810"/>
                </a:lnTo>
                <a:lnTo>
                  <a:pt x="1497293" y="200398"/>
                </a:lnTo>
                <a:lnTo>
                  <a:pt x="1457759" y="229614"/>
                </a:lnTo>
                <a:lnTo>
                  <a:pt x="1419708" y="260373"/>
                </a:lnTo>
                <a:lnTo>
                  <a:pt x="1383194" y="292590"/>
                </a:lnTo>
                <a:lnTo>
                  <a:pt x="1348271" y="326178"/>
                </a:lnTo>
                <a:lnTo>
                  <a:pt x="1314994" y="361052"/>
                </a:lnTo>
                <a:lnTo>
                  <a:pt x="1283415" y="397126"/>
                </a:lnTo>
                <a:lnTo>
                  <a:pt x="1253591" y="434314"/>
                </a:lnTo>
                <a:lnTo>
                  <a:pt x="1215531" y="413359"/>
                </a:lnTo>
                <a:lnTo>
                  <a:pt x="1174123" y="396214"/>
                </a:lnTo>
                <a:lnTo>
                  <a:pt x="1130038" y="382879"/>
                </a:lnTo>
                <a:lnTo>
                  <a:pt x="1083945" y="373354"/>
                </a:lnTo>
                <a:lnTo>
                  <a:pt x="1036514" y="367639"/>
                </a:lnTo>
                <a:lnTo>
                  <a:pt x="988415" y="365734"/>
                </a:lnTo>
                <a:lnTo>
                  <a:pt x="929233" y="368400"/>
                </a:lnTo>
                <a:lnTo>
                  <a:pt x="875112" y="375864"/>
                </a:lnTo>
                <a:lnTo>
                  <a:pt x="825208" y="387328"/>
                </a:lnTo>
                <a:lnTo>
                  <a:pt x="778679" y="401990"/>
                </a:lnTo>
                <a:lnTo>
                  <a:pt x="734680" y="419052"/>
                </a:lnTo>
                <a:lnTo>
                  <a:pt x="692368" y="437713"/>
                </a:lnTo>
                <a:lnTo>
                  <a:pt x="650900" y="457174"/>
                </a:lnTo>
                <a:lnTo>
                  <a:pt x="606671" y="489463"/>
                </a:lnTo>
                <a:lnTo>
                  <a:pt x="566029" y="523915"/>
                </a:lnTo>
                <a:lnTo>
                  <a:pt x="528972" y="560428"/>
                </a:lnTo>
                <a:lnTo>
                  <a:pt x="495501" y="598898"/>
                </a:lnTo>
                <a:lnTo>
                  <a:pt x="465616" y="639223"/>
                </a:lnTo>
                <a:lnTo>
                  <a:pt x="439316" y="681299"/>
                </a:lnTo>
                <a:lnTo>
                  <a:pt x="416603" y="725024"/>
                </a:lnTo>
                <a:lnTo>
                  <a:pt x="397475" y="770294"/>
                </a:lnTo>
                <a:lnTo>
                  <a:pt x="381933" y="817007"/>
                </a:lnTo>
                <a:lnTo>
                  <a:pt x="369977" y="865060"/>
                </a:lnTo>
                <a:lnTo>
                  <a:pt x="361607" y="914349"/>
                </a:lnTo>
                <a:lnTo>
                  <a:pt x="321791" y="941383"/>
                </a:lnTo>
                <a:lnTo>
                  <a:pt x="283776" y="970962"/>
                </a:lnTo>
                <a:lnTo>
                  <a:pt x="247668" y="1002952"/>
                </a:lnTo>
                <a:lnTo>
                  <a:pt x="213573" y="1037219"/>
                </a:lnTo>
                <a:lnTo>
                  <a:pt x="181596" y="1073629"/>
                </a:lnTo>
                <a:lnTo>
                  <a:pt x="151845" y="1112047"/>
                </a:lnTo>
                <a:lnTo>
                  <a:pt x="124424" y="1152341"/>
                </a:lnTo>
                <a:lnTo>
                  <a:pt x="99441" y="1194376"/>
                </a:lnTo>
                <a:lnTo>
                  <a:pt x="76999" y="1238018"/>
                </a:lnTo>
                <a:lnTo>
                  <a:pt x="57206" y="1283133"/>
                </a:lnTo>
                <a:lnTo>
                  <a:pt x="40168" y="1329588"/>
                </a:lnTo>
                <a:lnTo>
                  <a:pt x="25990" y="1377248"/>
                </a:lnTo>
                <a:lnTo>
                  <a:pt x="14778" y="1425979"/>
                </a:lnTo>
                <a:lnTo>
                  <a:pt x="6638" y="1475648"/>
                </a:lnTo>
                <a:lnTo>
                  <a:pt x="1677" y="1526121"/>
                </a:lnTo>
                <a:lnTo>
                  <a:pt x="0" y="1577263"/>
                </a:lnTo>
                <a:lnTo>
                  <a:pt x="1490" y="1626189"/>
                </a:lnTo>
                <a:lnTo>
                  <a:pt x="5906" y="1674166"/>
                </a:lnTo>
                <a:lnTo>
                  <a:pt x="13163" y="1721125"/>
                </a:lnTo>
                <a:lnTo>
                  <a:pt x="23180" y="1766995"/>
                </a:lnTo>
                <a:lnTo>
                  <a:pt x="35872" y="1811707"/>
                </a:lnTo>
                <a:lnTo>
                  <a:pt x="51155" y="1855189"/>
                </a:lnTo>
                <a:lnTo>
                  <a:pt x="68948" y="1897372"/>
                </a:lnTo>
                <a:lnTo>
                  <a:pt x="89166" y="1938186"/>
                </a:lnTo>
                <a:lnTo>
                  <a:pt x="111726" y="1977561"/>
                </a:lnTo>
                <a:lnTo>
                  <a:pt x="136545" y="2015425"/>
                </a:lnTo>
                <a:lnTo>
                  <a:pt x="163539" y="2051709"/>
                </a:lnTo>
                <a:lnTo>
                  <a:pt x="192625" y="2086343"/>
                </a:lnTo>
                <a:lnTo>
                  <a:pt x="223721" y="2119257"/>
                </a:lnTo>
                <a:lnTo>
                  <a:pt x="256741" y="2150380"/>
                </a:lnTo>
                <a:lnTo>
                  <a:pt x="291604" y="2179642"/>
                </a:lnTo>
                <a:lnTo>
                  <a:pt x="328226" y="2206973"/>
                </a:lnTo>
                <a:lnTo>
                  <a:pt x="366524" y="2232302"/>
                </a:lnTo>
                <a:lnTo>
                  <a:pt x="406413" y="2255560"/>
                </a:lnTo>
                <a:lnTo>
                  <a:pt x="447812" y="2276676"/>
                </a:lnTo>
                <a:lnTo>
                  <a:pt x="490636" y="2295581"/>
                </a:lnTo>
                <a:lnTo>
                  <a:pt x="534803" y="2312203"/>
                </a:lnTo>
                <a:lnTo>
                  <a:pt x="580229" y="2326472"/>
                </a:lnTo>
                <a:lnTo>
                  <a:pt x="626830" y="2338320"/>
                </a:lnTo>
                <a:lnTo>
                  <a:pt x="674524" y="2347674"/>
                </a:lnTo>
                <a:lnTo>
                  <a:pt x="723226" y="2354465"/>
                </a:lnTo>
                <a:lnTo>
                  <a:pt x="3085769" y="2354465"/>
                </a:lnTo>
                <a:lnTo>
                  <a:pt x="3135651" y="2352799"/>
                </a:lnTo>
                <a:lnTo>
                  <a:pt x="3184594" y="2347874"/>
                </a:lnTo>
                <a:lnTo>
                  <a:pt x="3232478" y="2339805"/>
                </a:lnTo>
                <a:lnTo>
                  <a:pt x="3279186" y="2328704"/>
                </a:lnTo>
                <a:lnTo>
                  <a:pt x="3324598" y="2314682"/>
                </a:lnTo>
                <a:lnTo>
                  <a:pt x="3368595" y="2297854"/>
                </a:lnTo>
                <a:lnTo>
                  <a:pt x="3411058" y="2278332"/>
                </a:lnTo>
                <a:lnTo>
                  <a:pt x="3451869" y="2256228"/>
                </a:lnTo>
                <a:lnTo>
                  <a:pt x="3490908" y="2231656"/>
                </a:lnTo>
                <a:lnTo>
                  <a:pt x="3528058" y="2204728"/>
                </a:lnTo>
                <a:lnTo>
                  <a:pt x="3563198" y="2175556"/>
                </a:lnTo>
                <a:lnTo>
                  <a:pt x="3596210" y="2144255"/>
                </a:lnTo>
                <a:lnTo>
                  <a:pt x="3626975" y="2110935"/>
                </a:lnTo>
                <a:lnTo>
                  <a:pt x="3655374" y="2075710"/>
                </a:lnTo>
                <a:lnTo>
                  <a:pt x="3681289" y="2038693"/>
                </a:lnTo>
                <a:lnTo>
                  <a:pt x="3704600" y="1999997"/>
                </a:lnTo>
                <a:lnTo>
                  <a:pt x="3725188" y="1959733"/>
                </a:lnTo>
                <a:lnTo>
                  <a:pt x="3742936" y="1918016"/>
                </a:lnTo>
                <a:lnTo>
                  <a:pt x="3757723" y="1874957"/>
                </a:lnTo>
                <a:lnTo>
                  <a:pt x="3769431" y="1830670"/>
                </a:lnTo>
                <a:lnTo>
                  <a:pt x="3777941" y="1785267"/>
                </a:lnTo>
                <a:lnTo>
                  <a:pt x="3783134" y="1738860"/>
                </a:lnTo>
                <a:lnTo>
                  <a:pt x="3784892" y="1691563"/>
                </a:lnTo>
                <a:lnTo>
                  <a:pt x="3783108" y="1643063"/>
                </a:lnTo>
                <a:lnTo>
                  <a:pt x="3777842" y="1595600"/>
                </a:lnTo>
                <a:lnTo>
                  <a:pt x="3769218" y="1549277"/>
                </a:lnTo>
                <a:lnTo>
                  <a:pt x="3757360" y="1504198"/>
                </a:lnTo>
                <a:lnTo>
                  <a:pt x="3742395" y="1460467"/>
                </a:lnTo>
                <a:lnTo>
                  <a:pt x="3724446" y="1418187"/>
                </a:lnTo>
                <a:lnTo>
                  <a:pt x="3703639" y="1377462"/>
                </a:lnTo>
                <a:lnTo>
                  <a:pt x="3680099" y="1338396"/>
                </a:lnTo>
                <a:lnTo>
                  <a:pt x="3653950" y="1301093"/>
                </a:lnTo>
                <a:lnTo>
                  <a:pt x="3625318" y="1265655"/>
                </a:lnTo>
                <a:lnTo>
                  <a:pt x="3594327" y="1232187"/>
                </a:lnTo>
                <a:lnTo>
                  <a:pt x="3561103" y="1200792"/>
                </a:lnTo>
                <a:lnTo>
                  <a:pt x="3525771" y="1171575"/>
                </a:lnTo>
                <a:lnTo>
                  <a:pt x="3488455" y="1144638"/>
                </a:lnTo>
                <a:lnTo>
                  <a:pt x="3449280" y="1120086"/>
                </a:lnTo>
                <a:lnTo>
                  <a:pt x="3408372" y="1098022"/>
                </a:lnTo>
                <a:lnTo>
                  <a:pt x="3365855" y="1078549"/>
                </a:lnTo>
                <a:lnTo>
                  <a:pt x="3321855" y="1061772"/>
                </a:lnTo>
                <a:lnTo>
                  <a:pt x="3276495" y="1047793"/>
                </a:lnTo>
                <a:lnTo>
                  <a:pt x="3229902" y="1036718"/>
                </a:lnTo>
                <a:lnTo>
                  <a:pt x="3182200" y="1028649"/>
                </a:lnTo>
                <a:lnTo>
                  <a:pt x="3182200" y="982929"/>
                </a:lnTo>
                <a:lnTo>
                  <a:pt x="3181029" y="936192"/>
                </a:lnTo>
                <a:lnTo>
                  <a:pt x="3177549" y="890060"/>
                </a:lnTo>
                <a:lnTo>
                  <a:pt x="3171816" y="844577"/>
                </a:lnTo>
                <a:lnTo>
                  <a:pt x="3163884" y="799789"/>
                </a:lnTo>
                <a:lnTo>
                  <a:pt x="3153805" y="755739"/>
                </a:lnTo>
                <a:lnTo>
                  <a:pt x="3141635" y="712473"/>
                </a:lnTo>
                <a:lnTo>
                  <a:pt x="3127428" y="670036"/>
                </a:lnTo>
                <a:lnTo>
                  <a:pt x="3111236" y="628472"/>
                </a:lnTo>
                <a:lnTo>
                  <a:pt x="3093115" y="587826"/>
                </a:lnTo>
                <a:lnTo>
                  <a:pt x="3073118" y="548143"/>
                </a:lnTo>
                <a:lnTo>
                  <a:pt x="3051300" y="509468"/>
                </a:lnTo>
                <a:lnTo>
                  <a:pt x="3027713" y="471845"/>
                </a:lnTo>
                <a:lnTo>
                  <a:pt x="3002413" y="435320"/>
                </a:lnTo>
                <a:lnTo>
                  <a:pt x="2975453" y="399936"/>
                </a:lnTo>
                <a:lnTo>
                  <a:pt x="2946887" y="365739"/>
                </a:lnTo>
                <a:lnTo>
                  <a:pt x="2916769" y="332774"/>
                </a:lnTo>
                <a:lnTo>
                  <a:pt x="2885154" y="301085"/>
                </a:lnTo>
                <a:lnTo>
                  <a:pt x="2852094" y="270718"/>
                </a:lnTo>
                <a:lnTo>
                  <a:pt x="2817645" y="241716"/>
                </a:lnTo>
                <a:lnTo>
                  <a:pt x="2781859" y="214125"/>
                </a:lnTo>
                <a:lnTo>
                  <a:pt x="2744792" y="187990"/>
                </a:lnTo>
                <a:lnTo>
                  <a:pt x="2706496" y="163354"/>
                </a:lnTo>
                <a:lnTo>
                  <a:pt x="2667027" y="140264"/>
                </a:lnTo>
                <a:lnTo>
                  <a:pt x="2626437" y="118764"/>
                </a:lnTo>
                <a:lnTo>
                  <a:pt x="2584782" y="98898"/>
                </a:lnTo>
                <a:lnTo>
                  <a:pt x="2542115" y="80712"/>
                </a:lnTo>
                <a:lnTo>
                  <a:pt x="2498489" y="64250"/>
                </a:lnTo>
                <a:lnTo>
                  <a:pt x="2453959" y="49557"/>
                </a:lnTo>
                <a:lnTo>
                  <a:pt x="2408579" y="36678"/>
                </a:lnTo>
                <a:lnTo>
                  <a:pt x="2362403" y="25657"/>
                </a:lnTo>
                <a:lnTo>
                  <a:pt x="2315485" y="16540"/>
                </a:lnTo>
                <a:lnTo>
                  <a:pt x="2267879" y="9371"/>
                </a:lnTo>
                <a:lnTo>
                  <a:pt x="2219639" y="4194"/>
                </a:lnTo>
                <a:lnTo>
                  <a:pt x="2170818" y="1056"/>
                </a:lnTo>
                <a:lnTo>
                  <a:pt x="212147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28233" y="561836"/>
            <a:ext cx="2506980" cy="1539240"/>
          </a:xfrm>
          <a:custGeom>
            <a:avLst/>
            <a:gdLst/>
            <a:ahLst/>
            <a:cxnLst/>
            <a:rect l="l" t="t" r="r" b="b"/>
            <a:pathLst>
              <a:path w="2506979" h="1539239">
                <a:moveTo>
                  <a:pt x="1101699" y="0"/>
                </a:moveTo>
                <a:lnTo>
                  <a:pt x="1052098" y="1592"/>
                </a:lnTo>
                <a:lnTo>
                  <a:pt x="1003348" y="6301"/>
                </a:lnTo>
                <a:lnTo>
                  <a:pt x="955575" y="14024"/>
                </a:lnTo>
                <a:lnTo>
                  <a:pt x="908904" y="24657"/>
                </a:lnTo>
                <a:lnTo>
                  <a:pt x="863461" y="38097"/>
                </a:lnTo>
                <a:lnTo>
                  <a:pt x="819373" y="54241"/>
                </a:lnTo>
                <a:lnTo>
                  <a:pt x="776765" y="72986"/>
                </a:lnTo>
                <a:lnTo>
                  <a:pt x="735763" y="94228"/>
                </a:lnTo>
                <a:lnTo>
                  <a:pt x="696494" y="117865"/>
                </a:lnTo>
                <a:lnTo>
                  <a:pt x="659083" y="143793"/>
                </a:lnTo>
                <a:lnTo>
                  <a:pt x="623656" y="171910"/>
                </a:lnTo>
                <a:lnTo>
                  <a:pt x="590340" y="202111"/>
                </a:lnTo>
                <a:lnTo>
                  <a:pt x="559259" y="234295"/>
                </a:lnTo>
                <a:lnTo>
                  <a:pt x="530541" y="268357"/>
                </a:lnTo>
                <a:lnTo>
                  <a:pt x="504311" y="304195"/>
                </a:lnTo>
                <a:lnTo>
                  <a:pt x="480695" y="341705"/>
                </a:lnTo>
                <a:lnTo>
                  <a:pt x="459819" y="380785"/>
                </a:lnTo>
                <a:lnTo>
                  <a:pt x="441810" y="421330"/>
                </a:lnTo>
                <a:lnTo>
                  <a:pt x="426792" y="463239"/>
                </a:lnTo>
                <a:lnTo>
                  <a:pt x="414892" y="506408"/>
                </a:lnTo>
                <a:lnTo>
                  <a:pt x="406236" y="550733"/>
                </a:lnTo>
                <a:lnTo>
                  <a:pt x="400950" y="596112"/>
                </a:lnTo>
                <a:lnTo>
                  <a:pt x="399160" y="642442"/>
                </a:lnTo>
                <a:lnTo>
                  <a:pt x="399160" y="672325"/>
                </a:lnTo>
                <a:lnTo>
                  <a:pt x="352040" y="680977"/>
                </a:lnTo>
                <a:lnTo>
                  <a:pt x="306666" y="693974"/>
                </a:lnTo>
                <a:lnTo>
                  <a:pt x="263317" y="711087"/>
                </a:lnTo>
                <a:lnTo>
                  <a:pt x="222272" y="732088"/>
                </a:lnTo>
                <a:lnTo>
                  <a:pt x="183810" y="756748"/>
                </a:lnTo>
                <a:lnTo>
                  <a:pt x="148212" y="784837"/>
                </a:lnTo>
                <a:lnTo>
                  <a:pt x="115755" y="816128"/>
                </a:lnTo>
                <a:lnTo>
                  <a:pt x="86720" y="850392"/>
                </a:lnTo>
                <a:lnTo>
                  <a:pt x="61386" y="887400"/>
                </a:lnTo>
                <a:lnTo>
                  <a:pt x="40032" y="926924"/>
                </a:lnTo>
                <a:lnTo>
                  <a:pt x="22936" y="968734"/>
                </a:lnTo>
                <a:lnTo>
                  <a:pt x="10380" y="1012602"/>
                </a:lnTo>
                <a:lnTo>
                  <a:pt x="2641" y="1058300"/>
                </a:lnTo>
                <a:lnTo>
                  <a:pt x="0" y="1105598"/>
                </a:lnTo>
                <a:lnTo>
                  <a:pt x="2720" y="1152766"/>
                </a:lnTo>
                <a:lnTo>
                  <a:pt x="10691" y="1198474"/>
                </a:lnTo>
                <a:lnTo>
                  <a:pt x="23629" y="1242454"/>
                </a:lnTo>
                <a:lnTo>
                  <a:pt x="41251" y="1284443"/>
                </a:lnTo>
                <a:lnTo>
                  <a:pt x="63272" y="1324173"/>
                </a:lnTo>
                <a:lnTo>
                  <a:pt x="89410" y="1361381"/>
                </a:lnTo>
                <a:lnTo>
                  <a:pt x="119379" y="1395799"/>
                </a:lnTo>
                <a:lnTo>
                  <a:pt x="152896" y="1427163"/>
                </a:lnTo>
                <a:lnTo>
                  <a:pt x="189678" y="1455206"/>
                </a:lnTo>
                <a:lnTo>
                  <a:pt x="229441" y="1479664"/>
                </a:lnTo>
                <a:lnTo>
                  <a:pt x="271900" y="1500270"/>
                </a:lnTo>
                <a:lnTo>
                  <a:pt x="316772" y="1516760"/>
                </a:lnTo>
                <a:lnTo>
                  <a:pt x="363774" y="1528867"/>
                </a:lnTo>
                <a:lnTo>
                  <a:pt x="412620" y="1536326"/>
                </a:lnTo>
                <a:lnTo>
                  <a:pt x="463029" y="1538871"/>
                </a:lnTo>
                <a:lnTo>
                  <a:pt x="2027758" y="1538871"/>
                </a:lnTo>
                <a:lnTo>
                  <a:pt x="2077869" y="1531196"/>
                </a:lnTo>
                <a:lnTo>
                  <a:pt x="2126272" y="1519495"/>
                </a:lnTo>
                <a:lnTo>
                  <a:pt x="2172758" y="1503942"/>
                </a:lnTo>
                <a:lnTo>
                  <a:pt x="2217115" y="1484712"/>
                </a:lnTo>
                <a:lnTo>
                  <a:pt x="2259133" y="1461981"/>
                </a:lnTo>
                <a:lnTo>
                  <a:pt x="2298602" y="1435923"/>
                </a:lnTo>
                <a:lnTo>
                  <a:pt x="2335311" y="1406714"/>
                </a:lnTo>
                <a:lnTo>
                  <a:pt x="2369050" y="1374528"/>
                </a:lnTo>
                <a:lnTo>
                  <a:pt x="2399607" y="1339541"/>
                </a:lnTo>
                <a:lnTo>
                  <a:pt x="2426773" y="1301928"/>
                </a:lnTo>
                <a:lnTo>
                  <a:pt x="2450338" y="1261863"/>
                </a:lnTo>
                <a:lnTo>
                  <a:pt x="2470090" y="1219522"/>
                </a:lnTo>
                <a:lnTo>
                  <a:pt x="2485819" y="1175080"/>
                </a:lnTo>
                <a:lnTo>
                  <a:pt x="2497314" y="1128712"/>
                </a:lnTo>
                <a:lnTo>
                  <a:pt x="2504366" y="1080592"/>
                </a:lnTo>
                <a:lnTo>
                  <a:pt x="2506764" y="1030897"/>
                </a:lnTo>
                <a:lnTo>
                  <a:pt x="2504424" y="982416"/>
                </a:lnTo>
                <a:lnTo>
                  <a:pt x="2497551" y="934945"/>
                </a:lnTo>
                <a:lnTo>
                  <a:pt x="2486359" y="888753"/>
                </a:lnTo>
                <a:lnTo>
                  <a:pt x="2471065" y="844111"/>
                </a:lnTo>
                <a:lnTo>
                  <a:pt x="2451884" y="801287"/>
                </a:lnTo>
                <a:lnTo>
                  <a:pt x="2429032" y="760551"/>
                </a:lnTo>
                <a:lnTo>
                  <a:pt x="2402725" y="722173"/>
                </a:lnTo>
                <a:lnTo>
                  <a:pt x="2373179" y="686422"/>
                </a:lnTo>
                <a:lnTo>
                  <a:pt x="2340610" y="653566"/>
                </a:lnTo>
                <a:lnTo>
                  <a:pt x="2305234" y="623877"/>
                </a:lnTo>
                <a:lnTo>
                  <a:pt x="2267267" y="597623"/>
                </a:lnTo>
                <a:lnTo>
                  <a:pt x="2257492" y="547359"/>
                </a:lnTo>
                <a:lnTo>
                  <a:pt x="2241852" y="499184"/>
                </a:lnTo>
                <a:lnTo>
                  <a:pt x="2220346" y="453361"/>
                </a:lnTo>
                <a:lnTo>
                  <a:pt x="2192974" y="410152"/>
                </a:lnTo>
                <a:lnTo>
                  <a:pt x="2159736" y="369817"/>
                </a:lnTo>
                <a:lnTo>
                  <a:pt x="2120632" y="332619"/>
                </a:lnTo>
                <a:lnTo>
                  <a:pt x="2075662" y="298818"/>
                </a:lnTo>
                <a:lnTo>
                  <a:pt x="2037086" y="281127"/>
                </a:lnTo>
                <a:lnTo>
                  <a:pt x="1996977" y="264871"/>
                </a:lnTo>
                <a:lnTo>
                  <a:pt x="1953803" y="251483"/>
                </a:lnTo>
                <a:lnTo>
                  <a:pt x="1906031" y="242399"/>
                </a:lnTo>
                <a:lnTo>
                  <a:pt x="1852129" y="239052"/>
                </a:lnTo>
                <a:lnTo>
                  <a:pt x="1804478" y="241852"/>
                </a:lnTo>
                <a:lnTo>
                  <a:pt x="1758324" y="250255"/>
                </a:lnTo>
                <a:lnTo>
                  <a:pt x="1715166" y="264260"/>
                </a:lnTo>
                <a:lnTo>
                  <a:pt x="1676501" y="283870"/>
                </a:lnTo>
                <a:lnTo>
                  <a:pt x="1647925" y="249368"/>
                </a:lnTo>
                <a:lnTo>
                  <a:pt x="1617009" y="216400"/>
                </a:lnTo>
                <a:lnTo>
                  <a:pt x="1583859" y="185132"/>
                </a:lnTo>
                <a:lnTo>
                  <a:pt x="1548579" y="155724"/>
                </a:lnTo>
                <a:lnTo>
                  <a:pt x="1511275" y="128343"/>
                </a:lnTo>
                <a:lnTo>
                  <a:pt x="1472050" y="103149"/>
                </a:lnTo>
                <a:lnTo>
                  <a:pt x="1431010" y="80308"/>
                </a:lnTo>
                <a:lnTo>
                  <a:pt x="1388260" y="59982"/>
                </a:lnTo>
                <a:lnTo>
                  <a:pt x="1343903" y="42335"/>
                </a:lnTo>
                <a:lnTo>
                  <a:pt x="1298046" y="27530"/>
                </a:lnTo>
                <a:lnTo>
                  <a:pt x="1250792" y="15730"/>
                </a:lnTo>
                <a:lnTo>
                  <a:pt x="1202246" y="7100"/>
                </a:lnTo>
                <a:lnTo>
                  <a:pt x="1152514" y="1802"/>
                </a:lnTo>
                <a:lnTo>
                  <a:pt x="110169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34229" y="3645026"/>
            <a:ext cx="3829685" cy="1971675"/>
          </a:xfrm>
          <a:custGeom>
            <a:avLst/>
            <a:gdLst/>
            <a:ahLst/>
            <a:cxnLst/>
            <a:rect l="l" t="t" r="r" b="b"/>
            <a:pathLst>
              <a:path w="3829684" h="1971675">
                <a:moveTo>
                  <a:pt x="3829570" y="1416418"/>
                </a:moveTo>
                <a:lnTo>
                  <a:pt x="3827538" y="1369110"/>
                </a:lnTo>
                <a:lnTo>
                  <a:pt x="3821569" y="1323022"/>
                </a:lnTo>
                <a:lnTo>
                  <a:pt x="3811816" y="1278267"/>
                </a:lnTo>
                <a:lnTo>
                  <a:pt x="3798443" y="1234986"/>
                </a:lnTo>
                <a:lnTo>
                  <a:pt x="3781628" y="1193317"/>
                </a:lnTo>
                <a:lnTo>
                  <a:pt x="3761536" y="1153401"/>
                </a:lnTo>
                <a:lnTo>
                  <a:pt x="3738321" y="1115390"/>
                </a:lnTo>
                <a:lnTo>
                  <a:pt x="3712159" y="1079385"/>
                </a:lnTo>
                <a:lnTo>
                  <a:pt x="3683216" y="1045565"/>
                </a:lnTo>
                <a:lnTo>
                  <a:pt x="3651656" y="1014044"/>
                </a:lnTo>
                <a:lnTo>
                  <a:pt x="3617645" y="984961"/>
                </a:lnTo>
                <a:lnTo>
                  <a:pt x="3581349" y="958456"/>
                </a:lnTo>
                <a:lnTo>
                  <a:pt x="3542931" y="934669"/>
                </a:lnTo>
                <a:lnTo>
                  <a:pt x="3502571" y="913739"/>
                </a:lnTo>
                <a:lnTo>
                  <a:pt x="3460419" y="895807"/>
                </a:lnTo>
                <a:lnTo>
                  <a:pt x="3416643" y="880999"/>
                </a:lnTo>
                <a:lnTo>
                  <a:pt x="3371418" y="869467"/>
                </a:lnTo>
                <a:lnTo>
                  <a:pt x="3324910" y="861339"/>
                </a:lnTo>
                <a:lnTo>
                  <a:pt x="3324910" y="823061"/>
                </a:lnTo>
                <a:lnTo>
                  <a:pt x="3323488" y="775881"/>
                </a:lnTo>
                <a:lnTo>
                  <a:pt x="3319259" y="729462"/>
                </a:lnTo>
                <a:lnTo>
                  <a:pt x="3312312" y="683856"/>
                </a:lnTo>
                <a:lnTo>
                  <a:pt x="3302711" y="639127"/>
                </a:lnTo>
                <a:lnTo>
                  <a:pt x="3290557" y="595350"/>
                </a:lnTo>
                <a:lnTo>
                  <a:pt x="3275927" y="552589"/>
                </a:lnTo>
                <a:lnTo>
                  <a:pt x="3258883" y="510895"/>
                </a:lnTo>
                <a:lnTo>
                  <a:pt x="3239516" y="470357"/>
                </a:lnTo>
                <a:lnTo>
                  <a:pt x="3217913" y="431025"/>
                </a:lnTo>
                <a:lnTo>
                  <a:pt x="3194139" y="392963"/>
                </a:lnTo>
                <a:lnTo>
                  <a:pt x="3168281" y="356247"/>
                </a:lnTo>
                <a:lnTo>
                  <a:pt x="3140418" y="320941"/>
                </a:lnTo>
                <a:lnTo>
                  <a:pt x="3110623" y="287108"/>
                </a:lnTo>
                <a:lnTo>
                  <a:pt x="3078975" y="254812"/>
                </a:lnTo>
                <a:lnTo>
                  <a:pt x="3045574" y="224129"/>
                </a:lnTo>
                <a:lnTo>
                  <a:pt x="3010471" y="195110"/>
                </a:lnTo>
                <a:lnTo>
                  <a:pt x="2973768" y="167830"/>
                </a:lnTo>
                <a:lnTo>
                  <a:pt x="2935528" y="142354"/>
                </a:lnTo>
                <a:lnTo>
                  <a:pt x="2895841" y="118745"/>
                </a:lnTo>
                <a:lnTo>
                  <a:pt x="2854795" y="97078"/>
                </a:lnTo>
                <a:lnTo>
                  <a:pt x="2812440" y="77406"/>
                </a:lnTo>
                <a:lnTo>
                  <a:pt x="2768879" y="59804"/>
                </a:lnTo>
                <a:lnTo>
                  <a:pt x="2724188" y="44335"/>
                </a:lnTo>
                <a:lnTo>
                  <a:pt x="2678442" y="31064"/>
                </a:lnTo>
                <a:lnTo>
                  <a:pt x="2631732" y="20066"/>
                </a:lnTo>
                <a:lnTo>
                  <a:pt x="2584119" y="11391"/>
                </a:lnTo>
                <a:lnTo>
                  <a:pt x="2535694" y="5105"/>
                </a:lnTo>
                <a:lnTo>
                  <a:pt x="2486533" y="1295"/>
                </a:lnTo>
                <a:lnTo>
                  <a:pt x="2436711" y="12"/>
                </a:lnTo>
                <a:lnTo>
                  <a:pt x="2383713" y="1574"/>
                </a:lnTo>
                <a:lnTo>
                  <a:pt x="2331618" y="6210"/>
                </a:lnTo>
                <a:lnTo>
                  <a:pt x="2280513" y="13792"/>
                </a:lnTo>
                <a:lnTo>
                  <a:pt x="2230463" y="24193"/>
                </a:lnTo>
                <a:lnTo>
                  <a:pt x="2181555" y="37312"/>
                </a:lnTo>
                <a:lnTo>
                  <a:pt x="2133854" y="53022"/>
                </a:lnTo>
                <a:lnTo>
                  <a:pt x="2087435" y="71208"/>
                </a:lnTo>
                <a:lnTo>
                  <a:pt x="2042375" y="91757"/>
                </a:lnTo>
                <a:lnTo>
                  <a:pt x="1998738" y="114554"/>
                </a:lnTo>
                <a:lnTo>
                  <a:pt x="1956612" y="139484"/>
                </a:lnTo>
                <a:lnTo>
                  <a:pt x="1916049" y="166408"/>
                </a:lnTo>
                <a:lnTo>
                  <a:pt x="1877148" y="195237"/>
                </a:lnTo>
                <a:lnTo>
                  <a:pt x="1839976" y="225844"/>
                </a:lnTo>
                <a:lnTo>
                  <a:pt x="1804606" y="258102"/>
                </a:lnTo>
                <a:lnTo>
                  <a:pt x="1771103" y="291909"/>
                </a:lnTo>
                <a:lnTo>
                  <a:pt x="1739544" y="327139"/>
                </a:lnTo>
                <a:lnTo>
                  <a:pt x="1710016" y="363677"/>
                </a:lnTo>
                <a:lnTo>
                  <a:pt x="1671421" y="343001"/>
                </a:lnTo>
                <a:lnTo>
                  <a:pt x="1628940" y="326923"/>
                </a:lnTo>
                <a:lnTo>
                  <a:pt x="1583563" y="315442"/>
                </a:lnTo>
                <a:lnTo>
                  <a:pt x="1536242" y="308546"/>
                </a:lnTo>
                <a:lnTo>
                  <a:pt x="1487957" y="306260"/>
                </a:lnTo>
                <a:lnTo>
                  <a:pt x="1430578" y="309270"/>
                </a:lnTo>
                <a:lnTo>
                  <a:pt x="1378813" y="317601"/>
                </a:lnTo>
                <a:lnTo>
                  <a:pt x="1331518" y="330174"/>
                </a:lnTo>
                <a:lnTo>
                  <a:pt x="1287602" y="345960"/>
                </a:lnTo>
                <a:lnTo>
                  <a:pt x="1245920" y="363855"/>
                </a:lnTo>
                <a:lnTo>
                  <a:pt x="1237792" y="367665"/>
                </a:lnTo>
                <a:lnTo>
                  <a:pt x="1215567" y="341731"/>
                </a:lnTo>
                <a:lnTo>
                  <a:pt x="1174102" y="309473"/>
                </a:lnTo>
                <a:lnTo>
                  <a:pt x="1163243" y="264629"/>
                </a:lnTo>
                <a:lnTo>
                  <a:pt x="1143101" y="223405"/>
                </a:lnTo>
                <a:lnTo>
                  <a:pt x="1113637" y="186537"/>
                </a:lnTo>
                <a:lnTo>
                  <a:pt x="1074877" y="154736"/>
                </a:lnTo>
                <a:lnTo>
                  <a:pt x="1023200" y="133464"/>
                </a:lnTo>
                <a:lnTo>
                  <a:pt x="959129" y="123786"/>
                </a:lnTo>
                <a:lnTo>
                  <a:pt x="934440" y="125247"/>
                </a:lnTo>
                <a:lnTo>
                  <a:pt x="910539" y="129590"/>
                </a:lnTo>
                <a:lnTo>
                  <a:pt x="888199" y="136855"/>
                </a:lnTo>
                <a:lnTo>
                  <a:pt x="868172" y="147002"/>
                </a:lnTo>
                <a:lnTo>
                  <a:pt x="837361" y="112064"/>
                </a:lnTo>
                <a:lnTo>
                  <a:pt x="801928" y="80645"/>
                </a:lnTo>
                <a:lnTo>
                  <a:pt x="762304" y="53416"/>
                </a:lnTo>
                <a:lnTo>
                  <a:pt x="718908" y="31064"/>
                </a:lnTo>
                <a:lnTo>
                  <a:pt x="672185" y="14262"/>
                </a:lnTo>
                <a:lnTo>
                  <a:pt x="622579" y="3683"/>
                </a:lnTo>
                <a:lnTo>
                  <a:pt x="570509" y="0"/>
                </a:lnTo>
                <a:lnTo>
                  <a:pt x="521665" y="3009"/>
                </a:lnTo>
                <a:lnTo>
                  <a:pt x="474662" y="11760"/>
                </a:lnTo>
                <a:lnTo>
                  <a:pt x="429945" y="25882"/>
                </a:lnTo>
                <a:lnTo>
                  <a:pt x="387997" y="44996"/>
                </a:lnTo>
                <a:lnTo>
                  <a:pt x="349250" y="68732"/>
                </a:lnTo>
                <a:lnTo>
                  <a:pt x="314198" y="96723"/>
                </a:lnTo>
                <a:lnTo>
                  <a:pt x="283260" y="128574"/>
                </a:lnTo>
                <a:lnTo>
                  <a:pt x="256921" y="163918"/>
                </a:lnTo>
                <a:lnTo>
                  <a:pt x="235648" y="202374"/>
                </a:lnTo>
                <a:lnTo>
                  <a:pt x="219875" y="243573"/>
                </a:lnTo>
                <a:lnTo>
                  <a:pt x="210070" y="287147"/>
                </a:lnTo>
                <a:lnTo>
                  <a:pt x="206705" y="332689"/>
                </a:lnTo>
                <a:lnTo>
                  <a:pt x="206705" y="348157"/>
                </a:lnTo>
                <a:lnTo>
                  <a:pt x="158800" y="359371"/>
                </a:lnTo>
                <a:lnTo>
                  <a:pt x="115100" y="379107"/>
                </a:lnTo>
                <a:lnTo>
                  <a:pt x="76746" y="406425"/>
                </a:lnTo>
                <a:lnTo>
                  <a:pt x="44907" y="440372"/>
                </a:lnTo>
                <a:lnTo>
                  <a:pt x="20726" y="480009"/>
                </a:lnTo>
                <a:lnTo>
                  <a:pt x="5372" y="524383"/>
                </a:lnTo>
                <a:lnTo>
                  <a:pt x="0" y="572528"/>
                </a:lnTo>
                <a:lnTo>
                  <a:pt x="4876" y="617715"/>
                </a:lnTo>
                <a:lnTo>
                  <a:pt x="18859" y="659815"/>
                </a:lnTo>
                <a:lnTo>
                  <a:pt x="40982" y="697928"/>
                </a:lnTo>
                <a:lnTo>
                  <a:pt x="70281" y="731139"/>
                </a:lnTo>
                <a:lnTo>
                  <a:pt x="105765" y="758558"/>
                </a:lnTo>
                <a:lnTo>
                  <a:pt x="146494" y="779259"/>
                </a:lnTo>
                <a:lnTo>
                  <a:pt x="191490" y="792340"/>
                </a:lnTo>
                <a:lnTo>
                  <a:pt x="239776" y="796899"/>
                </a:lnTo>
                <a:lnTo>
                  <a:pt x="918603" y="796899"/>
                </a:lnTo>
                <a:lnTo>
                  <a:pt x="889139" y="820483"/>
                </a:lnTo>
                <a:lnTo>
                  <a:pt x="855268" y="851890"/>
                </a:lnTo>
                <a:lnTo>
                  <a:pt x="823633" y="885723"/>
                </a:lnTo>
                <a:lnTo>
                  <a:pt x="794397" y="921816"/>
                </a:lnTo>
                <a:lnTo>
                  <a:pt x="767676" y="959993"/>
                </a:lnTo>
                <a:lnTo>
                  <a:pt x="743597" y="1000099"/>
                </a:lnTo>
                <a:lnTo>
                  <a:pt x="722299" y="1041971"/>
                </a:lnTo>
                <a:lnTo>
                  <a:pt x="703910" y="1085430"/>
                </a:lnTo>
                <a:lnTo>
                  <a:pt x="688568" y="1130312"/>
                </a:lnTo>
                <a:lnTo>
                  <a:pt x="676414" y="1176439"/>
                </a:lnTo>
                <a:lnTo>
                  <a:pt x="667562" y="1223670"/>
                </a:lnTo>
                <a:lnTo>
                  <a:pt x="662152" y="1271803"/>
                </a:lnTo>
                <a:lnTo>
                  <a:pt x="660323" y="1320711"/>
                </a:lnTo>
                <a:lnTo>
                  <a:pt x="662089" y="1369390"/>
                </a:lnTo>
                <a:lnTo>
                  <a:pt x="667308" y="1416926"/>
                </a:lnTo>
                <a:lnTo>
                  <a:pt x="675855" y="1463230"/>
                </a:lnTo>
                <a:lnTo>
                  <a:pt x="687628" y="1508188"/>
                </a:lnTo>
                <a:lnTo>
                  <a:pt x="702500" y="1551711"/>
                </a:lnTo>
                <a:lnTo>
                  <a:pt x="720356" y="1593697"/>
                </a:lnTo>
                <a:lnTo>
                  <a:pt x="741070" y="1634045"/>
                </a:lnTo>
                <a:lnTo>
                  <a:pt x="764527" y="1672666"/>
                </a:lnTo>
                <a:lnTo>
                  <a:pt x="790625" y="1709445"/>
                </a:lnTo>
                <a:lnTo>
                  <a:pt x="819226" y="1744281"/>
                </a:lnTo>
                <a:lnTo>
                  <a:pt x="850214" y="1777085"/>
                </a:lnTo>
                <a:lnTo>
                  <a:pt x="883488" y="1807768"/>
                </a:lnTo>
                <a:lnTo>
                  <a:pt x="918921" y="1836204"/>
                </a:lnTo>
                <a:lnTo>
                  <a:pt x="956386" y="1862315"/>
                </a:lnTo>
                <a:lnTo>
                  <a:pt x="995781" y="1886000"/>
                </a:lnTo>
                <a:lnTo>
                  <a:pt x="1036980" y="1907159"/>
                </a:lnTo>
                <a:lnTo>
                  <a:pt x="1079855" y="1925675"/>
                </a:lnTo>
                <a:lnTo>
                  <a:pt x="1124318" y="1941474"/>
                </a:lnTo>
                <a:lnTo>
                  <a:pt x="1170216" y="1954441"/>
                </a:lnTo>
                <a:lnTo>
                  <a:pt x="1217460" y="1964474"/>
                </a:lnTo>
                <a:lnTo>
                  <a:pt x="1265910" y="1971497"/>
                </a:lnTo>
                <a:lnTo>
                  <a:pt x="3244164" y="1971497"/>
                </a:lnTo>
                <a:lnTo>
                  <a:pt x="3292132" y="1969655"/>
                </a:lnTo>
                <a:lnTo>
                  <a:pt x="3339046" y="1964220"/>
                </a:lnTo>
                <a:lnTo>
                  <a:pt x="3384740" y="1955342"/>
                </a:lnTo>
                <a:lnTo>
                  <a:pt x="3429076" y="1943163"/>
                </a:lnTo>
                <a:lnTo>
                  <a:pt x="3471888" y="1927821"/>
                </a:lnTo>
                <a:lnTo>
                  <a:pt x="3513048" y="1909470"/>
                </a:lnTo>
                <a:lnTo>
                  <a:pt x="3552393" y="1888248"/>
                </a:lnTo>
                <a:lnTo>
                  <a:pt x="3589756" y="1864309"/>
                </a:lnTo>
                <a:lnTo>
                  <a:pt x="3625011" y="1837766"/>
                </a:lnTo>
                <a:lnTo>
                  <a:pt x="3657993" y="1808797"/>
                </a:lnTo>
                <a:lnTo>
                  <a:pt x="3688550" y="1777530"/>
                </a:lnTo>
                <a:lnTo>
                  <a:pt x="3716528" y="1744103"/>
                </a:lnTo>
                <a:lnTo>
                  <a:pt x="3741788" y="1708670"/>
                </a:lnTo>
                <a:lnTo>
                  <a:pt x="3764165" y="1671370"/>
                </a:lnTo>
                <a:lnTo>
                  <a:pt x="3783520" y="1632343"/>
                </a:lnTo>
                <a:lnTo>
                  <a:pt x="3799700" y="1591741"/>
                </a:lnTo>
                <a:lnTo>
                  <a:pt x="3812540" y="1549704"/>
                </a:lnTo>
                <a:lnTo>
                  <a:pt x="3821900" y="1506372"/>
                </a:lnTo>
                <a:lnTo>
                  <a:pt x="3827627" y="1461897"/>
                </a:lnTo>
                <a:lnTo>
                  <a:pt x="3829570" y="141641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80246" y="381096"/>
            <a:ext cx="9119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30605" algn="l"/>
                <a:tab pos="2084705" algn="l"/>
                <a:tab pos="2289175" algn="l"/>
                <a:tab pos="4572000" algn="l"/>
                <a:tab pos="8148955" algn="l"/>
              </a:tabLst>
            </a:pPr>
            <a:r>
              <a:rPr sz="1500" b="1" spc="-5" dirty="0">
                <a:solidFill>
                  <a:srgbClr val="C00000"/>
                </a:solidFill>
                <a:latin typeface="Segoe UI Light"/>
                <a:cs typeface="Segoe UI Light"/>
              </a:rPr>
              <a:t>Колокация	(colocation)	</a:t>
            </a:r>
            <a:r>
              <a:rPr sz="1500" b="1" dirty="0">
                <a:solidFill>
                  <a:srgbClr val="C00000"/>
                </a:solidFill>
                <a:latin typeface="Segoe UI Light"/>
                <a:cs typeface="Segoe UI Light"/>
              </a:rPr>
              <a:t>-	</a:t>
            </a:r>
            <a:r>
              <a:rPr sz="1500" b="1" spc="-5" dirty="0">
                <a:solidFill>
                  <a:srgbClr val="C00000"/>
                </a:solidFill>
                <a:latin typeface="Segoe UI Light"/>
                <a:cs typeface="Segoe UI Light"/>
              </a:rPr>
              <a:t>представляет</a:t>
            </a:r>
            <a:r>
              <a:rPr sz="1500" b="1" spc="58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5" dirty="0">
                <a:solidFill>
                  <a:srgbClr val="C00000"/>
                </a:solidFill>
                <a:latin typeface="Segoe UI Light"/>
                <a:cs typeface="Segoe UI Light"/>
              </a:rPr>
              <a:t>собой</a:t>
            </a:r>
            <a:r>
              <a:rPr sz="1500" b="1" spc="59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 Light"/>
                <a:cs typeface="Segoe UI Light"/>
              </a:rPr>
              <a:t>вид	</a:t>
            </a:r>
            <a:r>
              <a:rPr sz="1500" b="1" spc="-5" dirty="0">
                <a:solidFill>
                  <a:srgbClr val="C00000"/>
                </a:solidFill>
                <a:latin typeface="Segoe UI Light"/>
                <a:cs typeface="Segoe UI Light"/>
              </a:rPr>
              <a:t>сервиса,</a:t>
            </a:r>
            <a:r>
              <a:rPr sz="1500" b="1" spc="59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5" dirty="0">
                <a:solidFill>
                  <a:srgbClr val="C00000"/>
                </a:solidFill>
                <a:latin typeface="Segoe UI Light"/>
                <a:cs typeface="Segoe UI Light"/>
              </a:rPr>
              <a:t>суть </a:t>
            </a:r>
            <a:r>
              <a:rPr sz="1500" b="1" spc="175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25" dirty="0">
                <a:solidFill>
                  <a:srgbClr val="C00000"/>
                </a:solidFill>
                <a:latin typeface="Segoe UI Light"/>
                <a:cs typeface="Segoe UI Light"/>
              </a:rPr>
              <a:t>которого</a:t>
            </a:r>
            <a:r>
              <a:rPr sz="1500" b="1" spc="59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10" dirty="0">
                <a:solidFill>
                  <a:srgbClr val="C00000"/>
                </a:solidFill>
                <a:latin typeface="Segoe UI Light"/>
                <a:cs typeface="Segoe UI Light"/>
              </a:rPr>
              <a:t>состоит</a:t>
            </a:r>
            <a:r>
              <a:rPr sz="1500" b="1" spc="585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 Light"/>
                <a:cs typeface="Segoe UI Light"/>
              </a:rPr>
              <a:t>в</a:t>
            </a:r>
            <a:r>
              <a:rPr sz="1500" b="1" spc="58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15" dirty="0">
                <a:solidFill>
                  <a:srgbClr val="C00000"/>
                </a:solidFill>
                <a:latin typeface="Segoe UI Light"/>
                <a:cs typeface="Segoe UI Light"/>
              </a:rPr>
              <a:t>том,	что</a:t>
            </a:r>
            <a:r>
              <a:rPr sz="1500" b="1" spc="114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 Light"/>
                <a:cs typeface="Segoe UI Light"/>
              </a:rPr>
              <a:t>клиент </a:t>
            </a:r>
            <a:r>
              <a:rPr sz="1500" b="1" spc="-40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15" dirty="0">
                <a:solidFill>
                  <a:srgbClr val="C00000"/>
                </a:solidFill>
                <a:latin typeface="Segoe UI Light"/>
                <a:cs typeface="Segoe UI Light"/>
              </a:rPr>
              <a:t>располагает</a:t>
            </a:r>
            <a:r>
              <a:rPr sz="1500" b="1" spc="-3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spc="-15" dirty="0">
                <a:solidFill>
                  <a:srgbClr val="C00000"/>
                </a:solidFill>
                <a:latin typeface="Segoe UI Light"/>
                <a:cs typeface="Segoe UI Light"/>
              </a:rPr>
              <a:t>оборудование</a:t>
            </a:r>
            <a:r>
              <a:rPr sz="1500" b="1" spc="-60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 Light"/>
                <a:cs typeface="Segoe UI Light"/>
              </a:rPr>
              <a:t>в</a:t>
            </a:r>
            <a:r>
              <a:rPr sz="1500" b="1" spc="-5" dirty="0">
                <a:solidFill>
                  <a:srgbClr val="C00000"/>
                </a:solidFill>
                <a:latin typeface="Segoe UI Light"/>
                <a:cs typeface="Segoe UI Light"/>
              </a:rPr>
              <a:t> </a:t>
            </a:r>
            <a:r>
              <a:rPr sz="1500" b="1" u="sng" spc="-5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Segoe UI Light"/>
                <a:cs typeface="Segoe UI Light"/>
              </a:rPr>
              <a:t>Дата-Центре.</a:t>
            </a:r>
            <a:endParaRPr sz="1500" b="1" dirty="0">
              <a:solidFill>
                <a:srgbClr val="C00000"/>
              </a:solidFill>
              <a:latin typeface="Segoe UI Light"/>
              <a:cs typeface="Segoe U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5308" y="1236789"/>
            <a:ext cx="2223642" cy="12798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480" y="1251077"/>
            <a:ext cx="2580916" cy="12656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7861" y="1236789"/>
            <a:ext cx="2169744" cy="12798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96516" y="1236789"/>
            <a:ext cx="2282202" cy="12798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1957" y="6505859"/>
            <a:ext cx="1254908" cy="24058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15478" y="2699981"/>
            <a:ext cx="4873625" cy="210121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ЦОД:</a:t>
            </a:r>
            <a:endParaRPr sz="1800">
              <a:latin typeface="Segoe UI Light"/>
              <a:cs typeface="Segoe UI Light"/>
            </a:endParaRPr>
          </a:p>
          <a:p>
            <a:pPr marL="43434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Здание;</a:t>
            </a:r>
            <a:endParaRPr sz="1800">
              <a:latin typeface="Segoe UI Light"/>
              <a:cs typeface="Segoe UI Light"/>
            </a:endParaRPr>
          </a:p>
          <a:p>
            <a:pPr marL="43434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Инженерная</a:t>
            </a:r>
            <a:r>
              <a:rPr sz="180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инфраструктура;</a:t>
            </a:r>
            <a:endParaRPr sz="1800">
              <a:latin typeface="Segoe UI Light"/>
              <a:cs typeface="Segoe UI Light"/>
            </a:endParaRPr>
          </a:p>
          <a:p>
            <a:pPr marL="43434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Электропитание;</a:t>
            </a:r>
            <a:endParaRPr sz="1800">
              <a:latin typeface="Segoe UI Light"/>
              <a:cs typeface="Segoe UI Light"/>
            </a:endParaRPr>
          </a:p>
          <a:p>
            <a:pPr marL="43434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Климатический</a:t>
            </a:r>
            <a:r>
              <a:rPr sz="180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режим</a:t>
            </a:r>
            <a:endParaRPr sz="1800">
              <a:latin typeface="Segoe UI Light"/>
              <a:cs typeface="Segoe UI Light"/>
            </a:endParaRPr>
          </a:p>
          <a:p>
            <a:pPr marL="43434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Доступ</a:t>
            </a:r>
            <a:r>
              <a:rPr sz="18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Интернет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8496" y="2699981"/>
            <a:ext cx="4520565" cy="2101215"/>
          </a:xfrm>
          <a:prstGeom prst="rect">
            <a:avLst/>
          </a:prstGeom>
          <a:solidFill>
            <a:srgbClr val="8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Функциональность:</a:t>
            </a:r>
            <a:endParaRPr sz="1800">
              <a:latin typeface="Segoe UI Light"/>
              <a:cs typeface="Segoe UI Light"/>
            </a:endParaRPr>
          </a:p>
          <a:p>
            <a:pPr marL="434340" indent="-3435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Поюнитное</a:t>
            </a:r>
            <a:r>
              <a:rPr sz="180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размещение;</a:t>
            </a:r>
            <a:endParaRPr sz="1800">
              <a:latin typeface="Segoe UI Light"/>
              <a:cs typeface="Segoe UI Light"/>
            </a:endParaRPr>
          </a:p>
          <a:p>
            <a:pPr marL="434340" indent="-3435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Постоечное</a:t>
            </a:r>
            <a:r>
              <a:rPr sz="18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размещение;</a:t>
            </a:r>
            <a:endParaRPr sz="1800">
              <a:latin typeface="Segoe UI Light"/>
              <a:cs typeface="Segoe UI Light"/>
            </a:endParaRPr>
          </a:p>
          <a:p>
            <a:pPr marL="433705" marR="63881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Размещение</a:t>
            </a:r>
            <a:r>
              <a:rPr sz="180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нескольких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городах </a:t>
            </a:r>
            <a:r>
              <a:rPr sz="1800" spc="-4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России</a:t>
            </a:r>
            <a:r>
              <a:rPr sz="18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единому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контракту.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790" y="5068224"/>
            <a:ext cx="106667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Light"/>
                <a:cs typeface="Segoe UI Light"/>
              </a:rPr>
              <a:t>Размещение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spc="-15" dirty="0">
                <a:latin typeface="Segoe UI Light"/>
                <a:cs typeface="Segoe UI Light"/>
              </a:rPr>
              <a:t>оборудования</a:t>
            </a:r>
            <a:r>
              <a:rPr sz="1800" spc="1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у</a:t>
            </a:r>
            <a:r>
              <a:rPr sz="1800" spc="2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Softline.</a:t>
            </a:r>
            <a:r>
              <a:rPr sz="1800" spc="5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Удаленный</a:t>
            </a:r>
            <a:r>
              <a:rPr sz="1800" spc="10" dirty="0">
                <a:latin typeface="Segoe UI Light"/>
                <a:cs typeface="Segoe UI Light"/>
              </a:rPr>
              <a:t> </a:t>
            </a:r>
            <a:r>
              <a:rPr sz="1800" spc="5" dirty="0">
                <a:latin typeface="Segoe UI Light"/>
                <a:cs typeface="Segoe UI Light"/>
              </a:rPr>
              <a:t>доступ</a:t>
            </a:r>
            <a:r>
              <a:rPr sz="1800" spc="2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к</a:t>
            </a:r>
            <a:r>
              <a:rPr sz="1800" spc="3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своему</a:t>
            </a:r>
            <a:r>
              <a:rPr sz="1800" spc="20" dirty="0">
                <a:latin typeface="Segoe UI Light"/>
                <a:cs typeface="Segoe UI Light"/>
              </a:rPr>
              <a:t> </a:t>
            </a:r>
            <a:r>
              <a:rPr sz="1800" spc="-15" dirty="0">
                <a:latin typeface="Segoe UI Light"/>
                <a:cs typeface="Segoe UI Light"/>
              </a:rPr>
              <a:t>оборудованию,</a:t>
            </a:r>
            <a:r>
              <a:rPr sz="1800" spc="2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круглосуточный</a:t>
            </a:r>
            <a:r>
              <a:rPr sz="1800" spc="20" dirty="0">
                <a:latin typeface="Segoe UI Light"/>
                <a:cs typeface="Segoe UI Light"/>
              </a:rPr>
              <a:t> </a:t>
            </a:r>
            <a:r>
              <a:rPr sz="1800" spc="5" dirty="0">
                <a:latin typeface="Segoe UI Light"/>
                <a:cs typeface="Segoe UI Light"/>
              </a:rPr>
              <a:t>доступ </a:t>
            </a:r>
            <a:r>
              <a:rPr sz="1800" spc="10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в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ЦОД,</a:t>
            </a:r>
            <a:r>
              <a:rPr sz="1800" spc="10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техническая </a:t>
            </a:r>
            <a:r>
              <a:rPr sz="1800" spc="-15" dirty="0">
                <a:latin typeface="Segoe UI Light"/>
                <a:cs typeface="Segoe UI Light"/>
              </a:rPr>
              <a:t>поддержка</a:t>
            </a:r>
            <a:r>
              <a:rPr sz="1800" spc="15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24х7.</a:t>
            </a:r>
            <a:r>
              <a:rPr sz="1800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Возможность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использовать</a:t>
            </a:r>
            <a:r>
              <a:rPr sz="1800" dirty="0">
                <a:latin typeface="Segoe UI Light"/>
                <a:cs typeface="Segoe UI Light"/>
              </a:rPr>
              <a:t> </a:t>
            </a:r>
            <a:r>
              <a:rPr sz="1800" spc="-15" dirty="0">
                <a:latin typeface="Segoe UI Light"/>
                <a:cs typeface="Segoe UI Light"/>
              </a:rPr>
              <a:t>под</a:t>
            </a:r>
            <a:r>
              <a:rPr sz="1800" spc="5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расширение</a:t>
            </a:r>
            <a:r>
              <a:rPr sz="1800" spc="-25" dirty="0">
                <a:latin typeface="Segoe UI Light"/>
                <a:cs typeface="Segoe UI Light"/>
              </a:rPr>
              <a:t> </a:t>
            </a:r>
            <a:r>
              <a:rPr sz="1800" spc="-15" dirty="0">
                <a:latin typeface="Segoe UI Light"/>
                <a:cs typeface="Segoe UI Light"/>
              </a:rPr>
              <a:t>оборудование</a:t>
            </a:r>
            <a:r>
              <a:rPr sz="1800" spc="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в</a:t>
            </a:r>
            <a:r>
              <a:rPr sz="1800" spc="-5" dirty="0">
                <a:latin typeface="Segoe UI Light"/>
                <a:cs typeface="Segoe UI Light"/>
              </a:rPr>
              <a:t> аренду </a:t>
            </a:r>
            <a:r>
              <a:rPr sz="1800" spc="-48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или</a:t>
            </a:r>
            <a:r>
              <a:rPr sz="1800" spc="-3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облачную </a:t>
            </a:r>
            <a:r>
              <a:rPr sz="1800" spc="-5" dirty="0">
                <a:latin typeface="Segoe UI Light"/>
                <a:cs typeface="Segoe UI Light"/>
              </a:rPr>
              <a:t>инфраструктуру </a:t>
            </a:r>
            <a:r>
              <a:rPr sz="1800" dirty="0">
                <a:latin typeface="Segoe UI Light"/>
                <a:cs typeface="Segoe UI Light"/>
              </a:rPr>
              <a:t>с</a:t>
            </a:r>
            <a:r>
              <a:rPr sz="1800" spc="-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интеграцией</a:t>
            </a:r>
            <a:r>
              <a:rPr sz="1800" spc="-3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собственного </a:t>
            </a:r>
            <a:r>
              <a:rPr sz="1800" spc="-15" dirty="0">
                <a:latin typeface="Segoe UI Light"/>
                <a:cs typeface="Segoe UI Light"/>
              </a:rPr>
              <a:t>оборудования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в</a:t>
            </a:r>
            <a:r>
              <a:rPr sz="1800" spc="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единую</a:t>
            </a:r>
            <a:r>
              <a:rPr sz="1800" spc="-3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локальную</a:t>
            </a:r>
            <a:r>
              <a:rPr sz="180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сеть.</a:t>
            </a:r>
            <a:endParaRPr sz="18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Segoe UI Light"/>
                <a:cs typeface="Segoe UI Light"/>
              </a:rPr>
              <a:t>Фиксированные</a:t>
            </a:r>
            <a:r>
              <a:rPr sz="1800" spc="-7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месячные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платежи</a:t>
            </a:r>
            <a:r>
              <a:rPr sz="1800" spc="-35" dirty="0">
                <a:latin typeface="Segoe UI Light"/>
                <a:cs typeface="Segoe UI Light"/>
              </a:rPr>
              <a:t> </a:t>
            </a:r>
            <a:r>
              <a:rPr sz="1800" dirty="0">
                <a:latin typeface="Segoe UI Light"/>
                <a:cs typeface="Segoe UI Light"/>
              </a:rPr>
              <a:t>в</a:t>
            </a:r>
            <a:r>
              <a:rPr sz="1800" spc="-1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рублях.</a:t>
            </a:r>
            <a:endParaRPr sz="1800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4727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1442" y="6301877"/>
            <a:ext cx="1371600" cy="485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736" y="304291"/>
            <a:ext cx="9625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solidFill>
                  <a:srgbClr val="990033"/>
                </a:solidFill>
                <a:latin typeface="Segoe UI"/>
                <a:cs typeface="Segoe UI"/>
              </a:rPr>
              <a:t>Резервный</a:t>
            </a:r>
            <a:r>
              <a:rPr sz="3200" spc="-25" dirty="0">
                <a:solidFill>
                  <a:srgbClr val="990033"/>
                </a:solidFill>
                <a:latin typeface="Segoe UI"/>
                <a:cs typeface="Segoe UI"/>
              </a:rPr>
              <a:t> </a:t>
            </a:r>
            <a:r>
              <a:rPr sz="3200" spc="-10" dirty="0">
                <a:solidFill>
                  <a:srgbClr val="990033"/>
                </a:solidFill>
                <a:latin typeface="Segoe UI"/>
                <a:cs typeface="Segoe UI"/>
              </a:rPr>
              <a:t>ЦОД</a:t>
            </a:r>
            <a:r>
              <a:rPr sz="3200" spc="-15" dirty="0">
                <a:solidFill>
                  <a:srgbClr val="990033"/>
                </a:solidFill>
                <a:latin typeface="Segoe UI"/>
                <a:cs typeface="Segoe UI"/>
              </a:rPr>
              <a:t> </a:t>
            </a:r>
            <a:r>
              <a:rPr sz="3200" dirty="0">
                <a:solidFill>
                  <a:srgbClr val="990033"/>
                </a:solidFill>
                <a:latin typeface="Segoe UI"/>
                <a:cs typeface="Segoe UI"/>
              </a:rPr>
              <a:t>и</a:t>
            </a:r>
            <a:r>
              <a:rPr sz="3200" spc="-15" dirty="0">
                <a:solidFill>
                  <a:srgbClr val="990033"/>
                </a:solidFill>
                <a:latin typeface="Segoe UI"/>
                <a:cs typeface="Segoe UI"/>
              </a:rPr>
              <a:t> </a:t>
            </a:r>
            <a:r>
              <a:rPr sz="3200" spc="-5" dirty="0">
                <a:solidFill>
                  <a:srgbClr val="990033"/>
                </a:solidFill>
                <a:latin typeface="Segoe UI"/>
                <a:cs typeface="Segoe UI"/>
              </a:rPr>
              <a:t>катастрофоустойчивые</a:t>
            </a:r>
            <a:r>
              <a:rPr sz="3200" spc="-30" dirty="0">
                <a:solidFill>
                  <a:srgbClr val="990033"/>
                </a:solidFill>
                <a:latin typeface="Segoe UI"/>
                <a:cs typeface="Segoe UI"/>
              </a:rPr>
              <a:t> </a:t>
            </a:r>
            <a:r>
              <a:rPr sz="3200" dirty="0">
                <a:solidFill>
                  <a:srgbClr val="990033"/>
                </a:solidFill>
                <a:latin typeface="Segoe UI"/>
                <a:cs typeface="Segoe UI"/>
              </a:rPr>
              <a:t>решения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3869" y="1143000"/>
            <a:ext cx="3349940" cy="236061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49101" y="3498850"/>
          <a:ext cx="3350260" cy="2768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6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Высокая</a:t>
                      </a:r>
                      <a:r>
                        <a:rPr sz="12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доступность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17525">
                        <a:lnSpc>
                          <a:spcPts val="131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Аварийное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та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л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е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90805" marR="244475">
                        <a:lnSpc>
                          <a:spcPts val="1310"/>
                        </a:lnSpc>
                        <a:spcBef>
                          <a:spcPts val="34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Решение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пределах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одного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ЦОД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68275">
                        <a:lnSpc>
                          <a:spcPct val="90400"/>
                        </a:lnSpc>
                        <a:spcBef>
                          <a:spcPts val="33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Включает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в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себя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несколько удаленных </a:t>
                      </a:r>
                      <a:r>
                        <a:rPr sz="1200" spc="-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ЦОД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39">
                <a:tc>
                  <a:txBody>
                    <a:bodyPr/>
                    <a:lstStyle/>
                    <a:p>
                      <a:pPr marL="90805">
                        <a:lnSpc>
                          <a:spcPts val="1375"/>
                        </a:lnSpc>
                        <a:spcBef>
                          <a:spcPts val="1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Время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восстановления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ts val="13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30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минут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69545">
                        <a:lnSpc>
                          <a:spcPct val="904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Восстановление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может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занимать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часы </a:t>
                      </a:r>
                      <a:r>
                        <a:rPr sz="1200" spc="-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даже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дни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90805" marR="109220">
                        <a:lnSpc>
                          <a:spcPts val="131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Нулевая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или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близкая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к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нулю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потеря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данных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35890">
                        <a:lnSpc>
                          <a:spcPct val="90400"/>
                        </a:lnSpc>
                        <a:spcBef>
                          <a:spcPts val="33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Потеря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данных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может </a:t>
                      </a:r>
                      <a:r>
                        <a:rPr sz="1200" spc="-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достигать многих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часов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90805" marR="448309">
                        <a:lnSpc>
                          <a:spcPct val="904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Требует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ва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таль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г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о 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тестирования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80670">
                        <a:lnSpc>
                          <a:spcPts val="1310"/>
                        </a:lnSpc>
                        <a:spcBef>
                          <a:spcPts val="345"/>
                        </a:spcBef>
                      </a:pPr>
                      <a:r>
                        <a:rPr sz="1200" spc="-8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бу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ет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г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г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о 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тестирования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99351" y="6114973"/>
            <a:ext cx="7452995" cy="625475"/>
          </a:xfrm>
          <a:custGeom>
            <a:avLst/>
            <a:gdLst/>
            <a:ahLst/>
            <a:cxnLst/>
            <a:rect l="l" t="t" r="r" b="b"/>
            <a:pathLst>
              <a:path w="7452995" h="625475">
                <a:moveTo>
                  <a:pt x="7452829" y="0"/>
                </a:moveTo>
                <a:lnTo>
                  <a:pt x="0" y="0"/>
                </a:lnTo>
                <a:lnTo>
                  <a:pt x="0" y="625436"/>
                </a:lnTo>
                <a:lnTo>
                  <a:pt x="7452829" y="625436"/>
                </a:lnTo>
                <a:lnTo>
                  <a:pt x="745282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9576" y="3497643"/>
            <a:ext cx="7294880" cy="3158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 Light"/>
                <a:cs typeface="Segoe UI Light"/>
              </a:rPr>
              <a:t>Представьте,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что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ваш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дата-центр</a:t>
            </a:r>
            <a:r>
              <a:rPr sz="1400" spc="-40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(или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10" dirty="0">
                <a:latin typeface="Segoe UI Light"/>
                <a:cs typeface="Segoe UI Light"/>
              </a:rPr>
              <a:t>боевой</a:t>
            </a:r>
            <a:r>
              <a:rPr sz="1400" spc="-35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сервер)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сегодня</a:t>
            </a:r>
            <a:r>
              <a:rPr sz="1400" spc="-50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упал.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Просто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взял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упал.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Как </a:t>
            </a:r>
            <a:r>
              <a:rPr sz="1400" spc="-36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показывает</a:t>
            </a:r>
            <a:r>
              <a:rPr sz="1400" spc="-3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практика,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-20" dirty="0">
                <a:latin typeface="Segoe UI Light"/>
                <a:cs typeface="Segoe UI Light"/>
              </a:rPr>
              <a:t>готовы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 </a:t>
            </a:r>
            <a:r>
              <a:rPr sz="1400" spc="-20" dirty="0">
                <a:latin typeface="Segoe UI Light"/>
                <a:cs typeface="Segoe UI Light"/>
              </a:rPr>
              <a:t>этому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далеко </a:t>
            </a:r>
            <a:r>
              <a:rPr sz="1400" dirty="0">
                <a:latin typeface="Segoe UI Light"/>
                <a:cs typeface="Segoe UI Light"/>
              </a:rPr>
              <a:t>не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все*:</a:t>
            </a:r>
            <a:endParaRPr sz="1400">
              <a:latin typeface="Segoe UI Light"/>
              <a:cs typeface="Segoe UI Light"/>
            </a:endParaRPr>
          </a:p>
          <a:p>
            <a:pPr marL="50800" marR="481965">
              <a:lnSpc>
                <a:spcPct val="119900"/>
              </a:lnSpc>
              <a:spcBef>
                <a:spcPts val="1345"/>
              </a:spcBef>
            </a:pPr>
            <a:r>
              <a:rPr sz="1400" spc="-5" dirty="0">
                <a:latin typeface="Segoe UI Light"/>
                <a:cs typeface="Segoe UI Light"/>
              </a:rPr>
              <a:t>93% компаний, </a:t>
            </a:r>
            <a:r>
              <a:rPr sz="1400" spc="-15" dirty="0">
                <a:latin typeface="Segoe UI Light"/>
                <a:cs typeface="Segoe UI Light"/>
              </a:rPr>
              <a:t>которые </a:t>
            </a:r>
            <a:r>
              <a:rPr sz="1400" spc="-10" dirty="0">
                <a:latin typeface="Segoe UI Light"/>
                <a:cs typeface="Segoe UI Light"/>
              </a:rPr>
              <a:t>теряли </a:t>
            </a:r>
            <a:r>
              <a:rPr sz="1400" dirty="0">
                <a:latin typeface="Segoe UI Light"/>
                <a:cs typeface="Segoe UI Light"/>
              </a:rPr>
              <a:t>свой </a:t>
            </a:r>
            <a:r>
              <a:rPr sz="1400" spc="-5" dirty="0">
                <a:latin typeface="Segoe UI Light"/>
                <a:cs typeface="Segoe UI Light"/>
              </a:rPr>
              <a:t>ЦОД </a:t>
            </a:r>
            <a:r>
              <a:rPr sz="1400" dirty="0">
                <a:latin typeface="Segoe UI Light"/>
                <a:cs typeface="Segoe UI Light"/>
              </a:rPr>
              <a:t>на </a:t>
            </a:r>
            <a:r>
              <a:rPr sz="1400" spc="110" dirty="0">
                <a:latin typeface="Segoe UI Light"/>
                <a:cs typeface="Segoe UI Light"/>
              </a:rPr>
              <a:t>10 </a:t>
            </a:r>
            <a:r>
              <a:rPr sz="1400" dirty="0">
                <a:latin typeface="Segoe UI Light"/>
                <a:cs typeface="Segoe UI Light"/>
              </a:rPr>
              <a:t>и более </a:t>
            </a:r>
            <a:r>
              <a:rPr sz="1400" spc="-5" dirty="0">
                <a:latin typeface="Segoe UI Light"/>
                <a:cs typeface="Segoe UI Light"/>
              </a:rPr>
              <a:t>дней из-за </a:t>
            </a:r>
            <a:r>
              <a:rPr sz="1400" dirty="0">
                <a:latin typeface="Segoe UI Light"/>
                <a:cs typeface="Segoe UI Light"/>
              </a:rPr>
              <a:t>катастрофы, стали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2100" spc="-7" baseline="13888" dirty="0">
                <a:latin typeface="Segoe UI Light"/>
                <a:cs typeface="Segoe UI Light"/>
              </a:rPr>
              <a:t>банкротами</a:t>
            </a:r>
            <a:r>
              <a:rPr sz="2100" spc="-67" baseline="13888" dirty="0">
                <a:latin typeface="Segoe UI Light"/>
                <a:cs typeface="Segoe UI Light"/>
              </a:rPr>
              <a:t> </a:t>
            </a:r>
            <a:r>
              <a:rPr sz="2100" baseline="13888" dirty="0">
                <a:latin typeface="Segoe UI Light"/>
                <a:cs typeface="Segoe UI Light"/>
              </a:rPr>
              <a:t>в</a:t>
            </a:r>
            <a:r>
              <a:rPr sz="2100" spc="15" baseline="13888" dirty="0">
                <a:latin typeface="Segoe UI Light"/>
                <a:cs typeface="Segoe UI Light"/>
              </a:rPr>
              <a:t> </a:t>
            </a:r>
            <a:r>
              <a:rPr sz="2100" spc="-15" baseline="13888" dirty="0">
                <a:latin typeface="Segoe UI Light"/>
                <a:cs typeface="Segoe UI Light"/>
              </a:rPr>
              <a:t>течение</a:t>
            </a:r>
            <a:r>
              <a:rPr sz="2100" spc="37" baseline="13888" dirty="0">
                <a:latin typeface="Segoe UI Light"/>
                <a:cs typeface="Segoe UI Light"/>
              </a:rPr>
              <a:t> </a:t>
            </a:r>
            <a:r>
              <a:rPr sz="2100" spc="-22" baseline="13888" dirty="0">
                <a:latin typeface="Segoe UI Light"/>
                <a:cs typeface="Segoe UI Light"/>
              </a:rPr>
              <a:t>года</a:t>
            </a:r>
            <a:r>
              <a:rPr sz="2100" spc="-37" baseline="13888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(National</a:t>
            </a:r>
            <a:r>
              <a:rPr sz="900" spc="-20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Archives</a:t>
            </a:r>
            <a:r>
              <a:rPr sz="900" spc="5" dirty="0">
                <a:latin typeface="Segoe UI Light"/>
                <a:cs typeface="Segoe UI Light"/>
              </a:rPr>
              <a:t> </a:t>
            </a:r>
            <a:r>
              <a:rPr sz="900" spc="25" dirty="0">
                <a:latin typeface="Segoe UI Light"/>
                <a:cs typeface="Segoe UI Light"/>
              </a:rPr>
              <a:t>&amp;</a:t>
            </a:r>
            <a:r>
              <a:rPr sz="900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Records</a:t>
            </a:r>
            <a:r>
              <a:rPr sz="900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Administration</a:t>
            </a:r>
            <a:r>
              <a:rPr sz="900" spc="-30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in</a:t>
            </a:r>
            <a:r>
              <a:rPr sz="900" spc="-5" dirty="0">
                <a:latin typeface="Segoe UI Light"/>
                <a:cs typeface="Segoe UI Light"/>
              </a:rPr>
              <a:t> </a:t>
            </a:r>
            <a:r>
              <a:rPr sz="900" spc="10" dirty="0">
                <a:latin typeface="Segoe UI Light"/>
                <a:cs typeface="Segoe UI Light"/>
              </a:rPr>
              <a:t>Washington)</a:t>
            </a:r>
            <a:endParaRPr sz="900">
              <a:latin typeface="Segoe UI Light"/>
              <a:cs typeface="Segoe UI Light"/>
            </a:endParaRPr>
          </a:p>
          <a:p>
            <a:pPr marL="393065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1400" spc="5" dirty="0">
                <a:latin typeface="Segoe UI Light"/>
                <a:cs typeface="Segoe UI Light"/>
              </a:rPr>
              <a:t>Каждую</a:t>
            </a:r>
            <a:r>
              <a:rPr sz="1400" spc="-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неделю</a:t>
            </a:r>
            <a:r>
              <a:rPr sz="1400" dirty="0">
                <a:latin typeface="Segoe UI Light"/>
                <a:cs typeface="Segoe UI Light"/>
              </a:rPr>
              <a:t> в </a:t>
            </a:r>
            <a:r>
              <a:rPr sz="1400" spc="-5" dirty="0">
                <a:latin typeface="Segoe UI Light"/>
                <a:cs typeface="Segoe UI Light"/>
              </a:rPr>
              <a:t>США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выходит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из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строя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65" dirty="0">
                <a:latin typeface="Segoe UI Light"/>
                <a:cs typeface="Segoe UI Light"/>
              </a:rPr>
              <a:t>140</a:t>
            </a:r>
            <a:r>
              <a:rPr sz="1400" spc="2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000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жестких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дисков</a:t>
            </a:r>
            <a:r>
              <a:rPr sz="1400" spc="20" dirty="0">
                <a:latin typeface="Segoe UI Light"/>
                <a:cs typeface="Segoe UI Light"/>
              </a:rPr>
              <a:t> </a:t>
            </a:r>
            <a:r>
              <a:rPr sz="1350" spc="22" baseline="-21604" dirty="0">
                <a:latin typeface="Segoe UI Light"/>
                <a:cs typeface="Segoe UI Light"/>
              </a:rPr>
              <a:t>(Mozy</a:t>
            </a:r>
            <a:r>
              <a:rPr sz="1350" baseline="-21604" dirty="0">
                <a:latin typeface="Segoe UI Light"/>
                <a:cs typeface="Segoe UI Light"/>
              </a:rPr>
              <a:t> </a:t>
            </a:r>
            <a:r>
              <a:rPr sz="1350" spc="15" baseline="-21604" dirty="0">
                <a:latin typeface="Segoe UI Light"/>
                <a:cs typeface="Segoe UI Light"/>
              </a:rPr>
              <a:t>Online</a:t>
            </a:r>
            <a:r>
              <a:rPr sz="1350" spc="-15" baseline="-21604" dirty="0">
                <a:latin typeface="Segoe UI Light"/>
                <a:cs typeface="Segoe UI Light"/>
              </a:rPr>
              <a:t> </a:t>
            </a:r>
            <a:r>
              <a:rPr sz="1350" spc="22" baseline="-21604" dirty="0">
                <a:latin typeface="Segoe UI Light"/>
                <a:cs typeface="Segoe UI Light"/>
              </a:rPr>
              <a:t>Backup)</a:t>
            </a:r>
            <a:endParaRPr sz="1350" baseline="-21604">
              <a:latin typeface="Segoe UI Light"/>
              <a:cs typeface="Segoe UI Light"/>
            </a:endParaRPr>
          </a:p>
          <a:p>
            <a:pPr marL="393700" indent="-3435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1400" dirty="0">
                <a:latin typeface="Segoe UI Light"/>
                <a:cs typeface="Segoe UI Light"/>
              </a:rPr>
              <a:t>У</a:t>
            </a:r>
            <a:r>
              <a:rPr sz="1400" spc="-5" dirty="0">
                <a:latin typeface="Segoe UI Light"/>
                <a:cs typeface="Segoe UI Light"/>
              </a:rPr>
              <a:t> </a:t>
            </a:r>
            <a:r>
              <a:rPr sz="1400" spc="5" dirty="0">
                <a:latin typeface="Segoe UI Light"/>
                <a:cs typeface="Segoe UI Light"/>
              </a:rPr>
              <a:t>75%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компаний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нет решений </a:t>
            </a:r>
            <a:r>
              <a:rPr sz="1400" spc="5" dirty="0">
                <a:latin typeface="Segoe UI Light"/>
                <a:cs typeface="Segoe UI Light"/>
              </a:rPr>
              <a:t>для </a:t>
            </a:r>
            <a:r>
              <a:rPr sz="1400" spc="-5" dirty="0">
                <a:latin typeface="Segoe UI Light"/>
                <a:cs typeface="Segoe UI Light"/>
              </a:rPr>
              <a:t>аварийного восстановления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350" spc="7" baseline="-21604" dirty="0">
                <a:latin typeface="Segoe UI Light"/>
                <a:cs typeface="Segoe UI Light"/>
              </a:rPr>
              <a:t>(Forrester</a:t>
            </a:r>
            <a:r>
              <a:rPr sz="1350" spc="52" baseline="-21604" dirty="0">
                <a:latin typeface="Segoe UI Light"/>
                <a:cs typeface="Segoe UI Light"/>
              </a:rPr>
              <a:t> </a:t>
            </a:r>
            <a:r>
              <a:rPr sz="1350" spc="15" baseline="-21604" dirty="0">
                <a:latin typeface="Segoe UI Light"/>
                <a:cs typeface="Segoe UI Light"/>
              </a:rPr>
              <a:t>Research, Inc.)</a:t>
            </a:r>
            <a:endParaRPr sz="1350" baseline="-21604">
              <a:latin typeface="Segoe UI Light"/>
              <a:cs typeface="Segoe UI Light"/>
            </a:endParaRPr>
          </a:p>
          <a:p>
            <a:pPr marL="393700" indent="-3435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93065" algn="l"/>
                <a:tab pos="394335" algn="l"/>
              </a:tabLst>
            </a:pPr>
            <a:r>
              <a:rPr sz="1400" spc="-10" dirty="0">
                <a:latin typeface="Segoe UI Light"/>
                <a:cs typeface="Segoe UI Light"/>
              </a:rPr>
              <a:t>34% </a:t>
            </a:r>
            <a:r>
              <a:rPr sz="1400" spc="-5" dirty="0">
                <a:latin typeface="Segoe UI Light"/>
                <a:cs typeface="Segoe UI Light"/>
              </a:rPr>
              <a:t>компаний</a:t>
            </a:r>
            <a:r>
              <a:rPr sz="1400" spc="-3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не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тестируют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резервные</a:t>
            </a:r>
            <a:r>
              <a:rPr sz="1400" spc="-10" dirty="0">
                <a:latin typeface="Segoe UI Light"/>
                <a:cs typeface="Segoe UI Light"/>
              </a:rPr>
              <a:t> копии.</a:t>
            </a:r>
            <a:endParaRPr sz="1400">
              <a:latin typeface="Segoe UI Light"/>
              <a:cs typeface="Segoe UI Light"/>
            </a:endParaRPr>
          </a:p>
          <a:p>
            <a:pPr marL="393700" indent="-3435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93065" algn="l"/>
                <a:tab pos="394335" algn="l"/>
              </a:tabLst>
            </a:pPr>
            <a:r>
              <a:rPr sz="1400" spc="10" dirty="0">
                <a:latin typeface="Segoe UI Light"/>
                <a:cs typeface="Segoe UI Light"/>
              </a:rPr>
              <a:t>77%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15" dirty="0">
                <a:latin typeface="Segoe UI Light"/>
                <a:cs typeface="Segoe UI Light"/>
              </a:rPr>
              <a:t>тех,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15" dirty="0">
                <a:latin typeface="Segoe UI Light"/>
                <a:cs typeface="Segoe UI Light"/>
              </a:rPr>
              <a:t>кто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15" dirty="0">
                <a:latin typeface="Segoe UI Light"/>
                <a:cs typeface="Segoe UI Light"/>
              </a:rPr>
              <a:t>тестируют,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обнаруживали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нечитаемые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накопители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в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своих</a:t>
            </a:r>
            <a:r>
              <a:rPr sz="1400" spc="1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библиотеках.</a:t>
            </a:r>
            <a:endParaRPr sz="1400">
              <a:latin typeface="Segoe UI Light"/>
              <a:cs typeface="Segoe UI Light"/>
            </a:endParaRPr>
          </a:p>
          <a:p>
            <a:pPr marL="50800">
              <a:lnSpc>
                <a:spcPct val="100000"/>
              </a:lnSpc>
              <a:spcBef>
                <a:spcPts val="414"/>
              </a:spcBef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Light"/>
                <a:cs typeface="Segoe UI Light"/>
                <a:hlinkClick r:id="rId4"/>
              </a:rPr>
              <a:t>*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Light"/>
                <a:cs typeface="Segoe UI Light"/>
                <a:hlinkClick r:id="rId4"/>
              </a:rPr>
              <a:t>https://habrahabr.ru/company/croc/blog/143877/</a:t>
            </a:r>
            <a:endParaRPr sz="1000">
              <a:latin typeface="Segoe UI Light"/>
              <a:cs typeface="Segoe UI Light"/>
            </a:endParaRPr>
          </a:p>
          <a:p>
            <a:pPr marL="50800" marR="297815">
              <a:lnSpc>
                <a:spcPct val="100000"/>
              </a:lnSpc>
              <a:spcBef>
                <a:spcPts val="1785"/>
              </a:spcBef>
            </a:pPr>
            <a:r>
              <a:rPr sz="1600" spc="-10" dirty="0">
                <a:latin typeface="Segoe UI Light"/>
                <a:cs typeface="Segoe UI Light"/>
              </a:rPr>
              <a:t>Специалисты</a:t>
            </a:r>
            <a:r>
              <a:rPr sz="1600" spc="25" dirty="0">
                <a:latin typeface="Segoe UI Light"/>
                <a:cs typeface="Segoe UI Light"/>
              </a:rPr>
              <a:t> </a:t>
            </a:r>
            <a:r>
              <a:rPr sz="1600" spc="-5" dirty="0">
                <a:latin typeface="Segoe UI Light"/>
                <a:cs typeface="Segoe UI Light"/>
              </a:rPr>
              <a:t>Softline</a:t>
            </a:r>
            <a:r>
              <a:rPr sz="1600" spc="30" dirty="0">
                <a:latin typeface="Segoe UI Light"/>
                <a:cs typeface="Segoe UI Light"/>
              </a:rPr>
              <a:t> </a:t>
            </a:r>
            <a:r>
              <a:rPr sz="1600" spc="-20" dirty="0">
                <a:latin typeface="Segoe UI Light"/>
                <a:cs typeface="Segoe UI Light"/>
              </a:rPr>
              <a:t>имеют</a:t>
            </a:r>
            <a:r>
              <a:rPr sz="1600" spc="30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многолетний</a:t>
            </a:r>
            <a:r>
              <a:rPr sz="1600" spc="55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опыт</a:t>
            </a:r>
            <a:r>
              <a:rPr sz="1600" spc="10" dirty="0">
                <a:latin typeface="Segoe UI Light"/>
                <a:cs typeface="Segoe UI Light"/>
              </a:rPr>
              <a:t> </a:t>
            </a:r>
            <a:r>
              <a:rPr sz="1600" spc="-5" dirty="0">
                <a:latin typeface="Segoe UI Light"/>
                <a:cs typeface="Segoe UI Light"/>
              </a:rPr>
              <a:t>создания</a:t>
            </a:r>
            <a:r>
              <a:rPr sz="1600" spc="45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резервных</a:t>
            </a:r>
            <a:r>
              <a:rPr sz="1600" spc="45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ЦОДов</a:t>
            </a:r>
            <a:r>
              <a:rPr sz="1600" dirty="0">
                <a:latin typeface="Segoe UI Light"/>
                <a:cs typeface="Segoe UI Light"/>
              </a:rPr>
              <a:t> </a:t>
            </a:r>
            <a:r>
              <a:rPr sz="1600" spc="-5" dirty="0">
                <a:latin typeface="Segoe UI Light"/>
                <a:cs typeface="Segoe UI Light"/>
              </a:rPr>
              <a:t>и </a:t>
            </a:r>
            <a:r>
              <a:rPr sz="1600" spc="-420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катастрофоустойчивых</a:t>
            </a:r>
            <a:r>
              <a:rPr sz="1600" spc="35" dirty="0">
                <a:latin typeface="Segoe UI Light"/>
                <a:cs typeface="Segoe UI Light"/>
              </a:rPr>
              <a:t> </a:t>
            </a:r>
            <a:r>
              <a:rPr sz="1600" spc="-10" dirty="0">
                <a:latin typeface="Segoe UI Light"/>
                <a:cs typeface="Segoe UI Light"/>
              </a:rPr>
              <a:t>решений.</a:t>
            </a:r>
            <a:endParaRPr sz="16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3000" y="1524000"/>
            <a:ext cx="4842544" cy="14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48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37" y="199706"/>
            <a:ext cx="5621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800000"/>
                </a:solidFill>
                <a:latin typeface="Segoe UI"/>
                <a:cs typeface="Segoe UI"/>
              </a:rPr>
              <a:t>Аутсорсинг</a:t>
            </a:r>
            <a:r>
              <a:rPr spc="-5" dirty="0">
                <a:solidFill>
                  <a:srgbClr val="800000"/>
                </a:solidFill>
                <a:latin typeface="Segoe UI"/>
                <a:cs typeface="Segoe UI"/>
              </a:rPr>
              <a:t> ИТ-инфраструктуры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232" y="831050"/>
            <a:ext cx="11042650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Light"/>
                <a:cs typeface="Segoe UI Light"/>
              </a:rPr>
              <a:t>С </a:t>
            </a:r>
            <a:r>
              <a:rPr sz="1800" spc="-5" dirty="0">
                <a:latin typeface="Segoe UI Light"/>
                <a:cs typeface="Segoe UI Light"/>
              </a:rPr>
              <a:t>целью оптимизации </a:t>
            </a:r>
            <a:r>
              <a:rPr sz="1800" spc="-10" dirty="0">
                <a:latin typeface="Segoe UI Light"/>
                <a:cs typeface="Segoe UI Light"/>
              </a:rPr>
              <a:t>затрат </a:t>
            </a:r>
            <a:r>
              <a:rPr sz="1800" dirty="0">
                <a:latin typeface="Segoe UI Light"/>
                <a:cs typeface="Segoe UI Light"/>
              </a:rPr>
              <a:t>на </a:t>
            </a:r>
            <a:r>
              <a:rPr sz="1800" spc="-10" dirty="0">
                <a:latin typeface="Segoe UI Light"/>
                <a:cs typeface="Segoe UI Light"/>
              </a:rPr>
              <a:t>развёртывание, </a:t>
            </a:r>
            <a:r>
              <a:rPr sz="1800" spc="-15" dirty="0">
                <a:latin typeface="Segoe UI Light"/>
                <a:cs typeface="Segoe UI Light"/>
              </a:rPr>
              <a:t>поддержку </a:t>
            </a:r>
            <a:r>
              <a:rPr sz="1800" dirty="0">
                <a:latin typeface="Segoe UI Light"/>
                <a:cs typeface="Segoe UI Light"/>
              </a:rPr>
              <a:t>и </a:t>
            </a:r>
            <a:r>
              <a:rPr sz="1800" spc="-5" dirty="0">
                <a:latin typeface="Segoe UI Light"/>
                <a:cs typeface="Segoe UI Light"/>
              </a:rPr>
              <a:t>обслуживание </a:t>
            </a:r>
            <a:r>
              <a:rPr sz="1800" spc="-10" dirty="0">
                <a:latin typeface="Segoe UI Light"/>
                <a:cs typeface="Segoe UI Light"/>
              </a:rPr>
              <a:t>компании </a:t>
            </a:r>
            <a:r>
              <a:rPr sz="1800" spc="5" dirty="0">
                <a:latin typeface="Segoe UI Light"/>
                <a:cs typeface="Segoe UI Light"/>
              </a:rPr>
              <a:t>могут </a:t>
            </a:r>
            <a:r>
              <a:rPr sz="1800" spc="-20" dirty="0">
                <a:latin typeface="Segoe UI Light"/>
                <a:cs typeface="Segoe UI Light"/>
              </a:rPr>
              <a:t>отдать </a:t>
            </a:r>
            <a:r>
              <a:rPr sz="1800" spc="-5" dirty="0">
                <a:latin typeface="Segoe UI Light"/>
                <a:cs typeface="Segoe UI Light"/>
              </a:rPr>
              <a:t>часть </a:t>
            </a:r>
            <a:r>
              <a:rPr sz="1800" dirty="0">
                <a:latin typeface="Segoe UI Light"/>
                <a:cs typeface="Segoe UI Light"/>
              </a:rPr>
              <a:t> функций</a:t>
            </a:r>
            <a:r>
              <a:rPr sz="1800" spc="-35" dirty="0">
                <a:latin typeface="Segoe UI Light"/>
                <a:cs typeface="Segoe UI Light"/>
              </a:rPr>
              <a:t> </a:t>
            </a:r>
            <a:r>
              <a:rPr sz="1800" spc="-15" dirty="0">
                <a:latin typeface="Segoe UI Light"/>
                <a:cs typeface="Segoe UI Light"/>
              </a:rPr>
              <a:t>ИТ-отдела</a:t>
            </a:r>
            <a:r>
              <a:rPr sz="1800" spc="5" dirty="0">
                <a:latin typeface="Segoe UI Light"/>
                <a:cs typeface="Segoe UI Light"/>
              </a:rPr>
              <a:t> </a:t>
            </a:r>
            <a:r>
              <a:rPr sz="1800" spc="-10" dirty="0">
                <a:latin typeface="Segoe UI Light"/>
                <a:cs typeface="Segoe UI Light"/>
              </a:rPr>
              <a:t>сервис-провайдеру,</a:t>
            </a:r>
            <a:r>
              <a:rPr sz="1800" spc="-2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либо</a:t>
            </a:r>
            <a:r>
              <a:rPr sz="1800" spc="10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полностью </a:t>
            </a:r>
            <a:r>
              <a:rPr sz="1800" spc="-10" dirty="0">
                <a:latin typeface="Segoe UI Light"/>
                <a:cs typeface="Segoe UI Light"/>
              </a:rPr>
              <a:t>отказаться</a:t>
            </a:r>
            <a:r>
              <a:rPr sz="1800" spc="15" dirty="0">
                <a:latin typeface="Segoe UI Light"/>
                <a:cs typeface="Segoe UI Light"/>
              </a:rPr>
              <a:t> </a:t>
            </a:r>
            <a:r>
              <a:rPr sz="1800" spc="-25" dirty="0">
                <a:latin typeface="Segoe UI Light"/>
                <a:cs typeface="Segoe UI Light"/>
              </a:rPr>
              <a:t>от</a:t>
            </a:r>
            <a:r>
              <a:rPr sz="1800" spc="5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использования</a:t>
            </a:r>
            <a:r>
              <a:rPr sz="1800" spc="-35" dirty="0">
                <a:latin typeface="Segoe UI Light"/>
                <a:cs typeface="Segoe UI Light"/>
              </a:rPr>
              <a:t> </a:t>
            </a:r>
            <a:r>
              <a:rPr sz="1800" spc="-5" dirty="0">
                <a:latin typeface="Segoe UI Light"/>
                <a:cs typeface="Segoe UI Light"/>
              </a:rPr>
              <a:t>собственных ресурсов.</a:t>
            </a:r>
            <a:endParaRPr sz="1800">
              <a:latin typeface="Segoe UI Light"/>
              <a:cs typeface="Segoe UI Light"/>
            </a:endParaRPr>
          </a:p>
          <a:p>
            <a:pPr marR="257175" algn="ctr">
              <a:lnSpc>
                <a:spcPct val="100000"/>
              </a:lnSpc>
              <a:spcBef>
                <a:spcPts val="1465"/>
              </a:spcBef>
            </a:pPr>
            <a:r>
              <a:rPr sz="1800" dirty="0">
                <a:solidFill>
                  <a:srgbClr val="5E0E20"/>
                </a:solidFill>
                <a:latin typeface="Segoe UI Light"/>
                <a:cs typeface="Segoe UI Light"/>
              </a:rPr>
              <a:t>Преимущества</a:t>
            </a:r>
            <a:r>
              <a:rPr sz="1800" spc="-65" dirty="0">
                <a:solidFill>
                  <a:srgbClr val="5E0E20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5E0E20"/>
                </a:solidFill>
                <a:latin typeface="Segoe UI Light"/>
                <a:cs typeface="Segoe UI Light"/>
              </a:rPr>
              <a:t>использования</a:t>
            </a:r>
            <a:r>
              <a:rPr sz="1800" spc="-50" dirty="0">
                <a:solidFill>
                  <a:srgbClr val="5E0E20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5E0E20"/>
                </a:solidFill>
                <a:latin typeface="Segoe UI Light"/>
                <a:cs typeface="Segoe UI Light"/>
              </a:rPr>
              <a:t>аутсорсинга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430" y="4278874"/>
            <a:ext cx="2423795" cy="203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400" spc="-10" dirty="0">
                <a:latin typeface="Segoe UI Light"/>
                <a:cs typeface="Segoe UI Light"/>
              </a:rPr>
              <a:t>Отсутствует </a:t>
            </a:r>
            <a:r>
              <a:rPr sz="1400" dirty="0">
                <a:latin typeface="Segoe UI Light"/>
                <a:cs typeface="Segoe UI Light"/>
              </a:rPr>
              <a:t>риск </a:t>
            </a:r>
            <a:r>
              <a:rPr sz="1400" spc="-5" dirty="0">
                <a:latin typeface="Segoe UI Light"/>
                <a:cs typeface="Segoe UI Light"/>
              </a:rPr>
              <a:t>болезни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или </a:t>
            </a:r>
            <a:r>
              <a:rPr sz="1400" spc="-10" dirty="0">
                <a:latin typeface="Segoe UI Light"/>
                <a:cs typeface="Segoe UI Light"/>
              </a:rPr>
              <a:t>отпуска </a:t>
            </a:r>
            <a:r>
              <a:rPr sz="1400" spc="-5" dirty="0">
                <a:latin typeface="Segoe UI Light"/>
                <a:cs typeface="Segoe UI Light"/>
              </a:rPr>
              <a:t>ключевого 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специалиста </a:t>
            </a:r>
            <a:r>
              <a:rPr sz="1400" dirty="0">
                <a:latin typeface="Segoe UI Light"/>
                <a:cs typeface="Segoe UI Light"/>
              </a:rPr>
              <a:t>в самый не 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подходящий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момент;</a:t>
            </a:r>
            <a:endParaRPr sz="1400">
              <a:latin typeface="Segoe UI Light"/>
              <a:cs typeface="Segoe UI Light"/>
            </a:endParaRPr>
          </a:p>
          <a:p>
            <a:pPr marL="355600" marR="5080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400" spc="-5" dirty="0">
                <a:latin typeface="Segoe UI Light"/>
                <a:cs typeface="Segoe UI Light"/>
              </a:rPr>
              <a:t>Риски, связанные </a:t>
            </a:r>
            <a:r>
              <a:rPr sz="1400" dirty="0">
                <a:latin typeface="Segoe UI Light"/>
                <a:cs typeface="Segoe UI Light"/>
              </a:rPr>
              <a:t>с 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персоналом </a:t>
            </a:r>
            <a:r>
              <a:rPr sz="1400" spc="-5" dirty="0">
                <a:latin typeface="Segoe UI Light"/>
                <a:cs typeface="Segoe UI Light"/>
              </a:rPr>
              <a:t>(в </a:t>
            </a:r>
            <a:r>
              <a:rPr sz="1400" spc="-25" dirty="0">
                <a:latin typeface="Segoe UI Light"/>
                <a:cs typeface="Segoe UI Light"/>
              </a:rPr>
              <a:t>т.ч. </a:t>
            </a:r>
            <a:r>
              <a:rPr sz="1400" spc="10" dirty="0">
                <a:latin typeface="Segoe UI Light"/>
                <a:cs typeface="Segoe UI Light"/>
              </a:rPr>
              <a:t>поиск, 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подбор </a:t>
            </a:r>
            <a:r>
              <a:rPr sz="1400" dirty="0">
                <a:latin typeface="Segoe UI Light"/>
                <a:cs typeface="Segoe UI Light"/>
              </a:rPr>
              <a:t>и </a:t>
            </a:r>
            <a:r>
              <a:rPr sz="1400" spc="-5" dirty="0">
                <a:latin typeface="Segoe UI Light"/>
                <a:cs typeface="Segoe UI Light"/>
              </a:rPr>
              <a:t>обучение </a:t>
            </a:r>
            <a:r>
              <a:rPr sz="1400" dirty="0">
                <a:latin typeface="Segoe UI Light"/>
                <a:cs typeface="Segoe UI Light"/>
              </a:rPr>
              <a:t>новых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20" dirty="0">
                <a:latin typeface="Segoe UI Light"/>
                <a:cs typeface="Segoe UI Light"/>
              </a:rPr>
              <a:t>сотрудников);</a:t>
            </a:r>
            <a:endParaRPr sz="1400">
              <a:latin typeface="Segoe UI Light"/>
              <a:cs typeface="Segoe UI Light"/>
            </a:endParaRPr>
          </a:p>
          <a:p>
            <a:pPr marL="354965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Segoe UI Light"/>
                <a:cs typeface="Segoe UI Light"/>
              </a:rPr>
              <a:t>Риск</a:t>
            </a:r>
            <a:r>
              <a:rPr sz="1400" spc="-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кражи</a:t>
            </a:r>
            <a:r>
              <a:rPr sz="1400" spc="-5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информации.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8151" y="4279409"/>
            <a:ext cx="2753995" cy="207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08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400" spc="-5" dirty="0">
                <a:latin typeface="Segoe UI Light"/>
                <a:cs typeface="Segoe UI Light"/>
              </a:rPr>
              <a:t>Не</a:t>
            </a:r>
            <a:r>
              <a:rPr sz="1400" spc="-10" dirty="0">
                <a:latin typeface="Segoe UI Light"/>
                <a:cs typeface="Segoe UI Light"/>
              </a:rPr>
              <a:t> требуется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нанимать 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специалистов</a:t>
            </a:r>
            <a:r>
              <a:rPr sz="1400" spc="-5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</a:t>
            </a:r>
            <a:r>
              <a:rPr sz="1400" spc="-2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тратить</a:t>
            </a:r>
            <a:r>
              <a:rPr sz="1400" spc="-4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время </a:t>
            </a:r>
            <a:r>
              <a:rPr sz="1400" spc="-36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на</a:t>
            </a:r>
            <a:r>
              <a:rPr sz="1400" spc="-3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собеседования;</a:t>
            </a:r>
            <a:endParaRPr sz="1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400" dirty="0">
                <a:latin typeface="Segoe UI Light"/>
                <a:cs typeface="Segoe UI Light"/>
              </a:rPr>
              <a:t>Быстрый</a:t>
            </a:r>
            <a:r>
              <a:rPr sz="1400" spc="-45" dirty="0">
                <a:latin typeface="Segoe UI Light"/>
                <a:cs typeface="Segoe UI Light"/>
              </a:rPr>
              <a:t> </a:t>
            </a:r>
            <a:r>
              <a:rPr sz="1400" spc="-25" dirty="0">
                <a:latin typeface="Segoe UI Light"/>
                <a:cs typeface="Segoe UI Light"/>
              </a:rPr>
              <a:t>результат;</a:t>
            </a:r>
            <a:endParaRPr sz="1400">
              <a:latin typeface="Segoe UI Light"/>
              <a:cs typeface="Segoe UI Light"/>
            </a:endParaRPr>
          </a:p>
          <a:p>
            <a:pPr marL="355600" marR="248285" indent="-3429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400" spc="-5" dirty="0">
                <a:latin typeface="Segoe UI Light"/>
                <a:cs typeface="Segoe UI Light"/>
              </a:rPr>
              <a:t>Не </a:t>
            </a:r>
            <a:r>
              <a:rPr sz="1400" spc="-10" dirty="0">
                <a:latin typeface="Segoe UI Light"/>
                <a:cs typeface="Segoe UI Light"/>
              </a:rPr>
              <a:t>требуется </a:t>
            </a:r>
            <a:r>
              <a:rPr sz="1400" spc="-5" dirty="0">
                <a:latin typeface="Segoe UI Light"/>
                <a:cs typeface="Segoe UI Light"/>
              </a:rPr>
              <a:t>тратить </a:t>
            </a:r>
            <a:r>
              <a:rPr sz="1400" dirty="0">
                <a:latin typeface="Segoe UI Light"/>
                <a:cs typeface="Segoe UI Light"/>
              </a:rPr>
              <a:t>время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существующего</a:t>
            </a:r>
            <a:r>
              <a:rPr sz="1400" spc="-7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персонала;</a:t>
            </a:r>
            <a:endParaRPr sz="1400">
              <a:latin typeface="Segoe UI Light"/>
              <a:cs typeface="Segoe UI Light"/>
            </a:endParaRPr>
          </a:p>
          <a:p>
            <a:pPr marL="354965" marR="5080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Segoe UI Light"/>
                <a:cs typeface="Segoe UI Light"/>
              </a:rPr>
              <a:t>Фокус </a:t>
            </a:r>
            <a:r>
              <a:rPr sz="1400" dirty="0">
                <a:latin typeface="Segoe UI Light"/>
                <a:cs typeface="Segoe UI Light"/>
              </a:rPr>
              <a:t>на </a:t>
            </a:r>
            <a:r>
              <a:rPr sz="1400" spc="-10" dirty="0">
                <a:latin typeface="Segoe UI Light"/>
                <a:cs typeface="Segoe UI Light"/>
              </a:rPr>
              <a:t>развитие </a:t>
            </a:r>
            <a:r>
              <a:rPr sz="1400" dirty="0">
                <a:latin typeface="Segoe UI Light"/>
                <a:cs typeface="Segoe UI Light"/>
              </a:rPr>
              <a:t>ИТ и 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бизнеса, </a:t>
            </a:r>
            <a:r>
              <a:rPr sz="1400" dirty="0">
                <a:latin typeface="Segoe UI Light"/>
                <a:cs typeface="Segoe UI Light"/>
              </a:rPr>
              <a:t>а не на </a:t>
            </a:r>
            <a:r>
              <a:rPr sz="1400" spc="-10" dirty="0">
                <a:latin typeface="Segoe UI Light"/>
                <a:cs typeface="Segoe UI Light"/>
              </a:rPr>
              <a:t>поддержание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текущих систем.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7634" y="4217892"/>
            <a:ext cx="3246120" cy="233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210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10" dirty="0">
                <a:latin typeface="Segoe UI Light"/>
                <a:cs typeface="Segoe UI Light"/>
              </a:rPr>
              <a:t>Отсутствие </a:t>
            </a:r>
            <a:r>
              <a:rPr sz="1400" spc="-5" dirty="0">
                <a:latin typeface="Segoe UI Light"/>
                <a:cs typeface="Segoe UI Light"/>
              </a:rPr>
              <a:t>затрат </a:t>
            </a:r>
            <a:r>
              <a:rPr sz="1400" dirty="0">
                <a:latin typeface="Segoe UI Light"/>
                <a:cs typeface="Segoe UI Light"/>
              </a:rPr>
              <a:t>на </a:t>
            </a:r>
            <a:r>
              <a:rPr sz="1400" spc="-5" dirty="0">
                <a:latin typeface="Segoe UI Light"/>
                <a:cs typeface="Segoe UI Light"/>
              </a:rPr>
              <a:t>НДФЛ, </a:t>
            </a:r>
            <a:r>
              <a:rPr sz="1400" dirty="0">
                <a:latin typeface="Segoe UI Light"/>
                <a:cs typeface="Segoe UI Light"/>
              </a:rPr>
              <a:t> пенсионные</a:t>
            </a:r>
            <a:r>
              <a:rPr sz="1400" spc="-4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отчисления</a:t>
            </a:r>
            <a:r>
              <a:rPr sz="1400" spc="-3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и</a:t>
            </a:r>
            <a:r>
              <a:rPr sz="1400" spc="-2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ЕСН;</a:t>
            </a:r>
            <a:endParaRPr sz="1400">
              <a:latin typeface="Segoe UI Light"/>
              <a:cs typeface="Segoe UI Light"/>
            </a:endParaRPr>
          </a:p>
          <a:p>
            <a:pPr marL="354965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dirty="0">
                <a:latin typeface="Segoe UI Light"/>
                <a:cs typeface="Segoe UI Light"/>
              </a:rPr>
              <a:t>Использования</a:t>
            </a:r>
            <a:r>
              <a:rPr sz="1400" spc="-6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НДС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к</a:t>
            </a:r>
            <a:r>
              <a:rPr sz="1400" spc="-5" dirty="0">
                <a:latin typeface="Segoe UI Light"/>
                <a:cs typeface="Segoe UI Light"/>
              </a:rPr>
              <a:t> зачету;</a:t>
            </a:r>
            <a:endParaRPr sz="1400">
              <a:latin typeface="Segoe UI Light"/>
              <a:cs typeface="Segoe UI Light"/>
            </a:endParaRPr>
          </a:p>
          <a:p>
            <a:pPr marL="354965" indent="-3429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Segoe UI Light"/>
                <a:cs typeface="Segoe UI Light"/>
              </a:rPr>
              <a:t>Дешевле найма специалиста</a:t>
            </a:r>
            <a:r>
              <a:rPr sz="1400" spc="-2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в</a:t>
            </a:r>
            <a:r>
              <a:rPr sz="1400" spc="1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штат;</a:t>
            </a:r>
            <a:endParaRPr sz="1400">
              <a:latin typeface="Segoe UI Light"/>
              <a:cs typeface="Segoe UI Light"/>
            </a:endParaRPr>
          </a:p>
          <a:p>
            <a:pPr marL="354965" marR="5080" indent="-3429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Segoe UI Light"/>
                <a:cs typeface="Segoe UI Light"/>
              </a:rPr>
              <a:t>Эффективное использование 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человеческих</a:t>
            </a:r>
            <a:r>
              <a:rPr sz="1400" dirty="0">
                <a:latin typeface="Segoe UI Light"/>
                <a:cs typeface="Segoe UI Light"/>
              </a:rPr>
              <a:t> ресурсов</a:t>
            </a:r>
            <a:r>
              <a:rPr sz="1400" spc="-10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(не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dirty="0">
                <a:latin typeface="Segoe UI Light"/>
                <a:cs typeface="Segoe UI Light"/>
              </a:rPr>
              <a:t>нужно </a:t>
            </a:r>
            <a:r>
              <a:rPr sz="1400" spc="5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нанимать дополнительный </a:t>
            </a:r>
            <a:r>
              <a:rPr sz="1400" dirty="0">
                <a:latin typeface="Segoe UI Light"/>
                <a:cs typeface="Segoe UI Light"/>
              </a:rPr>
              <a:t>персонал </a:t>
            </a:r>
            <a:r>
              <a:rPr sz="1400" spc="-37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или обременять дополнительными </a:t>
            </a:r>
            <a:r>
              <a:rPr sz="1400" dirty="0">
                <a:latin typeface="Segoe UI Light"/>
                <a:cs typeface="Segoe UI Light"/>
              </a:rPr>
              <a:t> </a:t>
            </a:r>
            <a:r>
              <a:rPr sz="1400" spc="-5" dirty="0">
                <a:latin typeface="Segoe UI Light"/>
                <a:cs typeface="Segoe UI Light"/>
              </a:rPr>
              <a:t>задачами</a:t>
            </a:r>
            <a:r>
              <a:rPr sz="1400" spc="-2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текущий);</a:t>
            </a:r>
            <a:endParaRPr sz="1400">
              <a:latin typeface="Segoe UI Light"/>
              <a:cs typeface="Segoe UI Light"/>
            </a:endParaRPr>
          </a:p>
          <a:p>
            <a:pPr marL="354965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Segoe UI Light"/>
                <a:cs typeface="Segoe UI Light"/>
              </a:rPr>
              <a:t>Не</a:t>
            </a:r>
            <a:r>
              <a:rPr sz="1400" spc="-15" dirty="0">
                <a:latin typeface="Segoe UI Light"/>
                <a:cs typeface="Segoe UI Light"/>
              </a:rPr>
              <a:t> </a:t>
            </a:r>
            <a:r>
              <a:rPr sz="1400" spc="-10" dirty="0">
                <a:latin typeface="Segoe UI Light"/>
                <a:cs typeface="Segoe UI Light"/>
              </a:rPr>
              <a:t>требуется</a:t>
            </a:r>
            <a:r>
              <a:rPr sz="1400" spc="-5" dirty="0">
                <a:latin typeface="Segoe UI Light"/>
                <a:cs typeface="Segoe UI Light"/>
              </a:rPr>
              <a:t> обучение.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0847" y="2146089"/>
            <a:ext cx="2033905" cy="1979295"/>
          </a:xfrm>
          <a:custGeom>
            <a:avLst/>
            <a:gdLst/>
            <a:ahLst/>
            <a:cxnLst/>
            <a:rect l="l" t="t" r="r" b="b"/>
            <a:pathLst>
              <a:path w="2033904" h="1979295">
                <a:moveTo>
                  <a:pt x="1016711" y="0"/>
                </a:moveTo>
                <a:lnTo>
                  <a:pt x="967450" y="1140"/>
                </a:lnTo>
                <a:lnTo>
                  <a:pt x="918794" y="4529"/>
                </a:lnTo>
                <a:lnTo>
                  <a:pt x="870797" y="10113"/>
                </a:lnTo>
                <a:lnTo>
                  <a:pt x="823511" y="17840"/>
                </a:lnTo>
                <a:lnTo>
                  <a:pt x="776990" y="27660"/>
                </a:lnTo>
                <a:lnTo>
                  <a:pt x="731287" y="39519"/>
                </a:lnTo>
                <a:lnTo>
                  <a:pt x="686456" y="53367"/>
                </a:lnTo>
                <a:lnTo>
                  <a:pt x="642549" y="69151"/>
                </a:lnTo>
                <a:lnTo>
                  <a:pt x="599620" y="86819"/>
                </a:lnTo>
                <a:lnTo>
                  <a:pt x="557723" y="106321"/>
                </a:lnTo>
                <a:lnTo>
                  <a:pt x="516910" y="127603"/>
                </a:lnTo>
                <a:lnTo>
                  <a:pt x="477234" y="150614"/>
                </a:lnTo>
                <a:lnTo>
                  <a:pt x="438750" y="175303"/>
                </a:lnTo>
                <a:lnTo>
                  <a:pt x="401509" y="201617"/>
                </a:lnTo>
                <a:lnTo>
                  <a:pt x="365566" y="229504"/>
                </a:lnTo>
                <a:lnTo>
                  <a:pt x="330974" y="258914"/>
                </a:lnTo>
                <a:lnTo>
                  <a:pt x="297786" y="289793"/>
                </a:lnTo>
                <a:lnTo>
                  <a:pt x="266055" y="322090"/>
                </a:lnTo>
                <a:lnTo>
                  <a:pt x="235834" y="355754"/>
                </a:lnTo>
                <a:lnTo>
                  <a:pt x="207178" y="390732"/>
                </a:lnTo>
                <a:lnTo>
                  <a:pt x="180138" y="426973"/>
                </a:lnTo>
                <a:lnTo>
                  <a:pt x="154768" y="464424"/>
                </a:lnTo>
                <a:lnTo>
                  <a:pt x="131122" y="503035"/>
                </a:lnTo>
                <a:lnTo>
                  <a:pt x="109253" y="542752"/>
                </a:lnTo>
                <a:lnTo>
                  <a:pt x="89214" y="583525"/>
                </a:lnTo>
                <a:lnTo>
                  <a:pt x="71058" y="625301"/>
                </a:lnTo>
                <a:lnTo>
                  <a:pt x="54839" y="668030"/>
                </a:lnTo>
                <a:lnTo>
                  <a:pt x="40609" y="711657"/>
                </a:lnTo>
                <a:lnTo>
                  <a:pt x="28422" y="756133"/>
                </a:lnTo>
                <a:lnTo>
                  <a:pt x="18332" y="801405"/>
                </a:lnTo>
                <a:lnTo>
                  <a:pt x="10392" y="847422"/>
                </a:lnTo>
                <a:lnTo>
                  <a:pt x="4654" y="894130"/>
                </a:lnTo>
                <a:lnTo>
                  <a:pt x="1172" y="941480"/>
                </a:lnTo>
                <a:lnTo>
                  <a:pt x="0" y="989418"/>
                </a:lnTo>
                <a:lnTo>
                  <a:pt x="1172" y="1037357"/>
                </a:lnTo>
                <a:lnTo>
                  <a:pt x="4654" y="1084706"/>
                </a:lnTo>
                <a:lnTo>
                  <a:pt x="10392" y="1131415"/>
                </a:lnTo>
                <a:lnTo>
                  <a:pt x="18332" y="1177432"/>
                </a:lnTo>
                <a:lnTo>
                  <a:pt x="28422" y="1222704"/>
                </a:lnTo>
                <a:lnTo>
                  <a:pt x="40609" y="1267179"/>
                </a:lnTo>
                <a:lnTo>
                  <a:pt x="54839" y="1310807"/>
                </a:lnTo>
                <a:lnTo>
                  <a:pt x="71058" y="1353535"/>
                </a:lnTo>
                <a:lnTo>
                  <a:pt x="89214" y="1395312"/>
                </a:lnTo>
                <a:lnTo>
                  <a:pt x="109253" y="1436085"/>
                </a:lnTo>
                <a:lnTo>
                  <a:pt x="131122" y="1475802"/>
                </a:lnTo>
                <a:lnTo>
                  <a:pt x="154768" y="1514413"/>
                </a:lnTo>
                <a:lnTo>
                  <a:pt x="180138" y="1551864"/>
                </a:lnTo>
                <a:lnTo>
                  <a:pt x="207178" y="1588105"/>
                </a:lnTo>
                <a:lnTo>
                  <a:pt x="235834" y="1623083"/>
                </a:lnTo>
                <a:lnTo>
                  <a:pt x="266055" y="1656747"/>
                </a:lnTo>
                <a:lnTo>
                  <a:pt x="297786" y="1689044"/>
                </a:lnTo>
                <a:lnTo>
                  <a:pt x="330974" y="1719923"/>
                </a:lnTo>
                <a:lnTo>
                  <a:pt x="365566" y="1749333"/>
                </a:lnTo>
                <a:lnTo>
                  <a:pt x="401509" y="1777220"/>
                </a:lnTo>
                <a:lnTo>
                  <a:pt x="438750" y="1803534"/>
                </a:lnTo>
                <a:lnTo>
                  <a:pt x="477234" y="1828223"/>
                </a:lnTo>
                <a:lnTo>
                  <a:pt x="516910" y="1851234"/>
                </a:lnTo>
                <a:lnTo>
                  <a:pt x="557723" y="1872516"/>
                </a:lnTo>
                <a:lnTo>
                  <a:pt x="599620" y="1892017"/>
                </a:lnTo>
                <a:lnTo>
                  <a:pt x="642549" y="1909686"/>
                </a:lnTo>
                <a:lnTo>
                  <a:pt x="686456" y="1925470"/>
                </a:lnTo>
                <a:lnTo>
                  <a:pt x="731287" y="1939318"/>
                </a:lnTo>
                <a:lnTo>
                  <a:pt x="776990" y="1951177"/>
                </a:lnTo>
                <a:lnTo>
                  <a:pt x="823511" y="1960997"/>
                </a:lnTo>
                <a:lnTo>
                  <a:pt x="870797" y="1968724"/>
                </a:lnTo>
                <a:lnTo>
                  <a:pt x="918794" y="1974308"/>
                </a:lnTo>
                <a:lnTo>
                  <a:pt x="967450" y="1977696"/>
                </a:lnTo>
                <a:lnTo>
                  <a:pt x="1016711" y="1978837"/>
                </a:lnTo>
                <a:lnTo>
                  <a:pt x="1065972" y="1977696"/>
                </a:lnTo>
                <a:lnTo>
                  <a:pt x="1114627" y="1974308"/>
                </a:lnTo>
                <a:lnTo>
                  <a:pt x="1162625" y="1968724"/>
                </a:lnTo>
                <a:lnTo>
                  <a:pt x="1209911" y="1960997"/>
                </a:lnTo>
                <a:lnTo>
                  <a:pt x="1256431" y="1951177"/>
                </a:lnTo>
                <a:lnTo>
                  <a:pt x="1302134" y="1939318"/>
                </a:lnTo>
                <a:lnTo>
                  <a:pt x="1346966" y="1925470"/>
                </a:lnTo>
                <a:lnTo>
                  <a:pt x="1390872" y="1909686"/>
                </a:lnTo>
                <a:lnTo>
                  <a:pt x="1433801" y="1892017"/>
                </a:lnTo>
                <a:lnTo>
                  <a:pt x="1475699" y="1872516"/>
                </a:lnTo>
                <a:lnTo>
                  <a:pt x="1516512" y="1851234"/>
                </a:lnTo>
                <a:lnTo>
                  <a:pt x="1556187" y="1828223"/>
                </a:lnTo>
                <a:lnTo>
                  <a:pt x="1594672" y="1803534"/>
                </a:lnTo>
                <a:lnTo>
                  <a:pt x="1631912" y="1777220"/>
                </a:lnTo>
                <a:lnTo>
                  <a:pt x="1667855" y="1749333"/>
                </a:lnTo>
                <a:lnTo>
                  <a:pt x="1702447" y="1719923"/>
                </a:lnTo>
                <a:lnTo>
                  <a:pt x="1735635" y="1689044"/>
                </a:lnTo>
                <a:lnTo>
                  <a:pt x="1767366" y="1656747"/>
                </a:lnTo>
                <a:lnTo>
                  <a:pt x="1797587" y="1623083"/>
                </a:lnTo>
                <a:lnTo>
                  <a:pt x="1826244" y="1588105"/>
                </a:lnTo>
                <a:lnTo>
                  <a:pt x="1853284" y="1551864"/>
                </a:lnTo>
                <a:lnTo>
                  <a:pt x="1878653" y="1514413"/>
                </a:lnTo>
                <a:lnTo>
                  <a:pt x="1902299" y="1475802"/>
                </a:lnTo>
                <a:lnTo>
                  <a:pt x="1924168" y="1436085"/>
                </a:lnTo>
                <a:lnTo>
                  <a:pt x="1944208" y="1395312"/>
                </a:lnTo>
                <a:lnTo>
                  <a:pt x="1962363" y="1353535"/>
                </a:lnTo>
                <a:lnTo>
                  <a:pt x="1978583" y="1310807"/>
                </a:lnTo>
                <a:lnTo>
                  <a:pt x="1992812" y="1267179"/>
                </a:lnTo>
                <a:lnTo>
                  <a:pt x="2004999" y="1222704"/>
                </a:lnTo>
                <a:lnTo>
                  <a:pt x="2015089" y="1177432"/>
                </a:lnTo>
                <a:lnTo>
                  <a:pt x="2023030" y="1131415"/>
                </a:lnTo>
                <a:lnTo>
                  <a:pt x="2028768" y="1084706"/>
                </a:lnTo>
                <a:lnTo>
                  <a:pt x="2032249" y="1037357"/>
                </a:lnTo>
                <a:lnTo>
                  <a:pt x="2033422" y="989418"/>
                </a:lnTo>
                <a:lnTo>
                  <a:pt x="2032249" y="941480"/>
                </a:lnTo>
                <a:lnTo>
                  <a:pt x="2028768" y="894130"/>
                </a:lnTo>
                <a:lnTo>
                  <a:pt x="2023030" y="847422"/>
                </a:lnTo>
                <a:lnTo>
                  <a:pt x="2015089" y="801405"/>
                </a:lnTo>
                <a:lnTo>
                  <a:pt x="2004999" y="756133"/>
                </a:lnTo>
                <a:lnTo>
                  <a:pt x="1992812" y="711657"/>
                </a:lnTo>
                <a:lnTo>
                  <a:pt x="1978583" y="668030"/>
                </a:lnTo>
                <a:lnTo>
                  <a:pt x="1962363" y="625301"/>
                </a:lnTo>
                <a:lnTo>
                  <a:pt x="1944208" y="583525"/>
                </a:lnTo>
                <a:lnTo>
                  <a:pt x="1924168" y="542752"/>
                </a:lnTo>
                <a:lnTo>
                  <a:pt x="1902299" y="503035"/>
                </a:lnTo>
                <a:lnTo>
                  <a:pt x="1878653" y="464424"/>
                </a:lnTo>
                <a:lnTo>
                  <a:pt x="1853284" y="426973"/>
                </a:lnTo>
                <a:lnTo>
                  <a:pt x="1826244" y="390732"/>
                </a:lnTo>
                <a:lnTo>
                  <a:pt x="1797587" y="355754"/>
                </a:lnTo>
                <a:lnTo>
                  <a:pt x="1767366" y="322090"/>
                </a:lnTo>
                <a:lnTo>
                  <a:pt x="1735635" y="289793"/>
                </a:lnTo>
                <a:lnTo>
                  <a:pt x="1702447" y="258914"/>
                </a:lnTo>
                <a:lnTo>
                  <a:pt x="1667855" y="229504"/>
                </a:lnTo>
                <a:lnTo>
                  <a:pt x="1631912" y="201617"/>
                </a:lnTo>
                <a:lnTo>
                  <a:pt x="1594672" y="175303"/>
                </a:lnTo>
                <a:lnTo>
                  <a:pt x="1556187" y="150614"/>
                </a:lnTo>
                <a:lnTo>
                  <a:pt x="1516512" y="127603"/>
                </a:lnTo>
                <a:lnTo>
                  <a:pt x="1475699" y="106321"/>
                </a:lnTo>
                <a:lnTo>
                  <a:pt x="1433801" y="86819"/>
                </a:lnTo>
                <a:lnTo>
                  <a:pt x="1390872" y="69151"/>
                </a:lnTo>
                <a:lnTo>
                  <a:pt x="1346966" y="53367"/>
                </a:lnTo>
                <a:lnTo>
                  <a:pt x="1302134" y="39519"/>
                </a:lnTo>
                <a:lnTo>
                  <a:pt x="1256431" y="27660"/>
                </a:lnTo>
                <a:lnTo>
                  <a:pt x="1209911" y="17840"/>
                </a:lnTo>
                <a:lnTo>
                  <a:pt x="1162625" y="10113"/>
                </a:lnTo>
                <a:lnTo>
                  <a:pt x="1114627" y="4529"/>
                </a:lnTo>
                <a:lnTo>
                  <a:pt x="1065972" y="1140"/>
                </a:lnTo>
                <a:lnTo>
                  <a:pt x="1016711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17182" y="2874396"/>
            <a:ext cx="9785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marR="5080" indent="-15303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С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н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и</a:t>
            </a:r>
            <a:r>
              <a:rPr sz="1600" spc="-45" dirty="0">
                <a:solidFill>
                  <a:srgbClr val="FFFFFF"/>
                </a:solidFill>
                <a:latin typeface="Segoe UI"/>
                <a:cs typeface="Segoe UI"/>
              </a:rPr>
              <a:t>ж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е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н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ие  </a:t>
            </a:r>
            <a:r>
              <a:rPr sz="1600" spc="-15" dirty="0">
                <a:solidFill>
                  <a:srgbClr val="FFFFFF"/>
                </a:solidFill>
                <a:latin typeface="Segoe UI"/>
                <a:cs typeface="Segoe UI"/>
              </a:rPr>
              <a:t>рисков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62119" y="2146089"/>
            <a:ext cx="2003425" cy="1957705"/>
          </a:xfrm>
          <a:custGeom>
            <a:avLst/>
            <a:gdLst/>
            <a:ahLst/>
            <a:cxnLst/>
            <a:rect l="l" t="t" r="r" b="b"/>
            <a:pathLst>
              <a:path w="2003425" h="1957704">
                <a:moveTo>
                  <a:pt x="1001522" y="0"/>
                </a:moveTo>
                <a:lnTo>
                  <a:pt x="952997" y="1128"/>
                </a:lnTo>
                <a:lnTo>
                  <a:pt x="905069" y="4480"/>
                </a:lnTo>
                <a:lnTo>
                  <a:pt x="857789" y="10004"/>
                </a:lnTo>
                <a:lnTo>
                  <a:pt x="811210" y="17649"/>
                </a:lnTo>
                <a:lnTo>
                  <a:pt x="765384" y="27363"/>
                </a:lnTo>
                <a:lnTo>
                  <a:pt x="720364" y="39095"/>
                </a:lnTo>
                <a:lnTo>
                  <a:pt x="676203" y="52794"/>
                </a:lnTo>
                <a:lnTo>
                  <a:pt x="632952" y="68409"/>
                </a:lnTo>
                <a:lnTo>
                  <a:pt x="590665" y="85888"/>
                </a:lnTo>
                <a:lnTo>
                  <a:pt x="549393" y="105180"/>
                </a:lnTo>
                <a:lnTo>
                  <a:pt x="509190" y="126234"/>
                </a:lnTo>
                <a:lnTo>
                  <a:pt x="470107" y="148998"/>
                </a:lnTo>
                <a:lnTo>
                  <a:pt x="432197" y="173422"/>
                </a:lnTo>
                <a:lnTo>
                  <a:pt x="395513" y="199453"/>
                </a:lnTo>
                <a:lnTo>
                  <a:pt x="360107" y="227042"/>
                </a:lnTo>
                <a:lnTo>
                  <a:pt x="326032" y="256135"/>
                </a:lnTo>
                <a:lnTo>
                  <a:pt x="293339" y="286683"/>
                </a:lnTo>
                <a:lnTo>
                  <a:pt x="262082" y="318634"/>
                </a:lnTo>
                <a:lnTo>
                  <a:pt x="232313" y="351936"/>
                </a:lnTo>
                <a:lnTo>
                  <a:pt x="204084" y="386538"/>
                </a:lnTo>
                <a:lnTo>
                  <a:pt x="177448" y="422390"/>
                </a:lnTo>
                <a:lnTo>
                  <a:pt x="152458" y="459439"/>
                </a:lnTo>
                <a:lnTo>
                  <a:pt x="129165" y="497634"/>
                </a:lnTo>
                <a:lnTo>
                  <a:pt x="107622" y="536925"/>
                </a:lnTo>
                <a:lnTo>
                  <a:pt x="87882" y="577260"/>
                </a:lnTo>
                <a:lnTo>
                  <a:pt x="69997" y="618587"/>
                </a:lnTo>
                <a:lnTo>
                  <a:pt x="54020" y="660856"/>
                </a:lnTo>
                <a:lnTo>
                  <a:pt x="40003" y="704015"/>
                </a:lnTo>
                <a:lnTo>
                  <a:pt x="27998" y="748013"/>
                </a:lnTo>
                <a:lnTo>
                  <a:pt x="18059" y="792798"/>
                </a:lnTo>
                <a:lnTo>
                  <a:pt x="10236" y="838319"/>
                </a:lnTo>
                <a:lnTo>
                  <a:pt x="4584" y="884526"/>
                </a:lnTo>
                <a:lnTo>
                  <a:pt x="1154" y="931366"/>
                </a:lnTo>
                <a:lnTo>
                  <a:pt x="0" y="978788"/>
                </a:lnTo>
                <a:lnTo>
                  <a:pt x="1154" y="1026212"/>
                </a:lnTo>
                <a:lnTo>
                  <a:pt x="4584" y="1073053"/>
                </a:lnTo>
                <a:lnTo>
                  <a:pt x="10236" y="1119260"/>
                </a:lnTo>
                <a:lnTo>
                  <a:pt x="18059" y="1164783"/>
                </a:lnTo>
                <a:lnTo>
                  <a:pt x="27998" y="1209568"/>
                </a:lnTo>
                <a:lnTo>
                  <a:pt x="40003" y="1253567"/>
                </a:lnTo>
                <a:lnTo>
                  <a:pt x="54020" y="1296726"/>
                </a:lnTo>
                <a:lnTo>
                  <a:pt x="69997" y="1338995"/>
                </a:lnTo>
                <a:lnTo>
                  <a:pt x="87882" y="1380322"/>
                </a:lnTo>
                <a:lnTo>
                  <a:pt x="107622" y="1420657"/>
                </a:lnTo>
                <a:lnTo>
                  <a:pt x="129165" y="1459948"/>
                </a:lnTo>
                <a:lnTo>
                  <a:pt x="152458" y="1498144"/>
                </a:lnTo>
                <a:lnTo>
                  <a:pt x="177448" y="1535193"/>
                </a:lnTo>
                <a:lnTo>
                  <a:pt x="204084" y="1571044"/>
                </a:lnTo>
                <a:lnTo>
                  <a:pt x="232313" y="1605647"/>
                </a:lnTo>
                <a:lnTo>
                  <a:pt x="262082" y="1638949"/>
                </a:lnTo>
                <a:lnTo>
                  <a:pt x="293339" y="1670899"/>
                </a:lnTo>
                <a:lnTo>
                  <a:pt x="326032" y="1701446"/>
                </a:lnTo>
                <a:lnTo>
                  <a:pt x="360107" y="1730540"/>
                </a:lnTo>
                <a:lnTo>
                  <a:pt x="395513" y="1758127"/>
                </a:lnTo>
                <a:lnTo>
                  <a:pt x="432197" y="1784159"/>
                </a:lnTo>
                <a:lnTo>
                  <a:pt x="470107" y="1808582"/>
                </a:lnTo>
                <a:lnTo>
                  <a:pt x="509190" y="1831346"/>
                </a:lnTo>
                <a:lnTo>
                  <a:pt x="549393" y="1852399"/>
                </a:lnTo>
                <a:lnTo>
                  <a:pt x="590665" y="1871691"/>
                </a:lnTo>
                <a:lnTo>
                  <a:pt x="632952" y="1889170"/>
                </a:lnTo>
                <a:lnTo>
                  <a:pt x="676203" y="1904784"/>
                </a:lnTo>
                <a:lnTo>
                  <a:pt x="720364" y="1918483"/>
                </a:lnTo>
                <a:lnTo>
                  <a:pt x="765384" y="1930215"/>
                </a:lnTo>
                <a:lnTo>
                  <a:pt x="811210" y="1939929"/>
                </a:lnTo>
                <a:lnTo>
                  <a:pt x="857789" y="1947573"/>
                </a:lnTo>
                <a:lnTo>
                  <a:pt x="905069" y="1953097"/>
                </a:lnTo>
                <a:lnTo>
                  <a:pt x="952997" y="1956449"/>
                </a:lnTo>
                <a:lnTo>
                  <a:pt x="1001522" y="1957577"/>
                </a:lnTo>
                <a:lnTo>
                  <a:pt x="1050045" y="1956449"/>
                </a:lnTo>
                <a:lnTo>
                  <a:pt x="1097972" y="1953097"/>
                </a:lnTo>
                <a:lnTo>
                  <a:pt x="1145251" y="1947573"/>
                </a:lnTo>
                <a:lnTo>
                  <a:pt x="1191829" y="1939929"/>
                </a:lnTo>
                <a:lnTo>
                  <a:pt x="1237654" y="1930215"/>
                </a:lnTo>
                <a:lnTo>
                  <a:pt x="1282673" y="1918483"/>
                </a:lnTo>
                <a:lnTo>
                  <a:pt x="1326834" y="1904784"/>
                </a:lnTo>
                <a:lnTo>
                  <a:pt x="1370084" y="1889170"/>
                </a:lnTo>
                <a:lnTo>
                  <a:pt x="1412370" y="1871691"/>
                </a:lnTo>
                <a:lnTo>
                  <a:pt x="1453641" y="1852399"/>
                </a:lnTo>
                <a:lnTo>
                  <a:pt x="1493844" y="1831346"/>
                </a:lnTo>
                <a:lnTo>
                  <a:pt x="1532927" y="1808582"/>
                </a:lnTo>
                <a:lnTo>
                  <a:pt x="1570836" y="1784159"/>
                </a:lnTo>
                <a:lnTo>
                  <a:pt x="1607520" y="1758127"/>
                </a:lnTo>
                <a:lnTo>
                  <a:pt x="1642925" y="1730540"/>
                </a:lnTo>
                <a:lnTo>
                  <a:pt x="1677000" y="1701446"/>
                </a:lnTo>
                <a:lnTo>
                  <a:pt x="1709693" y="1670899"/>
                </a:lnTo>
                <a:lnTo>
                  <a:pt x="1740949" y="1638949"/>
                </a:lnTo>
                <a:lnTo>
                  <a:pt x="1770718" y="1605647"/>
                </a:lnTo>
                <a:lnTo>
                  <a:pt x="1798947" y="1571044"/>
                </a:lnTo>
                <a:lnTo>
                  <a:pt x="1825583" y="1535193"/>
                </a:lnTo>
                <a:lnTo>
                  <a:pt x="1850573" y="1498144"/>
                </a:lnTo>
                <a:lnTo>
                  <a:pt x="1873866" y="1459948"/>
                </a:lnTo>
                <a:lnTo>
                  <a:pt x="1895409" y="1420657"/>
                </a:lnTo>
                <a:lnTo>
                  <a:pt x="1915149" y="1380322"/>
                </a:lnTo>
                <a:lnTo>
                  <a:pt x="1933033" y="1338995"/>
                </a:lnTo>
                <a:lnTo>
                  <a:pt x="1949011" y="1296726"/>
                </a:lnTo>
                <a:lnTo>
                  <a:pt x="1963028" y="1253567"/>
                </a:lnTo>
                <a:lnTo>
                  <a:pt x="1975032" y="1209568"/>
                </a:lnTo>
                <a:lnTo>
                  <a:pt x="1984972" y="1164783"/>
                </a:lnTo>
                <a:lnTo>
                  <a:pt x="1992794" y="1119260"/>
                </a:lnTo>
                <a:lnTo>
                  <a:pt x="1998446" y="1073053"/>
                </a:lnTo>
                <a:lnTo>
                  <a:pt x="2001876" y="1026212"/>
                </a:lnTo>
                <a:lnTo>
                  <a:pt x="2003031" y="978788"/>
                </a:lnTo>
                <a:lnTo>
                  <a:pt x="2001876" y="931366"/>
                </a:lnTo>
                <a:lnTo>
                  <a:pt x="1998446" y="884526"/>
                </a:lnTo>
                <a:lnTo>
                  <a:pt x="1992794" y="838319"/>
                </a:lnTo>
                <a:lnTo>
                  <a:pt x="1984972" y="792798"/>
                </a:lnTo>
                <a:lnTo>
                  <a:pt x="1975033" y="748013"/>
                </a:lnTo>
                <a:lnTo>
                  <a:pt x="1963029" y="704015"/>
                </a:lnTo>
                <a:lnTo>
                  <a:pt x="1949012" y="660856"/>
                </a:lnTo>
                <a:lnTo>
                  <a:pt x="1933035" y="618587"/>
                </a:lnTo>
                <a:lnTo>
                  <a:pt x="1915151" y="577260"/>
                </a:lnTo>
                <a:lnTo>
                  <a:pt x="1895411" y="536925"/>
                </a:lnTo>
                <a:lnTo>
                  <a:pt x="1873869" y="497634"/>
                </a:lnTo>
                <a:lnTo>
                  <a:pt x="1850576" y="459439"/>
                </a:lnTo>
                <a:lnTo>
                  <a:pt x="1825586" y="422390"/>
                </a:lnTo>
                <a:lnTo>
                  <a:pt x="1798951" y="386538"/>
                </a:lnTo>
                <a:lnTo>
                  <a:pt x="1770722" y="351936"/>
                </a:lnTo>
                <a:lnTo>
                  <a:pt x="1740954" y="318634"/>
                </a:lnTo>
                <a:lnTo>
                  <a:pt x="1709697" y="286683"/>
                </a:lnTo>
                <a:lnTo>
                  <a:pt x="1677005" y="256135"/>
                </a:lnTo>
                <a:lnTo>
                  <a:pt x="1642930" y="227042"/>
                </a:lnTo>
                <a:lnTo>
                  <a:pt x="1607525" y="199453"/>
                </a:lnTo>
                <a:lnTo>
                  <a:pt x="1570841" y="173422"/>
                </a:lnTo>
                <a:lnTo>
                  <a:pt x="1532932" y="148998"/>
                </a:lnTo>
                <a:lnTo>
                  <a:pt x="1493850" y="126234"/>
                </a:lnTo>
                <a:lnTo>
                  <a:pt x="1453647" y="105180"/>
                </a:lnTo>
                <a:lnTo>
                  <a:pt x="1412376" y="85888"/>
                </a:lnTo>
                <a:lnTo>
                  <a:pt x="1370089" y="68409"/>
                </a:lnTo>
                <a:lnTo>
                  <a:pt x="1326839" y="52794"/>
                </a:lnTo>
                <a:lnTo>
                  <a:pt x="1282678" y="39095"/>
                </a:lnTo>
                <a:lnTo>
                  <a:pt x="1237658" y="27363"/>
                </a:lnTo>
                <a:lnTo>
                  <a:pt x="1191833" y="17649"/>
                </a:lnTo>
                <a:lnTo>
                  <a:pt x="1145254" y="10004"/>
                </a:lnTo>
                <a:lnTo>
                  <a:pt x="1097974" y="4480"/>
                </a:lnTo>
                <a:lnTo>
                  <a:pt x="1050046" y="1128"/>
                </a:lnTo>
                <a:lnTo>
                  <a:pt x="100152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24851" y="2741846"/>
            <a:ext cx="10769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Снижение 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Segoe UI"/>
                <a:cs typeface="Segoe UI"/>
              </a:rPr>
              <a:t>в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р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е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м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е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нн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ы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х 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затрат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16308" y="2060850"/>
            <a:ext cx="2112645" cy="1995170"/>
          </a:xfrm>
          <a:custGeom>
            <a:avLst/>
            <a:gdLst/>
            <a:ahLst/>
            <a:cxnLst/>
            <a:rect l="l" t="t" r="r" b="b"/>
            <a:pathLst>
              <a:path w="2112645" h="1995170">
                <a:moveTo>
                  <a:pt x="1056068" y="0"/>
                </a:moveTo>
                <a:lnTo>
                  <a:pt x="1006354" y="1085"/>
                </a:lnTo>
                <a:lnTo>
                  <a:pt x="957232" y="4310"/>
                </a:lnTo>
                <a:lnTo>
                  <a:pt x="908752" y="9626"/>
                </a:lnTo>
                <a:lnTo>
                  <a:pt x="860965" y="16986"/>
                </a:lnTo>
                <a:lnTo>
                  <a:pt x="813922" y="26341"/>
                </a:lnTo>
                <a:lnTo>
                  <a:pt x="767673" y="37644"/>
                </a:lnTo>
                <a:lnTo>
                  <a:pt x="722270" y="50847"/>
                </a:lnTo>
                <a:lnTo>
                  <a:pt x="677762" y="65901"/>
                </a:lnTo>
                <a:lnTo>
                  <a:pt x="634201" y="82760"/>
                </a:lnTo>
                <a:lnTo>
                  <a:pt x="591637" y="101375"/>
                </a:lnTo>
                <a:lnTo>
                  <a:pt x="550121" y="121698"/>
                </a:lnTo>
                <a:lnTo>
                  <a:pt x="509704" y="143681"/>
                </a:lnTo>
                <a:lnTo>
                  <a:pt x="470437" y="167277"/>
                </a:lnTo>
                <a:lnTo>
                  <a:pt x="432369" y="192437"/>
                </a:lnTo>
                <a:lnTo>
                  <a:pt x="395552" y="219114"/>
                </a:lnTo>
                <a:lnTo>
                  <a:pt x="360037" y="247259"/>
                </a:lnTo>
                <a:lnTo>
                  <a:pt x="325874" y="276825"/>
                </a:lnTo>
                <a:lnTo>
                  <a:pt x="293115" y="307765"/>
                </a:lnTo>
                <a:lnTo>
                  <a:pt x="261808" y="340029"/>
                </a:lnTo>
                <a:lnTo>
                  <a:pt x="232007" y="373571"/>
                </a:lnTo>
                <a:lnTo>
                  <a:pt x="203760" y="408341"/>
                </a:lnTo>
                <a:lnTo>
                  <a:pt x="177120" y="444293"/>
                </a:lnTo>
                <a:lnTo>
                  <a:pt x="152136" y="481379"/>
                </a:lnTo>
                <a:lnTo>
                  <a:pt x="128859" y="519550"/>
                </a:lnTo>
                <a:lnTo>
                  <a:pt x="107340" y="558759"/>
                </a:lnTo>
                <a:lnTo>
                  <a:pt x="87630" y="598957"/>
                </a:lnTo>
                <a:lnTo>
                  <a:pt x="69779" y="640098"/>
                </a:lnTo>
                <a:lnTo>
                  <a:pt x="53839" y="682132"/>
                </a:lnTo>
                <a:lnTo>
                  <a:pt x="39859" y="725013"/>
                </a:lnTo>
                <a:lnTo>
                  <a:pt x="27891" y="768691"/>
                </a:lnTo>
                <a:lnTo>
                  <a:pt x="17985" y="813120"/>
                </a:lnTo>
                <a:lnTo>
                  <a:pt x="10193" y="858252"/>
                </a:lnTo>
                <a:lnTo>
                  <a:pt x="4564" y="904038"/>
                </a:lnTo>
                <a:lnTo>
                  <a:pt x="1149" y="950430"/>
                </a:lnTo>
                <a:lnTo>
                  <a:pt x="0" y="997381"/>
                </a:lnTo>
                <a:lnTo>
                  <a:pt x="1149" y="1044333"/>
                </a:lnTo>
                <a:lnTo>
                  <a:pt x="4564" y="1090725"/>
                </a:lnTo>
                <a:lnTo>
                  <a:pt x="10193" y="1136511"/>
                </a:lnTo>
                <a:lnTo>
                  <a:pt x="17985" y="1181642"/>
                </a:lnTo>
                <a:lnTo>
                  <a:pt x="27891" y="1226071"/>
                </a:lnTo>
                <a:lnTo>
                  <a:pt x="39859" y="1269750"/>
                </a:lnTo>
                <a:lnTo>
                  <a:pt x="53839" y="1312630"/>
                </a:lnTo>
                <a:lnTo>
                  <a:pt x="69779" y="1354665"/>
                </a:lnTo>
                <a:lnTo>
                  <a:pt x="87630" y="1395805"/>
                </a:lnTo>
                <a:lnTo>
                  <a:pt x="107340" y="1436004"/>
                </a:lnTo>
                <a:lnTo>
                  <a:pt x="128859" y="1475213"/>
                </a:lnTo>
                <a:lnTo>
                  <a:pt x="152136" y="1513384"/>
                </a:lnTo>
                <a:lnTo>
                  <a:pt x="177120" y="1550469"/>
                </a:lnTo>
                <a:lnTo>
                  <a:pt x="203760" y="1586421"/>
                </a:lnTo>
                <a:lnTo>
                  <a:pt x="232007" y="1621192"/>
                </a:lnTo>
                <a:lnTo>
                  <a:pt x="261808" y="1654734"/>
                </a:lnTo>
                <a:lnTo>
                  <a:pt x="293115" y="1686998"/>
                </a:lnTo>
                <a:lnTo>
                  <a:pt x="325874" y="1717937"/>
                </a:lnTo>
                <a:lnTo>
                  <a:pt x="360037" y="1747503"/>
                </a:lnTo>
                <a:lnTo>
                  <a:pt x="395552" y="1775649"/>
                </a:lnTo>
                <a:lnTo>
                  <a:pt x="432369" y="1802326"/>
                </a:lnTo>
                <a:lnTo>
                  <a:pt x="470437" y="1827486"/>
                </a:lnTo>
                <a:lnTo>
                  <a:pt x="509704" y="1851082"/>
                </a:lnTo>
                <a:lnTo>
                  <a:pt x="550121" y="1873065"/>
                </a:lnTo>
                <a:lnTo>
                  <a:pt x="591637" y="1893388"/>
                </a:lnTo>
                <a:lnTo>
                  <a:pt x="634201" y="1912002"/>
                </a:lnTo>
                <a:lnTo>
                  <a:pt x="677762" y="1928861"/>
                </a:lnTo>
                <a:lnTo>
                  <a:pt x="722270" y="1943916"/>
                </a:lnTo>
                <a:lnTo>
                  <a:pt x="767673" y="1957118"/>
                </a:lnTo>
                <a:lnTo>
                  <a:pt x="813922" y="1968421"/>
                </a:lnTo>
                <a:lnTo>
                  <a:pt x="860965" y="1977777"/>
                </a:lnTo>
                <a:lnTo>
                  <a:pt x="908752" y="1985136"/>
                </a:lnTo>
                <a:lnTo>
                  <a:pt x="957232" y="1990453"/>
                </a:lnTo>
                <a:lnTo>
                  <a:pt x="1006354" y="1993678"/>
                </a:lnTo>
                <a:lnTo>
                  <a:pt x="1056068" y="1994763"/>
                </a:lnTo>
                <a:lnTo>
                  <a:pt x="1105782" y="1993678"/>
                </a:lnTo>
                <a:lnTo>
                  <a:pt x="1154904" y="1990453"/>
                </a:lnTo>
                <a:lnTo>
                  <a:pt x="1203384" y="1985136"/>
                </a:lnTo>
                <a:lnTo>
                  <a:pt x="1251171" y="1977777"/>
                </a:lnTo>
                <a:lnTo>
                  <a:pt x="1298214" y="1968421"/>
                </a:lnTo>
                <a:lnTo>
                  <a:pt x="1344463" y="1957118"/>
                </a:lnTo>
                <a:lnTo>
                  <a:pt x="1389866" y="1943916"/>
                </a:lnTo>
                <a:lnTo>
                  <a:pt x="1434374" y="1928861"/>
                </a:lnTo>
                <a:lnTo>
                  <a:pt x="1477935" y="1912002"/>
                </a:lnTo>
                <a:lnTo>
                  <a:pt x="1520499" y="1893388"/>
                </a:lnTo>
                <a:lnTo>
                  <a:pt x="1562015" y="1873065"/>
                </a:lnTo>
                <a:lnTo>
                  <a:pt x="1602432" y="1851082"/>
                </a:lnTo>
                <a:lnTo>
                  <a:pt x="1641699" y="1827486"/>
                </a:lnTo>
                <a:lnTo>
                  <a:pt x="1679767" y="1802326"/>
                </a:lnTo>
                <a:lnTo>
                  <a:pt x="1716584" y="1775649"/>
                </a:lnTo>
                <a:lnTo>
                  <a:pt x="1752099" y="1747503"/>
                </a:lnTo>
                <a:lnTo>
                  <a:pt x="1786262" y="1717937"/>
                </a:lnTo>
                <a:lnTo>
                  <a:pt x="1819021" y="1686998"/>
                </a:lnTo>
                <a:lnTo>
                  <a:pt x="1850328" y="1654734"/>
                </a:lnTo>
                <a:lnTo>
                  <a:pt x="1880129" y="1621192"/>
                </a:lnTo>
                <a:lnTo>
                  <a:pt x="1908376" y="1586421"/>
                </a:lnTo>
                <a:lnTo>
                  <a:pt x="1935016" y="1550469"/>
                </a:lnTo>
                <a:lnTo>
                  <a:pt x="1960000" y="1513384"/>
                </a:lnTo>
                <a:lnTo>
                  <a:pt x="1983277" y="1475213"/>
                </a:lnTo>
                <a:lnTo>
                  <a:pt x="2004796" y="1436004"/>
                </a:lnTo>
                <a:lnTo>
                  <a:pt x="2024506" y="1395805"/>
                </a:lnTo>
                <a:lnTo>
                  <a:pt x="2042357" y="1354665"/>
                </a:lnTo>
                <a:lnTo>
                  <a:pt x="2058297" y="1312630"/>
                </a:lnTo>
                <a:lnTo>
                  <a:pt x="2072277" y="1269750"/>
                </a:lnTo>
                <a:lnTo>
                  <a:pt x="2084245" y="1226071"/>
                </a:lnTo>
                <a:lnTo>
                  <a:pt x="2094151" y="1181642"/>
                </a:lnTo>
                <a:lnTo>
                  <a:pt x="2101943" y="1136511"/>
                </a:lnTo>
                <a:lnTo>
                  <a:pt x="2107572" y="1090725"/>
                </a:lnTo>
                <a:lnTo>
                  <a:pt x="2110987" y="1044333"/>
                </a:lnTo>
                <a:lnTo>
                  <a:pt x="2112137" y="997381"/>
                </a:lnTo>
                <a:lnTo>
                  <a:pt x="2110987" y="950430"/>
                </a:lnTo>
                <a:lnTo>
                  <a:pt x="2107572" y="904038"/>
                </a:lnTo>
                <a:lnTo>
                  <a:pt x="2101943" y="858252"/>
                </a:lnTo>
                <a:lnTo>
                  <a:pt x="2094151" y="813120"/>
                </a:lnTo>
                <a:lnTo>
                  <a:pt x="2084245" y="768691"/>
                </a:lnTo>
                <a:lnTo>
                  <a:pt x="2072277" y="725013"/>
                </a:lnTo>
                <a:lnTo>
                  <a:pt x="2058297" y="682132"/>
                </a:lnTo>
                <a:lnTo>
                  <a:pt x="2042357" y="640098"/>
                </a:lnTo>
                <a:lnTo>
                  <a:pt x="2024506" y="598957"/>
                </a:lnTo>
                <a:lnTo>
                  <a:pt x="2004796" y="558759"/>
                </a:lnTo>
                <a:lnTo>
                  <a:pt x="1983277" y="519550"/>
                </a:lnTo>
                <a:lnTo>
                  <a:pt x="1960000" y="481379"/>
                </a:lnTo>
                <a:lnTo>
                  <a:pt x="1935016" y="444293"/>
                </a:lnTo>
                <a:lnTo>
                  <a:pt x="1908376" y="408341"/>
                </a:lnTo>
                <a:lnTo>
                  <a:pt x="1880129" y="373571"/>
                </a:lnTo>
                <a:lnTo>
                  <a:pt x="1850328" y="340029"/>
                </a:lnTo>
                <a:lnTo>
                  <a:pt x="1819021" y="307765"/>
                </a:lnTo>
                <a:lnTo>
                  <a:pt x="1786262" y="276825"/>
                </a:lnTo>
                <a:lnTo>
                  <a:pt x="1752099" y="247259"/>
                </a:lnTo>
                <a:lnTo>
                  <a:pt x="1716584" y="219114"/>
                </a:lnTo>
                <a:lnTo>
                  <a:pt x="1679767" y="192437"/>
                </a:lnTo>
                <a:lnTo>
                  <a:pt x="1641699" y="167277"/>
                </a:lnTo>
                <a:lnTo>
                  <a:pt x="1602432" y="143681"/>
                </a:lnTo>
                <a:lnTo>
                  <a:pt x="1562015" y="121698"/>
                </a:lnTo>
                <a:lnTo>
                  <a:pt x="1520499" y="101375"/>
                </a:lnTo>
                <a:lnTo>
                  <a:pt x="1477935" y="82760"/>
                </a:lnTo>
                <a:lnTo>
                  <a:pt x="1434374" y="65901"/>
                </a:lnTo>
                <a:lnTo>
                  <a:pt x="1389866" y="50847"/>
                </a:lnTo>
                <a:lnTo>
                  <a:pt x="1344463" y="37644"/>
                </a:lnTo>
                <a:lnTo>
                  <a:pt x="1298214" y="26341"/>
                </a:lnTo>
                <a:lnTo>
                  <a:pt x="1251171" y="16986"/>
                </a:lnTo>
                <a:lnTo>
                  <a:pt x="1203384" y="9626"/>
                </a:lnTo>
                <a:lnTo>
                  <a:pt x="1154904" y="4310"/>
                </a:lnTo>
                <a:lnTo>
                  <a:pt x="1105782" y="1085"/>
                </a:lnTo>
                <a:lnTo>
                  <a:pt x="1056068" y="0"/>
                </a:lnTo>
                <a:close/>
              </a:path>
            </a:pathLst>
          </a:custGeom>
          <a:solidFill>
            <a:srgbClr val="5E0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27627" y="2766638"/>
            <a:ext cx="12903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О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п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т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имиз</a:t>
            </a:r>
            <a:r>
              <a:rPr sz="1600" spc="-5" dirty="0">
                <a:solidFill>
                  <a:srgbClr val="FFFFFF"/>
                </a:solidFill>
                <a:latin typeface="Segoe UI"/>
                <a:cs typeface="Segoe UI"/>
              </a:rPr>
              <a:t>ац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ия  </a:t>
            </a:r>
            <a:r>
              <a:rPr sz="1600" spc="-15" dirty="0">
                <a:solidFill>
                  <a:srgbClr val="FFFFFF"/>
                </a:solidFill>
                <a:latin typeface="Segoe UI"/>
                <a:cs typeface="Segoe UI"/>
              </a:rPr>
              <a:t>расходов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1442" y="6301877"/>
            <a:ext cx="13716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1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45" y="6507391"/>
            <a:ext cx="7680168" cy="2124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4779" y="6475566"/>
            <a:ext cx="1268105" cy="2478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913" y="285819"/>
            <a:ext cx="53968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Segoe UI"/>
                <a:cs typeface="Segoe UI"/>
              </a:rPr>
              <a:t>Защищенное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облако</a:t>
            </a:r>
            <a:r>
              <a:rPr sz="3200" spc="-5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Softline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2792" y="1380965"/>
            <a:ext cx="555498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57630" algn="l"/>
                <a:tab pos="1751330" algn="l"/>
                <a:tab pos="1786255" algn="l"/>
                <a:tab pos="2080260" algn="l"/>
                <a:tab pos="2802890" algn="l"/>
                <a:tab pos="3043555" algn="l"/>
                <a:tab pos="3449954" algn="l"/>
                <a:tab pos="3953510" algn="l"/>
                <a:tab pos="4316095" algn="l"/>
                <a:tab pos="4768850" algn="l"/>
                <a:tab pos="5285105" algn="l"/>
              </a:tabLst>
            </a:pP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«Защищенное		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облако	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Softline»	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-	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публичная 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облачная	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инфраструктура,	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аттестованная	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в 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 т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р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е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бо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ва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и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я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м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и	к	з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а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щ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и</a:t>
            </a:r>
            <a:r>
              <a:rPr sz="1800" spc="-35" dirty="0">
                <a:solidFill>
                  <a:srgbClr val="404040"/>
                </a:solidFill>
                <a:latin typeface="Segoe UI"/>
                <a:cs typeface="Segoe UI"/>
              </a:rPr>
              <a:t>т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е	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п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е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рс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о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ал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ьн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ы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х	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да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нн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ы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х  защищенности</a:t>
            </a:r>
            <a:r>
              <a:rPr sz="18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3 и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4*: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38133" y="1380965"/>
            <a:ext cx="192151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 marR="5080" indent="-48895" algn="just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(м</a:t>
            </a:r>
            <a:r>
              <a:rPr sz="1800" spc="-105" dirty="0">
                <a:solidFill>
                  <a:srgbClr val="404040"/>
                </a:solidFill>
                <a:latin typeface="Segoe UI"/>
                <a:cs typeface="Segoe UI"/>
              </a:rPr>
              <a:t>у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л</a:t>
            </a:r>
            <a:r>
              <a:rPr sz="1800" spc="-70" dirty="0">
                <a:solidFill>
                  <a:srgbClr val="404040"/>
                </a:solidFill>
                <a:latin typeface="Segoe UI"/>
                <a:cs typeface="Segoe UI"/>
              </a:rPr>
              <a:t>ь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т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и</a:t>
            </a:r>
            <a:r>
              <a:rPr sz="1800" spc="-35" dirty="0">
                <a:solidFill>
                  <a:srgbClr val="404040"/>
                </a:solidFill>
                <a:latin typeface="Segoe UI"/>
                <a:cs typeface="Segoe UI"/>
              </a:rPr>
              <a:t>т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е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а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н</a:t>
            </a:r>
            <a:r>
              <a:rPr sz="1800" spc="5" dirty="0">
                <a:solidFill>
                  <a:srgbClr val="404040"/>
                </a:solidFill>
                <a:latin typeface="Segoe UI"/>
                <a:cs typeface="Segoe UI"/>
              </a:rPr>
              <a:t>тн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а</a:t>
            </a:r>
            <a:r>
              <a:rPr sz="1800" spc="-15" dirty="0">
                <a:solidFill>
                  <a:srgbClr val="404040"/>
                </a:solidFill>
                <a:latin typeface="Segoe UI"/>
                <a:cs typeface="Segoe UI"/>
              </a:rPr>
              <a:t>я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)  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соответствии</a:t>
            </a:r>
            <a:r>
              <a:rPr sz="18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с </a:t>
            </a:r>
            <a:r>
              <a:rPr sz="1800" spc="-48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Segoe UI"/>
                <a:cs typeface="Segoe UI"/>
              </a:rPr>
              <a:t>(ФЗ-152)</a:t>
            </a:r>
            <a:r>
              <a:rPr sz="1800" spc="1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04040"/>
                </a:solidFill>
                <a:latin typeface="Segoe UI"/>
                <a:cs typeface="Segoe UI"/>
              </a:rPr>
              <a:t>уровня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3021" y="3310349"/>
            <a:ext cx="697484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990033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Segoe UI Light"/>
                <a:cs typeface="Segoe UI Light"/>
              </a:rPr>
              <a:t>Полное </a:t>
            </a:r>
            <a:r>
              <a:rPr sz="1500" spc="-10" dirty="0">
                <a:latin typeface="Segoe UI Light"/>
                <a:cs typeface="Segoe UI Light"/>
              </a:rPr>
              <a:t>соответствие стандартам </a:t>
            </a:r>
            <a:r>
              <a:rPr sz="1500" spc="-20" dirty="0">
                <a:latin typeface="Segoe UI Light"/>
                <a:cs typeface="Segoe UI Light"/>
              </a:rPr>
              <a:t>регуляторов </a:t>
            </a:r>
            <a:r>
              <a:rPr sz="1500" dirty="0">
                <a:latin typeface="Segoe UI Light"/>
                <a:cs typeface="Segoe UI Light"/>
              </a:rPr>
              <a:t>в </a:t>
            </a:r>
            <a:r>
              <a:rPr sz="1500" spc="-10" dirty="0">
                <a:latin typeface="Segoe UI Light"/>
                <a:cs typeface="Segoe UI Light"/>
              </a:rPr>
              <a:t>облаке </a:t>
            </a:r>
            <a:r>
              <a:rPr sz="1500" spc="-5" dirty="0">
                <a:latin typeface="Segoe UI Light"/>
                <a:cs typeface="Segoe UI Light"/>
              </a:rPr>
              <a:t>по </a:t>
            </a:r>
            <a:r>
              <a:rPr sz="1500" spc="-10" dirty="0">
                <a:latin typeface="Segoe UI Light"/>
                <a:cs typeface="Segoe UI Light"/>
              </a:rPr>
              <a:t>ежемесячной модели </a:t>
            </a:r>
            <a:r>
              <a:rPr sz="1500" spc="-400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оплаты</a:t>
            </a:r>
            <a:endParaRPr sz="150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Clr>
                <a:srgbClr val="990033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Segoe UI Light"/>
                <a:cs typeface="Segoe UI Light"/>
              </a:rPr>
              <a:t>Размещение</a:t>
            </a:r>
            <a:r>
              <a:rPr sz="1500" spc="-10" dirty="0">
                <a:latin typeface="Segoe UI Light"/>
                <a:cs typeface="Segoe UI Light"/>
              </a:rPr>
              <a:t> </a:t>
            </a:r>
            <a:r>
              <a:rPr sz="1500" dirty="0">
                <a:latin typeface="Segoe UI Light"/>
                <a:cs typeface="Segoe UI Light"/>
              </a:rPr>
              <a:t>в</a:t>
            </a:r>
            <a:r>
              <a:rPr sz="1500" spc="-10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ЦОД</a:t>
            </a:r>
            <a:r>
              <a:rPr sz="1500" spc="-15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уровня</a:t>
            </a:r>
            <a:r>
              <a:rPr sz="1500" spc="-35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Tier</a:t>
            </a:r>
            <a:r>
              <a:rPr sz="1500" spc="10" dirty="0">
                <a:latin typeface="Segoe UI Light"/>
                <a:cs typeface="Segoe UI Light"/>
              </a:rPr>
              <a:t> </a:t>
            </a:r>
            <a:r>
              <a:rPr sz="1500" spc="-10" dirty="0">
                <a:latin typeface="Segoe UI Light"/>
                <a:cs typeface="Segoe UI Light"/>
              </a:rPr>
              <a:t>III </a:t>
            </a:r>
            <a:r>
              <a:rPr sz="1500" dirty="0">
                <a:latin typeface="Segoe UI Light"/>
                <a:cs typeface="Segoe UI Light"/>
              </a:rPr>
              <a:t>в</a:t>
            </a:r>
            <a:r>
              <a:rPr sz="1500" spc="-10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Москве</a:t>
            </a:r>
            <a:endParaRPr sz="150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Clr>
                <a:srgbClr val="990033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10" dirty="0">
                <a:latin typeface="Segoe UI Light"/>
                <a:cs typeface="Segoe UI Light"/>
              </a:rPr>
              <a:t>Платформа</a:t>
            </a:r>
            <a:r>
              <a:rPr sz="1500" spc="-35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виртуализации</a:t>
            </a:r>
            <a:r>
              <a:rPr sz="1500" spc="-55" dirty="0">
                <a:latin typeface="Segoe UI Light"/>
                <a:cs typeface="Segoe UI Light"/>
              </a:rPr>
              <a:t> </a:t>
            </a:r>
            <a:r>
              <a:rPr sz="1500" spc="-10" dirty="0">
                <a:latin typeface="Segoe UI Light"/>
                <a:cs typeface="Segoe UI Light"/>
              </a:rPr>
              <a:t>VMware</a:t>
            </a:r>
            <a:endParaRPr sz="1500">
              <a:latin typeface="Segoe UI Light"/>
              <a:cs typeface="Segoe UI Light"/>
            </a:endParaRPr>
          </a:p>
          <a:p>
            <a:pPr marL="299085" marR="594995" indent="-287020">
              <a:lnSpc>
                <a:spcPct val="150000"/>
              </a:lnSpc>
              <a:buClr>
                <a:srgbClr val="990033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Segoe UI Light"/>
                <a:cs typeface="Segoe UI Light"/>
              </a:rPr>
              <a:t>Широкий спектр </a:t>
            </a:r>
            <a:r>
              <a:rPr sz="1500" spc="-10" dirty="0">
                <a:latin typeface="Segoe UI Light"/>
                <a:cs typeface="Segoe UI Light"/>
              </a:rPr>
              <a:t>дополнительных </a:t>
            </a:r>
            <a:r>
              <a:rPr sz="1500" spc="-5" dirty="0">
                <a:latin typeface="Segoe UI Light"/>
                <a:cs typeface="Segoe UI Light"/>
              </a:rPr>
              <a:t>услуг по </a:t>
            </a:r>
            <a:r>
              <a:rPr sz="1500" spc="-10" dirty="0">
                <a:latin typeface="Segoe UI Light"/>
                <a:cs typeface="Segoe UI Light"/>
              </a:rPr>
              <a:t>защите </a:t>
            </a:r>
            <a:r>
              <a:rPr sz="1500" dirty="0">
                <a:latin typeface="Segoe UI Light"/>
                <a:cs typeface="Segoe UI Light"/>
              </a:rPr>
              <a:t>ПД и </a:t>
            </a:r>
            <a:r>
              <a:rPr sz="1500" spc="-5" dirty="0">
                <a:latin typeface="Segoe UI Light"/>
                <a:cs typeface="Segoe UI Light"/>
              </a:rPr>
              <a:t>сопровождению </a:t>
            </a:r>
            <a:r>
              <a:rPr sz="1500" spc="-400" dirty="0">
                <a:latin typeface="Segoe UI Light"/>
                <a:cs typeface="Segoe UI Light"/>
              </a:rPr>
              <a:t> </a:t>
            </a:r>
            <a:r>
              <a:rPr sz="1500" spc="-5" dirty="0">
                <a:latin typeface="Segoe UI Light"/>
                <a:cs typeface="Segoe UI Light"/>
              </a:rPr>
              <a:t>информационных</a:t>
            </a:r>
            <a:r>
              <a:rPr sz="1500" spc="-40" dirty="0">
                <a:latin typeface="Segoe UI Light"/>
                <a:cs typeface="Segoe UI Light"/>
              </a:rPr>
              <a:t> </a:t>
            </a:r>
            <a:r>
              <a:rPr sz="1500" spc="-15" dirty="0">
                <a:latin typeface="Segoe UI Light"/>
                <a:cs typeface="Segoe UI Light"/>
              </a:rPr>
              <a:t>систем</a:t>
            </a:r>
            <a:endParaRPr sz="15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100" y="1623418"/>
            <a:ext cx="2865258" cy="294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16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8933" y="211271"/>
            <a:ext cx="4874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800000"/>
                </a:solidFill>
              </a:rPr>
              <a:t>Виртуальный</a:t>
            </a:r>
            <a:r>
              <a:rPr spc="-70" dirty="0">
                <a:solidFill>
                  <a:srgbClr val="800000"/>
                </a:solidFill>
              </a:rPr>
              <a:t> </a:t>
            </a:r>
            <a:r>
              <a:rPr spc="5" dirty="0">
                <a:solidFill>
                  <a:srgbClr val="800000"/>
                </a:solidFill>
              </a:rPr>
              <a:t>офис</a:t>
            </a:r>
            <a:r>
              <a:rPr spc="-35" dirty="0">
                <a:solidFill>
                  <a:srgbClr val="800000"/>
                </a:solidFill>
              </a:rPr>
              <a:t> </a:t>
            </a:r>
            <a:r>
              <a:rPr spc="-40" dirty="0">
                <a:solidFill>
                  <a:srgbClr val="800000"/>
                </a:solidFill>
              </a:rPr>
              <a:t>от</a:t>
            </a:r>
            <a:r>
              <a:rPr dirty="0">
                <a:solidFill>
                  <a:srgbClr val="800000"/>
                </a:solidFill>
              </a:rPr>
              <a:t> Softline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4192" y="1594198"/>
            <a:ext cx="4167972" cy="41679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517" y="1150143"/>
            <a:ext cx="7027545" cy="386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Segoe UI Light"/>
                <a:cs typeface="Segoe UI Light"/>
              </a:rPr>
              <a:t>Это</a:t>
            </a:r>
            <a:r>
              <a:rPr sz="2000" spc="-10" dirty="0">
                <a:latin typeface="Segoe UI Light"/>
                <a:cs typeface="Segoe UI Light"/>
              </a:rPr>
              <a:t> </a:t>
            </a:r>
            <a:r>
              <a:rPr sz="2000" spc="-30" dirty="0">
                <a:latin typeface="Segoe UI Light"/>
                <a:cs typeface="Segoe UI Light"/>
              </a:rPr>
              <a:t>готовый</a:t>
            </a:r>
            <a:r>
              <a:rPr sz="2000" spc="-25" dirty="0">
                <a:latin typeface="Segoe UI Light"/>
                <a:cs typeface="Segoe UI Light"/>
              </a:rPr>
              <a:t> </a:t>
            </a:r>
            <a:r>
              <a:rPr sz="2000" spc="-5" dirty="0">
                <a:latin typeface="Segoe UI Light"/>
                <a:cs typeface="Segoe UI Light"/>
              </a:rPr>
              <a:t>преднастроенный</a:t>
            </a:r>
            <a:r>
              <a:rPr sz="2000" dirty="0">
                <a:latin typeface="Segoe UI Light"/>
                <a:cs typeface="Segoe UI Light"/>
              </a:rPr>
              <a:t> </a:t>
            </a:r>
            <a:r>
              <a:rPr sz="2000" spc="-10" dirty="0">
                <a:latin typeface="Segoe UI Light"/>
                <a:cs typeface="Segoe UI Light"/>
              </a:rPr>
              <a:t>облачный</a:t>
            </a:r>
            <a:r>
              <a:rPr sz="2000" spc="-5" dirty="0">
                <a:latin typeface="Segoe UI Light"/>
                <a:cs typeface="Segoe UI Light"/>
              </a:rPr>
              <a:t> сервис</a:t>
            </a:r>
            <a:r>
              <a:rPr sz="2000" dirty="0">
                <a:latin typeface="Segoe UI Light"/>
                <a:cs typeface="Segoe UI Light"/>
              </a:rPr>
              <a:t> с </a:t>
            </a:r>
            <a:r>
              <a:rPr sz="2000" spc="5" dirty="0">
                <a:latin typeface="Segoe UI Light"/>
                <a:cs typeface="Segoe UI Light"/>
              </a:rPr>
              <a:t> </a:t>
            </a:r>
            <a:r>
              <a:rPr sz="2000" spc="-10" dirty="0">
                <a:latin typeface="Segoe UI Light"/>
                <a:cs typeface="Segoe UI Light"/>
              </a:rPr>
              <a:t>ежемесячной</a:t>
            </a:r>
            <a:r>
              <a:rPr sz="2000" spc="-5" dirty="0">
                <a:latin typeface="Segoe UI Light"/>
                <a:cs typeface="Segoe UI Light"/>
              </a:rPr>
              <a:t> </a:t>
            </a:r>
            <a:r>
              <a:rPr sz="2000" spc="-10" dirty="0">
                <a:latin typeface="Segoe UI Light"/>
                <a:cs typeface="Segoe UI Light"/>
              </a:rPr>
              <a:t>оплатой,</a:t>
            </a:r>
            <a:r>
              <a:rPr sz="2000" spc="-5" dirty="0">
                <a:latin typeface="Segoe UI Light"/>
                <a:cs typeface="Segoe UI Light"/>
              </a:rPr>
              <a:t> предназначенный</a:t>
            </a:r>
            <a:r>
              <a:rPr sz="2000" dirty="0">
                <a:latin typeface="Segoe UI Light"/>
                <a:cs typeface="Segoe UI Light"/>
              </a:rPr>
              <a:t> </a:t>
            </a:r>
            <a:r>
              <a:rPr sz="2000" spc="10" dirty="0">
                <a:latin typeface="Segoe UI Light"/>
                <a:cs typeface="Segoe UI Light"/>
              </a:rPr>
              <a:t>для</a:t>
            </a:r>
            <a:r>
              <a:rPr sz="2000" spc="15" dirty="0">
                <a:latin typeface="Segoe UI Light"/>
                <a:cs typeface="Segoe UI Light"/>
              </a:rPr>
              <a:t> </a:t>
            </a:r>
            <a:r>
              <a:rPr sz="2000" spc="-5" dirty="0">
                <a:latin typeface="Segoe UI Light"/>
                <a:cs typeface="Segoe UI Light"/>
              </a:rPr>
              <a:t>эффективной </a:t>
            </a:r>
            <a:r>
              <a:rPr sz="2000" dirty="0">
                <a:latin typeface="Segoe UI Light"/>
                <a:cs typeface="Segoe UI Light"/>
              </a:rPr>
              <a:t> </a:t>
            </a:r>
            <a:r>
              <a:rPr sz="2000" spc="-15" dirty="0">
                <a:latin typeface="Segoe UI Light"/>
                <a:cs typeface="Segoe UI Light"/>
              </a:rPr>
              <a:t>работы</a:t>
            </a:r>
            <a:r>
              <a:rPr sz="2000" spc="-55" dirty="0">
                <a:latin typeface="Segoe UI Light"/>
                <a:cs typeface="Segoe UI Light"/>
              </a:rPr>
              <a:t> </a:t>
            </a:r>
            <a:r>
              <a:rPr sz="2000" spc="-25" dirty="0">
                <a:latin typeface="Segoe UI Light"/>
                <a:cs typeface="Segoe UI Light"/>
              </a:rPr>
              <a:t>сотрудников, </a:t>
            </a:r>
            <a:r>
              <a:rPr sz="2000" spc="5" dirty="0">
                <a:latin typeface="Segoe UI Light"/>
                <a:cs typeface="Segoe UI Light"/>
              </a:rPr>
              <a:t>включающий:</a:t>
            </a:r>
            <a:endParaRPr sz="2000">
              <a:latin typeface="Segoe UI Light"/>
              <a:cs typeface="Segoe UI Light"/>
            </a:endParaRPr>
          </a:p>
          <a:p>
            <a:pPr marL="299720" indent="-287655">
              <a:lnSpc>
                <a:spcPct val="100000"/>
              </a:lnSpc>
              <a:spcBef>
                <a:spcPts val="1935"/>
              </a:spcBef>
              <a:buFont typeface="Wingdings"/>
              <a:buChar char=""/>
              <a:tabLst>
                <a:tab pos="299720" algn="l"/>
                <a:tab pos="300355" algn="l"/>
              </a:tabLst>
            </a:pPr>
            <a:r>
              <a:rPr sz="1600" spc="-15" dirty="0">
                <a:solidFill>
                  <a:srgbClr val="800000"/>
                </a:solidFill>
                <a:latin typeface="Segoe UI Light"/>
                <a:cs typeface="Segoe UI Light"/>
              </a:rPr>
              <a:t>корпоративную</a:t>
            </a:r>
            <a:r>
              <a:rPr sz="1600" spc="5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5" dirty="0">
                <a:solidFill>
                  <a:srgbClr val="800000"/>
                </a:solidFill>
                <a:latin typeface="Segoe UI Light"/>
                <a:cs typeface="Segoe UI Light"/>
              </a:rPr>
              <a:t>почту</a:t>
            </a:r>
            <a:r>
              <a:rPr sz="160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на</a:t>
            </a:r>
            <a:r>
              <a:rPr sz="1600" spc="1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базе</a:t>
            </a:r>
            <a:r>
              <a:rPr sz="160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Microsoft</a:t>
            </a:r>
            <a:r>
              <a:rPr sz="1600" spc="1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Exchange</a:t>
            </a:r>
            <a:r>
              <a:rPr sz="1600" spc="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20" dirty="0">
                <a:solidFill>
                  <a:srgbClr val="800000"/>
                </a:solidFill>
                <a:latin typeface="Segoe UI Light"/>
                <a:cs typeface="Segoe UI Light"/>
              </a:rPr>
              <a:t>Server;</a:t>
            </a:r>
            <a:endParaRPr sz="16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800000"/>
              </a:buClr>
              <a:buFont typeface="Wingdings"/>
              <a:buChar char=""/>
            </a:pPr>
            <a:endParaRPr sz="1400">
              <a:latin typeface="Segoe UI Light"/>
              <a:cs typeface="Segoe UI Light"/>
            </a:endParaRPr>
          </a:p>
          <a:p>
            <a:pPr marL="29972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объединенные</a:t>
            </a:r>
            <a:r>
              <a:rPr sz="1600" spc="5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коммуникации</a:t>
            </a:r>
            <a:r>
              <a:rPr sz="1600" spc="53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dirty="0">
                <a:solidFill>
                  <a:srgbClr val="800000"/>
                </a:solidFill>
                <a:latin typeface="Segoe UI Light"/>
                <a:cs typeface="Segoe UI Light"/>
              </a:rPr>
              <a:t>(IM,</a:t>
            </a:r>
            <a:r>
              <a:rPr sz="1600" spc="5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видео</a:t>
            </a:r>
            <a:r>
              <a:rPr sz="1600" spc="54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и</a:t>
            </a:r>
            <a:r>
              <a:rPr sz="1600" spc="54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35" dirty="0">
                <a:solidFill>
                  <a:srgbClr val="800000"/>
                </a:solidFill>
                <a:latin typeface="Segoe UI Light"/>
                <a:cs typeface="Segoe UI Light"/>
              </a:rPr>
              <a:t>аудио</a:t>
            </a:r>
            <a:r>
              <a:rPr sz="1600" spc="55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звонки)</a:t>
            </a:r>
            <a:r>
              <a:rPr sz="1600" spc="5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–</a:t>
            </a:r>
            <a:r>
              <a:rPr sz="1600" spc="54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Skype</a:t>
            </a:r>
            <a:r>
              <a:rPr sz="1600" spc="54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for</a:t>
            </a:r>
            <a:endParaRPr sz="1600">
              <a:latin typeface="Segoe UI Light"/>
              <a:cs typeface="Segoe UI Light"/>
            </a:endParaRPr>
          </a:p>
          <a:p>
            <a:pPr marL="299720">
              <a:lnSpc>
                <a:spcPct val="100000"/>
              </a:lnSpc>
            </a:pP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Business;</a:t>
            </a:r>
            <a:endParaRPr sz="16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>
              <a:latin typeface="Segoe UI Light"/>
              <a:cs typeface="Segoe UI Light"/>
            </a:endParaRPr>
          </a:p>
          <a:p>
            <a:pPr marL="29972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600" spc="-15" dirty="0">
                <a:solidFill>
                  <a:srgbClr val="800000"/>
                </a:solidFill>
                <a:latin typeface="Segoe UI Light"/>
                <a:cs typeface="Segoe UI Light"/>
              </a:rPr>
              <a:t>интеграцию</a:t>
            </a:r>
            <a:r>
              <a:rPr sz="1600" spc="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с</a:t>
            </a:r>
            <a:r>
              <a:rPr sz="160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35" dirty="0">
                <a:solidFill>
                  <a:srgbClr val="800000"/>
                </a:solidFill>
                <a:latin typeface="Segoe UI Light"/>
                <a:cs typeface="Segoe UI Light"/>
              </a:rPr>
              <a:t>ТСОП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 через</a:t>
            </a:r>
            <a:r>
              <a:rPr sz="1600" spc="2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5" dirty="0">
                <a:solidFill>
                  <a:srgbClr val="800000"/>
                </a:solidFill>
                <a:latin typeface="Segoe UI Light"/>
                <a:cs typeface="Segoe UI Light"/>
              </a:rPr>
              <a:t>SIP-оператора;</a:t>
            </a:r>
            <a:endParaRPr sz="16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800000"/>
              </a:buClr>
              <a:buFont typeface="Wingdings"/>
              <a:buChar char=""/>
            </a:pPr>
            <a:endParaRPr sz="1400">
              <a:latin typeface="Segoe UI Light"/>
              <a:cs typeface="Segoe UI Light"/>
            </a:endParaRPr>
          </a:p>
          <a:p>
            <a:pPr marL="29972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600" spc="-15" dirty="0">
                <a:solidFill>
                  <a:srgbClr val="800000"/>
                </a:solidFill>
                <a:latin typeface="Segoe UI Light"/>
                <a:cs typeface="Segoe UI Light"/>
              </a:rPr>
              <a:t>почтовый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Антивирус/Антиспам;</a:t>
            </a:r>
            <a:endParaRPr sz="16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800000"/>
              </a:buClr>
              <a:buFont typeface="Wingdings"/>
              <a:buChar char=""/>
            </a:pPr>
            <a:endParaRPr sz="1400">
              <a:latin typeface="Segoe UI Light"/>
              <a:cs typeface="Segoe UI Light"/>
            </a:endParaRPr>
          </a:p>
          <a:p>
            <a:pPr marL="299720" marR="508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  <a:tab pos="3231515" algn="l"/>
              </a:tabLst>
            </a:pP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возможность</a:t>
            </a:r>
            <a:r>
              <a:rPr sz="1600" spc="56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аренды</a:t>
            </a:r>
            <a:r>
              <a:rPr sz="1600" spc="57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5" dirty="0">
                <a:solidFill>
                  <a:srgbClr val="800000"/>
                </a:solidFill>
                <a:latin typeface="Segoe UI Light"/>
                <a:cs typeface="Segoe UI Light"/>
              </a:rPr>
              <a:t>полного	пакета</a:t>
            </a:r>
            <a:r>
              <a:rPr sz="1600" spc="114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локальных</a:t>
            </a:r>
            <a:r>
              <a:rPr sz="1600" spc="12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приложений</a:t>
            </a:r>
            <a:r>
              <a:rPr sz="1600" spc="12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Microsoft </a:t>
            </a:r>
            <a:r>
              <a:rPr sz="1600" spc="-42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Office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5" dirty="0">
                <a:solidFill>
                  <a:srgbClr val="800000"/>
                </a:solidFill>
                <a:latin typeface="Segoe UI Light"/>
                <a:cs typeface="Segoe UI Light"/>
              </a:rPr>
              <a:t>для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20" dirty="0">
                <a:solidFill>
                  <a:srgbClr val="800000"/>
                </a:solidFill>
                <a:latin typeface="Segoe UI Light"/>
                <a:cs typeface="Segoe UI Light"/>
              </a:rPr>
              <a:t>работы</a:t>
            </a:r>
            <a:r>
              <a:rPr sz="1600" spc="1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с</a:t>
            </a:r>
            <a:r>
              <a:rPr sz="1600" spc="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документами</a:t>
            </a:r>
            <a:r>
              <a:rPr sz="1600" spc="3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Segoe UI Light"/>
                <a:cs typeface="Segoe UI Light"/>
              </a:rPr>
              <a:t>без</a:t>
            </a:r>
            <a:r>
              <a:rPr sz="1600" spc="2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подключения</a:t>
            </a:r>
            <a:r>
              <a:rPr sz="1600" spc="40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5" dirty="0">
                <a:solidFill>
                  <a:srgbClr val="800000"/>
                </a:solidFill>
                <a:latin typeface="Segoe UI Light"/>
                <a:cs typeface="Segoe UI Light"/>
              </a:rPr>
              <a:t>к</a:t>
            </a:r>
            <a:r>
              <a:rPr sz="1600" spc="5" dirty="0">
                <a:solidFill>
                  <a:srgbClr val="800000"/>
                </a:solidFill>
                <a:latin typeface="Segoe UI Light"/>
                <a:cs typeface="Segoe UI Light"/>
              </a:rPr>
              <a:t> </a:t>
            </a:r>
            <a:r>
              <a:rPr sz="1600" spc="-25" dirty="0">
                <a:solidFill>
                  <a:srgbClr val="800000"/>
                </a:solidFill>
                <a:latin typeface="Segoe UI Light"/>
                <a:cs typeface="Segoe UI Light"/>
              </a:rPr>
              <a:t>интернету.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383" y="5280240"/>
            <a:ext cx="7273290" cy="101600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 marR="81915" algn="just">
              <a:lnSpc>
                <a:spcPct val="100000"/>
              </a:lnSpc>
              <a:spcBef>
                <a:spcPts val="300"/>
              </a:spcBef>
            </a:pPr>
            <a:r>
              <a:rPr sz="2000" spc="-10" dirty="0">
                <a:solidFill>
                  <a:srgbClr val="F1F1F1"/>
                </a:solidFill>
                <a:latin typeface="Segoe UI Light"/>
                <a:cs typeface="Segoe UI Light"/>
              </a:rPr>
              <a:t>Дополнительно</a:t>
            </a:r>
            <a:r>
              <a:rPr sz="2000" spc="-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к</a:t>
            </a:r>
            <a:r>
              <a:rPr sz="2000" spc="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сервису</a:t>
            </a:r>
            <a:r>
              <a:rPr sz="2000" spc="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spc="15" dirty="0">
                <a:solidFill>
                  <a:srgbClr val="F1F1F1"/>
                </a:solidFill>
                <a:latin typeface="Segoe UI Light"/>
                <a:cs typeface="Segoe UI Light"/>
              </a:rPr>
              <a:t>клиенту</a:t>
            </a:r>
            <a:r>
              <a:rPr sz="2000" spc="20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1F1F1"/>
                </a:solidFill>
                <a:latin typeface="Segoe UI Light"/>
                <a:cs typeface="Segoe UI Light"/>
              </a:rPr>
              <a:t>предлагается</a:t>
            </a:r>
            <a:r>
              <a:rPr sz="2000" spc="-10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1F1F1"/>
                </a:solidFill>
                <a:latin typeface="Segoe UI Light"/>
                <a:cs typeface="Segoe UI Light"/>
              </a:rPr>
              <a:t>техническая </a:t>
            </a:r>
            <a:r>
              <a:rPr sz="2000" spc="-53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1F1F1"/>
                </a:solidFill>
                <a:latin typeface="Segoe UI Light"/>
                <a:cs typeface="Segoe UI Light"/>
              </a:rPr>
              <a:t>поддержка </a:t>
            </a:r>
            <a:r>
              <a:rPr sz="2000" spc="-5" dirty="0">
                <a:solidFill>
                  <a:srgbClr val="F1F1F1"/>
                </a:solidFill>
                <a:latin typeface="Segoe UI Light"/>
                <a:cs typeface="Segoe UI Light"/>
              </a:rPr>
              <a:t>покупаемого решения,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базовая </a:t>
            </a:r>
            <a:r>
              <a:rPr sz="2000" spc="-5" dirty="0">
                <a:solidFill>
                  <a:srgbClr val="F1F1F1"/>
                </a:solidFill>
                <a:latin typeface="Segoe UI Light"/>
                <a:cs typeface="Segoe UI Light"/>
              </a:rPr>
              <a:t>настройка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решения </a:t>
            </a:r>
            <a:r>
              <a:rPr sz="2000" spc="-53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и</a:t>
            </a:r>
            <a:r>
              <a:rPr sz="2000" spc="-25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1F1F1"/>
                </a:solidFill>
                <a:latin typeface="Segoe UI Light"/>
                <a:cs typeface="Segoe UI Light"/>
              </a:rPr>
              <a:t>миграция</a:t>
            </a:r>
            <a:r>
              <a:rPr sz="2000" spc="-30" dirty="0">
                <a:solidFill>
                  <a:srgbClr val="F1F1F1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1F1F1"/>
                </a:solidFill>
                <a:latin typeface="Segoe UI Light"/>
                <a:cs typeface="Segoe UI Light"/>
              </a:rPr>
              <a:t>почты.</a:t>
            </a:r>
            <a:endParaRPr sz="2000">
              <a:latin typeface="Segoe UI Light"/>
              <a:cs typeface="Segoe UI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1957" y="6505859"/>
            <a:ext cx="1254908" cy="2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41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497" y="34251"/>
            <a:ext cx="9000617" cy="61310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1830" y="2561081"/>
            <a:ext cx="3211195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8940" marR="71120" indent="-329565">
              <a:spcBef>
                <a:spcPts val="95"/>
              </a:spcBef>
            </a:pPr>
            <a:r>
              <a:rPr sz="2500" b="1" spc="-10" dirty="0">
                <a:solidFill>
                  <a:srgbClr val="901F39"/>
                </a:solidFill>
                <a:latin typeface="Segoe UI"/>
                <a:cs typeface="Segoe UI"/>
              </a:rPr>
              <a:t>Портфель</a:t>
            </a:r>
            <a:r>
              <a:rPr sz="2500" b="1" spc="-125" dirty="0">
                <a:solidFill>
                  <a:srgbClr val="901F39"/>
                </a:solidFill>
                <a:latin typeface="Segoe UI"/>
                <a:cs typeface="Segoe UI"/>
              </a:rPr>
              <a:t> </a:t>
            </a:r>
            <a:r>
              <a:rPr sz="2500" b="1" spc="-10" dirty="0">
                <a:solidFill>
                  <a:srgbClr val="901F39"/>
                </a:solidFill>
                <a:latin typeface="Segoe UI"/>
                <a:cs typeface="Segoe UI"/>
              </a:rPr>
              <a:t>решений </a:t>
            </a:r>
            <a:r>
              <a:rPr sz="2500" b="1" dirty="0">
                <a:solidFill>
                  <a:srgbClr val="901F39"/>
                </a:solidFill>
                <a:latin typeface="Segoe UI"/>
                <a:cs typeface="Segoe UI"/>
              </a:rPr>
              <a:t>по</a:t>
            </a:r>
            <a:r>
              <a:rPr sz="2500" b="1" spc="-45" dirty="0">
                <a:solidFill>
                  <a:srgbClr val="901F39"/>
                </a:solidFill>
                <a:latin typeface="Segoe UI"/>
                <a:cs typeface="Segoe UI"/>
              </a:rPr>
              <a:t> </a:t>
            </a:r>
            <a:r>
              <a:rPr sz="2500" b="1" spc="-10" dirty="0">
                <a:solidFill>
                  <a:srgbClr val="901F39"/>
                </a:solidFill>
                <a:latin typeface="Segoe UI"/>
                <a:cs typeface="Segoe UI"/>
              </a:rPr>
              <a:t>построению</a:t>
            </a:r>
            <a:endParaRPr sz="2500">
              <a:latin typeface="Segoe UI"/>
              <a:cs typeface="Segoe UI"/>
            </a:endParaRPr>
          </a:p>
          <a:p>
            <a:pPr marL="12700"/>
            <a:r>
              <a:rPr sz="2500" b="1" spc="-25" dirty="0">
                <a:solidFill>
                  <a:srgbClr val="901F39"/>
                </a:solidFill>
                <a:latin typeface="Segoe UI"/>
                <a:cs typeface="Segoe UI"/>
              </a:rPr>
              <a:t>ИТ-</a:t>
            </a:r>
            <a:r>
              <a:rPr sz="2500" b="1" spc="-10" dirty="0">
                <a:solidFill>
                  <a:srgbClr val="901F39"/>
                </a:solidFill>
                <a:latin typeface="Segoe UI"/>
                <a:cs typeface="Segoe UI"/>
              </a:rPr>
              <a:t>инфраструктуры</a:t>
            </a:r>
            <a:endParaRPr sz="25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9454" y="4545839"/>
            <a:ext cx="2232025" cy="15144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0005" marR="76835" algn="ctr">
              <a:lnSpc>
                <a:spcPts val="1700"/>
              </a:lnSpc>
              <a:spcBef>
                <a:spcPts val="33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Системы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управления: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Center, ServiceNow,</a:t>
            </a:r>
            <a:r>
              <a:rPr sz="16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BMC,</a:t>
            </a:r>
            <a:endParaRPr sz="1600">
              <a:latin typeface="Calibri"/>
              <a:cs typeface="Calibri"/>
            </a:endParaRPr>
          </a:p>
          <a:p>
            <a:pPr marL="213360" marR="250190" algn="ctr">
              <a:lnSpc>
                <a:spcPct val="68100"/>
              </a:lnSpc>
              <a:spcBef>
                <a:spcPts val="37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SolarWinds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Service Desk,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585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мониторинг,</a:t>
            </a:r>
            <a:r>
              <a:rPr sz="1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управление</a:t>
            </a:r>
            <a:endParaRPr sz="1600">
              <a:latin typeface="Calibri"/>
              <a:cs typeface="Calibri"/>
            </a:endParaRPr>
          </a:p>
          <a:p>
            <a:pPr marR="38735" algn="ctr">
              <a:lnSpc>
                <a:spcPts val="1810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конфигурациями.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3104" y="419861"/>
            <a:ext cx="2414270" cy="148844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065" marR="5080" indent="-1905" algn="ctr">
              <a:lnSpc>
                <a:spcPct val="83400"/>
              </a:lnSpc>
              <a:spcBef>
                <a:spcPts val="414"/>
              </a:spcBef>
            </a:pP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Построение, модернизация</a:t>
            </a:r>
            <a:r>
              <a:rPr sz="16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6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миграция ИТ-инфраструктуры,</a:t>
            </a:r>
            <a:endParaRPr sz="1600">
              <a:latin typeface="Calibri"/>
              <a:cs typeface="Calibri"/>
            </a:endParaRPr>
          </a:p>
          <a:p>
            <a:pPr marL="45085" algn="ctr">
              <a:lnSpc>
                <a:spcPts val="1435"/>
              </a:lnSpc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в</a:t>
            </a:r>
            <a:r>
              <a:rPr sz="16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том</a:t>
            </a:r>
            <a:r>
              <a:rPr sz="16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числе</a:t>
            </a:r>
            <a:r>
              <a:rPr sz="16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отдельных</a:t>
            </a:r>
            <a:endParaRPr sz="1600">
              <a:latin typeface="Calibri"/>
              <a:cs typeface="Calibri"/>
            </a:endParaRPr>
          </a:p>
          <a:p>
            <a:pPr marL="329565" marR="275590" indent="-51435" algn="ctr">
              <a:lnSpc>
                <a:spcPct val="83500"/>
              </a:lnSpc>
              <a:spcBef>
                <a:spcPts val="155"/>
              </a:spcBef>
            </a:pP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инфраструктурных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сервисов,</a:t>
            </a:r>
            <a:r>
              <a:rPr sz="16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например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СУБД</a:t>
            </a:r>
            <a:r>
              <a:rPr sz="16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Oracle.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0034" y="696290"/>
            <a:ext cx="17068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Виртуализация</a:t>
            </a:r>
            <a:r>
              <a:rPr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VMware,</a:t>
            </a:r>
            <a:r>
              <a:rPr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FFFF"/>
                </a:solidFill>
                <a:latin typeface="Calibri"/>
                <a:cs typeface="Calibri"/>
              </a:rPr>
              <a:t>Citrix, Microsoft.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7515" y="696290"/>
            <a:ext cx="18808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3715">
              <a:spcBef>
                <a:spcPts val="100"/>
              </a:spcBef>
            </a:pPr>
            <a:r>
              <a:rPr b="1" spc="-10" dirty="0">
                <a:solidFill>
                  <a:srgbClr val="FFFFFF"/>
                </a:solidFill>
                <a:latin typeface="Calibri"/>
                <a:cs typeface="Calibri"/>
              </a:rPr>
              <a:t>Сетевая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инфраструктура</a:t>
            </a:r>
            <a:r>
              <a:rPr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Cisco,</a:t>
            </a:r>
            <a:r>
              <a:rPr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Huawei</a:t>
            </a:r>
            <a:r>
              <a:rPr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FFFFFF"/>
                </a:solidFill>
                <a:latin typeface="Calibri"/>
                <a:cs typeface="Calibri"/>
              </a:rPr>
              <a:t>др.</a:t>
            </a:r>
            <a:endParaRPr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0146" y="2634742"/>
            <a:ext cx="2178050" cy="14884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715" algn="ctr">
              <a:lnSpc>
                <a:spcPts val="1600"/>
              </a:lnSpc>
              <a:spcBef>
                <a:spcPts val="41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Системы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объединенных коммуникаций:</a:t>
            </a:r>
            <a:endParaRPr sz="1600">
              <a:latin typeface="Calibri"/>
              <a:cs typeface="Calibri"/>
            </a:endParaRPr>
          </a:p>
          <a:p>
            <a:pPr marL="234950" marR="227329" algn="ctr">
              <a:lnSpc>
                <a:spcPts val="1600"/>
              </a:lnSpc>
              <a:spcBef>
                <a:spcPts val="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Lync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интеграция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с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телефонией,</a:t>
            </a:r>
            <a:endParaRPr sz="1600">
              <a:latin typeface="Calibri"/>
              <a:cs typeface="Calibri"/>
            </a:endParaRPr>
          </a:p>
          <a:p>
            <a:pPr marL="1270" algn="ctr">
              <a:lnSpc>
                <a:spcPts val="1440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видеоконференцсвязь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600">
              <a:latin typeface="Calibri"/>
              <a:cs typeface="Calibri"/>
            </a:endParaRPr>
          </a:p>
          <a:p>
            <a:pPr marL="1270" algn="ctr">
              <a:lnSpc>
                <a:spcPts val="1605"/>
              </a:lnSpc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Cisco,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Polycom,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Avaya,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760"/>
              </a:lnSpc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колл-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центры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др.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40445" y="2709418"/>
            <a:ext cx="2366010" cy="13481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83820" marR="68580" indent="41275" algn="ctr">
              <a:lnSpc>
                <a:spcPct val="88600"/>
              </a:lnSpc>
              <a:spcBef>
                <a:spcPts val="31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Анализ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непрерывности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бизнеса,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DRP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планы,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резервное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копирование, кластерные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системы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и</a:t>
            </a:r>
            <a:endParaRPr sz="1600">
              <a:latin typeface="Calibri"/>
              <a:cs typeface="Calibri"/>
            </a:endParaRPr>
          </a:p>
          <a:p>
            <a:pPr marL="12065" marR="5080" algn="ctr">
              <a:lnSpc>
                <a:spcPts val="1700"/>
              </a:lnSpc>
              <a:spcBef>
                <a:spcPts val="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архивирование: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Symantec,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Acronis,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НР,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Veeam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др.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6762" y="4640327"/>
            <a:ext cx="2157095" cy="13481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48260" algn="ctr">
              <a:lnSpc>
                <a:spcPct val="88600"/>
              </a:lnSpc>
              <a:spcBef>
                <a:spcPts val="31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Инженерные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системы: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СКС,</a:t>
            </a:r>
            <a:r>
              <a:rPr sz="16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видеонаблюдение, кондиционирование, электропитание,</a:t>
            </a:r>
            <a:endParaRPr sz="1600">
              <a:latin typeface="Calibri"/>
              <a:cs typeface="Calibri"/>
            </a:endParaRPr>
          </a:p>
          <a:p>
            <a:pPr marL="279400" marR="271780" indent="-44450" algn="ctr">
              <a:lnSpc>
                <a:spcPts val="1700"/>
              </a:lnSpc>
              <a:spcBef>
                <a:spcPts val="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автоматизация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и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диспетчеризация.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100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2276</Words>
  <Application>Microsoft Office PowerPoint</Application>
  <PresentationFormat>Широкоэкранный</PresentationFormat>
  <Paragraphs>490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6" baseType="lpstr">
      <vt:lpstr>Arial</vt:lpstr>
      <vt:lpstr>Arial MT</vt:lpstr>
      <vt:lpstr>Calibri</vt:lpstr>
      <vt:lpstr>Lucida Sans Unicode</vt:lpstr>
      <vt:lpstr>Segoe UI</vt:lpstr>
      <vt:lpstr>Segoe UI Light</vt:lpstr>
      <vt:lpstr>Segoe UI Symbol</vt:lpstr>
      <vt:lpstr>Tahoma</vt:lpstr>
      <vt:lpstr>Times New Roman</vt:lpstr>
      <vt:lpstr>Trebuchet MS</vt:lpstr>
      <vt:lpstr>Verdana</vt:lpstr>
      <vt:lpstr>Wingdings</vt:lpstr>
      <vt:lpstr>Office Theme</vt:lpstr>
      <vt:lpstr>Примеры направлений  управления ИТ-инфраструктурой </vt:lpstr>
      <vt:lpstr>ПОЛНЫЙ ЖИЗНЕННЫЙ ЦИКЛ РЕАЛИЗАЦИИ  ИТ-ПРОЕКТОВ</vt:lpstr>
      <vt:lpstr>ОБЛАСТИ ЭКСПЕРТИЗЫ В РЕАЛИЗАЦИИ ПРОЕКТОВ</vt:lpstr>
      <vt:lpstr>ПОДГОТОВКА  ИНФРАСТРУКТУРНОГО  ПРОЕКТА</vt:lpstr>
      <vt:lpstr>РАЗРАБОТКА ИНФРАСТРУКТУРНОГО ПРОЕКТА</vt:lpstr>
      <vt:lpstr>АУДИТ  ИНФРАСТРУКТУРЫ  ЗАКАЗЧИКА</vt:lpstr>
      <vt:lpstr>Инженерной  инфраструктуры ЦОД</vt:lpstr>
      <vt:lpstr>ВВОД  РЕШЕНИЯ В</vt:lpstr>
      <vt:lpstr>ПНР: ВВОД ОБОРУДОВАНИЯ И РЕШЕНИЙ  В ЭКСПЛУАТАЦИЮ</vt:lpstr>
      <vt:lpstr>УПРАВЛЕНИЕ ИТ-  ИНФРАСТРУКТУРОЙ</vt:lpstr>
      <vt:lpstr>УПРАВЛЕНИЕ ИТ-ИНФРАСТРУКТУРОЙ</vt:lpstr>
      <vt:lpstr>РЕАКТИВНАЯ  ТЕХНИЧЕСКАЯ  ПОДДЕРЖКА</vt:lpstr>
      <vt:lpstr>ПАКЕТЫ ТЕХНИЧЕСКОЙ  ПОДДЕРЖКИ - SLA</vt:lpstr>
      <vt:lpstr>РТП: ДОСТУП К СЛУЖБЕ ТЕХНИЧЕСКОЙ ПОДДЕРЖКИ И УПРАВЛЕНИЕ ПРИОРИТЕТОМ</vt:lpstr>
      <vt:lpstr>ПРОАКТИВНЫЕ  УСЛУГИ</vt:lpstr>
      <vt:lpstr>ПРОАКТИВНЫЕ ЭЛЕМЕНТЫ РЕАКТИВНОЙ  ПОДДЕРЖКИ</vt:lpstr>
      <vt:lpstr>РАЗВИТИЕ</vt:lpstr>
      <vt:lpstr>РАЗВИТИЕ И ТРАНСФОРМАЦИЯ  ИТ-ИНФРАСТРУКТУРЫ</vt:lpstr>
      <vt:lpstr>РАЗРАБОТКА  ПРИКЛАДНОГО ПО И  ВНЕДРЕНИЕ СУБД</vt:lpstr>
      <vt:lpstr>РАЗРАБОТКА ПРИКЛАДНОГО ПО И ВНЕДРЕНИЕ СУБД</vt:lpstr>
      <vt:lpstr>С НАЧАЛА 2023 ГОДА ТЕХНИЧЕСКИЙ  ДЕПАРТАМЕНТ FIGURA-IT РЕАЛИЗОВАЛ :</vt:lpstr>
      <vt:lpstr>РЕАЛИЗОВАННЫЕ ПРОЕКТЫ: Крупный завод – модернизация  системы виртуализации предприятия</vt:lpstr>
      <vt:lpstr>РЕАЛИЗОВАННЫЕ ПРОЕКТЫ: Медиа-холдинг – создание отказоустойчивого</vt:lpstr>
      <vt:lpstr>Понятие и состав ИТ-инфраструктуры типовой компании</vt:lpstr>
      <vt:lpstr>Компания Softline предлагает взять в аренду практически любой  компонент ИТ-инфраструктуры</vt:lpstr>
      <vt:lpstr>Классическая современная модель аутсорсинга в ИТ</vt:lpstr>
      <vt:lpstr>Современные модели аутсорсинга v2.0</vt:lpstr>
      <vt:lpstr>Презентация PowerPoint</vt:lpstr>
      <vt:lpstr>Резервный ЦОД и катастрофоустойчивые решения</vt:lpstr>
      <vt:lpstr>Аутсорсинг ИТ-инфраструктуры</vt:lpstr>
      <vt:lpstr>Защищенное облако Softline</vt:lpstr>
      <vt:lpstr>Виртуальный офис от Softline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Елена Р. Хорошева</cp:lastModifiedBy>
  <cp:revision>8</cp:revision>
  <dcterms:created xsi:type="dcterms:W3CDTF">2023-12-04T16:30:47Z</dcterms:created>
  <dcterms:modified xsi:type="dcterms:W3CDTF">2023-12-06T07:26:58Z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2023-10-30T00:00:00Z</vt:filetime>
  </property>
  <property fmtid="{D5CDD505-2E9C-101B-9397-08002B2CF9AE}" pid="3" name="Creator">
    <vt:lpwstr>Acrobat PDFMaker 23 для PowerPoint</vt:lpwstr>
  </property>
  <property fmtid="{D5CDD505-2E9C-101B-9397-08002B2CF9AE}" pid="4" name="LastSaved">
    <vt:filetime>2023-12-04T00:00:00Z</vt:filetime>
  </property>
</Properties>
</file>